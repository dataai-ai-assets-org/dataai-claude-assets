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ELCA Reference Projects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&amp; AI Business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Project: RetailCo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data platform migration</a:t>
            </a:r>
          </a:p>
          <a:p>
            <a:r>
              <a:t>40% faster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Project: LogiCo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fleet analytics</a:t>
            </a:r>
          </a:p>
          <a:p>
            <a:r>
              <a:t>15% fuel cost reduction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Project: BankCo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 ML pipeline</a:t>
            </a:r>
          </a:p>
          <a:p>
            <a:r>
              <a:t>99.2% precision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