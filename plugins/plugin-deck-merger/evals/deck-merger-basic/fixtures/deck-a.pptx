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Corp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Data &amp; AI kickoff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Corp: Key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1998</a:t>
            </a:r>
          </a:p>
          <a:p>
            <a:r>
              <a:t>12,000 employees</a:t>
            </a:r>
          </a:p>
          <a:p>
            <a:r>
              <a:t>Operates in 14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Corp: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data warehouse</a:t>
            </a:r>
          </a:p>
          <a:p>
            <a:r>
              <a:t>Manual reporting</a:t>
            </a:r>
          </a:p>
          <a:p>
            <a:r>
              <a:t>No real-time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