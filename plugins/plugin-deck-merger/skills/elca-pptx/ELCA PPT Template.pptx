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9"/>
  </p:notesMasterIdLst>
  <p:handoutMasterIdLst>
    <p:handoutMasterId r:id="rId10"/>
  </p:handoutMasterIdLst>
  <p:sldIdLst>
    <p:sldId id="2134805247" r:id="rId7"/>
    <p:sldId id="2134805259" r:id="rId8"/>
  </p:sldIdLst>
  <p:sldSz cx="12192000" cy="6858000"/>
  <p:notesSz cx="6858000" cy="9144000"/>
  <p:custDataLst>
    <p:custData r:id="rId5"/>
  </p:custDataLst>
  <p:defaultTextStyle>
    <a:defPPr>
      <a:defRPr lang="en-US"/>
    </a:defPPr>
    <a:lvl1pPr marL="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ad me" id="{CFC1DD05-C723-457A-A9B5-0F0FE8EB4479}">
          <p14:sldIdLst/>
        </p14:section>
        <p14:section name="Title Slide" id="{7F3A08DF-4D69-4BE7-9AC5-47CC5CAFED06}">
          <p14:sldIdLst>
            <p14:sldId id="2134805247"/>
          </p14:sldIdLst>
        </p14:section>
        <p14:section name="Agenda" id="{3715D79F-EFB5-4A8C-A89C-8426037CF3AC}">
          <p14:sldIdLst>
            <p14:sldId id="2134805259"/>
          </p14:sldIdLst>
        </p14:section>
        <p14:section name="Chapter Slides" id="{D088F687-AFA7-4C76-A152-CB82970049F8}">
          <p14:sldIdLst/>
        </p14:section>
        <p14:section name="Thank you slide" id="{9D0D5E4A-6D31-41B2-A2A2-22DE4BAC049C}">
          <p14:sldIdLst/>
        </p14:section>
        <p14:section name="Blank" id="{33974AF3-7953-4F4C-B904-77B7BB123820}">
          <p14:sldIdLst/>
        </p14:section>
        <p14:section name="Quotes/Questions" id="{6A3A62D4-33EB-4D05-8E4E-EC4D87704CB2}">
          <p14:sldIdLst/>
        </p14:section>
        <p14:section name="Text Content" id="{F05AC317-5706-46C2-A62B-957D674612F9}">
          <p14:sldIdLst/>
        </p14:section>
        <p14:section name="Introduction of People" id="{B9B1815D-1EAF-44B1-A06F-1D9785B5C435}">
          <p14:sldIdLst/>
        </p14:section>
        <p14:section name="Customer Testimonials" id="{E6D21F47-9DBD-4F33-913E-8840960C7D0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32672A-D4DB-744B-B0A6-D3FC25BED65B}" name="Retus MÜLLER" initials="RM" userId="S::retus.mueller@elca.ch::7848bf84-27af-4bf4-92bd-a95a3288cc62" providerId="AD"/>
  <p188:author id="{5F66ED46-51D7-A046-45FE-2A5FEEA67F46}" name="Daniel LOOSLI" initials="DL" userId="S::daniel.loosli@elca.ch::f784f700-9526-4497-9707-6fdc531be76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AAEC"/>
    <a:srgbClr val="91A0B4"/>
    <a:srgbClr val="66CEF6"/>
    <a:srgbClr val="E23615"/>
    <a:srgbClr val="1FAF8C"/>
    <a:srgbClr val="A0A0A0"/>
    <a:srgbClr val="FFCA4C"/>
    <a:srgbClr val="E6E6E6"/>
    <a:srgbClr val="28AF91"/>
    <a:srgbClr val="4143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44ADD-0906-4409-BFBC-7221F87CAB84}" v="22" dt="2026-06-04T09:57:22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5208" autoAdjust="0"/>
  </p:normalViewPr>
  <p:slideViewPr>
    <p:cSldViewPr showGuides="1">
      <p:cViewPr varScale="1">
        <p:scale>
          <a:sx n="103" d="100"/>
          <a:sy n="103" d="100"/>
        </p:scale>
        <p:origin x="156" y="96"/>
      </p:cViewPr>
      <p:guideLst>
        <p:guide orient="horz" pos="2115"/>
        <p:guide pos="3840"/>
      </p:guideLst>
    </p:cSldViewPr>
  </p:slideViewPr>
  <p:outlineViewPr>
    <p:cViewPr>
      <p:scale>
        <a:sx n="33" d="100"/>
        <a:sy n="33" d="100"/>
      </p:scale>
      <p:origin x="0" y="-129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sim BUCHS" userId="39980080-8f47-4a71-89a4-94f6e89a41c2" providerId="ADAL" clId="{24E04178-7F06-41FE-98FC-9DB553EBC684}"/>
    <pc:docChg chg="undo custSel delSld modMainMaster modSection">
      <pc:chgData name="Nissim BUCHS" userId="39980080-8f47-4a71-89a4-94f6e89a41c2" providerId="ADAL" clId="{24E04178-7F06-41FE-98FC-9DB553EBC684}" dt="2026-06-04T09:57:22.192" v="46"/>
      <pc:docMkLst>
        <pc:docMk/>
      </pc:docMkLst>
      <pc:sldChg chg="del">
        <pc:chgData name="Nissim BUCHS" userId="39980080-8f47-4a71-89a4-94f6e89a41c2" providerId="ADAL" clId="{24E04178-7F06-41FE-98FC-9DB553EBC684}" dt="2026-06-03T17:50:55.889" v="10" actId="47"/>
        <pc:sldMkLst>
          <pc:docMk/>
          <pc:sldMk cId="1544475916" sldId="301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4015503701" sldId="334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1818712219" sldId="338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1382929126" sldId="361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4226213913" sldId="362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523426632" sldId="370"/>
        </pc:sldMkLst>
      </pc:sldChg>
      <pc:sldChg chg="del">
        <pc:chgData name="Nissim BUCHS" userId="39980080-8f47-4a71-89a4-94f6e89a41c2" providerId="ADAL" clId="{24E04178-7F06-41FE-98FC-9DB553EBC684}" dt="2026-06-03T17:50:55.889" v="10" actId="47"/>
        <pc:sldMkLst>
          <pc:docMk/>
          <pc:sldMk cId="2689239816" sldId="2134805170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3095280012" sldId="2134805178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579274807" sldId="2134805225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330185010" sldId="2134805226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387576906" sldId="2134805228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3186684831" sldId="2134805229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811572082" sldId="2134805230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4238601581" sldId="2134805236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398519550" sldId="2134805238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3995468371" sldId="2134805239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132479334" sldId="2134805242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62728011" sldId="2134805243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966519904" sldId="2134805244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789392908" sldId="2134805248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728589827" sldId="2134805249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1072169921" sldId="2134805251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852439369" sldId="2134805254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426588810" sldId="2134805255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559286808" sldId="2134805256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473710980" sldId="2134805257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405427334" sldId="2134805258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728719081" sldId="2134805260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3208407110" sldId="2134805261"/>
        </pc:sldMkLst>
      </pc:sldChg>
      <pc:sldChg chg="del">
        <pc:chgData name="Nissim BUCHS" userId="39980080-8f47-4a71-89a4-94f6e89a41c2" providerId="ADAL" clId="{24E04178-7F06-41FE-98FC-9DB553EBC684}" dt="2026-06-03T17:51:05.984" v="11" actId="47"/>
        <pc:sldMkLst>
          <pc:docMk/>
          <pc:sldMk cId="2048900762" sldId="2134805262"/>
        </pc:sldMkLst>
      </pc:sldChg>
      <pc:sldMasterChg chg="delSldLayout modSldLayout">
        <pc:chgData name="Nissim BUCHS" userId="39980080-8f47-4a71-89a4-94f6e89a41c2" providerId="ADAL" clId="{24E04178-7F06-41FE-98FC-9DB553EBC684}" dt="2026-06-04T09:57:22.192" v="46"/>
        <pc:sldMasterMkLst>
          <pc:docMk/>
          <pc:sldMasterMk cId="1678555418" sldId="2147483648"/>
        </pc:sldMasterMkLst>
        <pc:sldLayoutChg chg="addSp delSp modSp mod">
          <pc:chgData name="Nissim BUCHS" userId="39980080-8f47-4a71-89a4-94f6e89a41c2" providerId="ADAL" clId="{24E04178-7F06-41FE-98FC-9DB553EBC684}" dt="2026-06-04T09:55:49.870" v="15"/>
          <pc:sldLayoutMkLst>
            <pc:docMk/>
            <pc:sldMasterMk cId="1678555418" sldId="2147483648"/>
            <pc:sldLayoutMk cId="1049212231" sldId="2147483778"/>
          </pc:sldLayoutMkLst>
          <pc:spChg chg="del">
            <ac:chgData name="Nissim BUCHS" userId="39980080-8f47-4a71-89a4-94f6e89a41c2" providerId="ADAL" clId="{24E04178-7F06-41FE-98FC-9DB553EBC684}" dt="2026-06-04T09:55:49.544" v="14" actId="478"/>
            <ac:spMkLst>
              <pc:docMk/>
              <pc:sldMasterMk cId="1678555418" sldId="2147483648"/>
              <pc:sldLayoutMk cId="1049212231" sldId="2147483778"/>
              <ac:spMk id="2" creationId="{EAAB41D6-D758-E8F8-37B6-A93F730A3138}"/>
            </ac:spMkLst>
          </pc:spChg>
          <pc:spChg chg="add mod">
            <ac:chgData name="Nissim BUCHS" userId="39980080-8f47-4a71-89a4-94f6e89a41c2" providerId="ADAL" clId="{24E04178-7F06-41FE-98FC-9DB553EBC684}" dt="2026-06-04T09:55:49.870" v="15"/>
            <ac:spMkLst>
              <pc:docMk/>
              <pc:sldMasterMk cId="1678555418" sldId="2147483648"/>
              <pc:sldLayoutMk cId="1049212231" sldId="2147483778"/>
              <ac:spMk id="8" creationId="{5F9B0B06-A081-D9A4-46C2-0E2B0A1B3B7C}"/>
            </ac:spMkLst>
          </pc:spChg>
          <pc:spChg chg="add mod">
            <ac:chgData name="Nissim BUCHS" userId="39980080-8f47-4a71-89a4-94f6e89a41c2" providerId="ADAL" clId="{24E04178-7F06-41FE-98FC-9DB553EBC684}" dt="2026-06-04T09:55:49.870" v="15"/>
            <ac:spMkLst>
              <pc:docMk/>
              <pc:sldMasterMk cId="1678555418" sldId="2147483648"/>
              <pc:sldLayoutMk cId="1049212231" sldId="2147483778"/>
              <ac:spMk id="9" creationId="{0DB65624-9628-DD8D-811B-DCC7BE6FC4CC}"/>
            </ac:spMkLst>
          </pc:spChg>
        </pc:sldLayoutChg>
        <pc:sldLayoutChg chg="addSp delSp modSp mod">
          <pc:chgData name="Nissim BUCHS" userId="39980080-8f47-4a71-89a4-94f6e89a41c2" providerId="ADAL" clId="{24E04178-7F06-41FE-98FC-9DB553EBC684}" dt="2026-06-04T09:55:58.030" v="19"/>
          <pc:sldLayoutMkLst>
            <pc:docMk/>
            <pc:sldMasterMk cId="1678555418" sldId="2147483648"/>
            <pc:sldLayoutMk cId="1617602673" sldId="2147483780"/>
          </pc:sldLayoutMkLst>
          <pc:spChg chg="del">
            <ac:chgData name="Nissim BUCHS" userId="39980080-8f47-4a71-89a4-94f6e89a41c2" providerId="ADAL" clId="{24E04178-7F06-41FE-98FC-9DB553EBC684}" dt="2026-06-04T09:55:57.696" v="18" actId="478"/>
            <ac:spMkLst>
              <pc:docMk/>
              <pc:sldMasterMk cId="1678555418" sldId="2147483648"/>
              <pc:sldLayoutMk cId="1617602673" sldId="2147483780"/>
              <ac:spMk id="2" creationId="{69A3DBF6-6071-1B57-7246-9D170DDBD0D9}"/>
            </ac:spMkLst>
          </pc:spChg>
          <pc:spChg chg="add mod">
            <ac:chgData name="Nissim BUCHS" userId="39980080-8f47-4a71-89a4-94f6e89a41c2" providerId="ADAL" clId="{24E04178-7F06-41FE-98FC-9DB553EBC684}" dt="2026-06-04T09:55:58.030" v="19"/>
            <ac:spMkLst>
              <pc:docMk/>
              <pc:sldMasterMk cId="1678555418" sldId="2147483648"/>
              <pc:sldLayoutMk cId="1617602673" sldId="2147483780"/>
              <ac:spMk id="8" creationId="{70506433-2682-51DD-A9BE-4D5D2D284CDB}"/>
            </ac:spMkLst>
          </pc:spChg>
          <pc:spChg chg="add mod">
            <ac:chgData name="Nissim BUCHS" userId="39980080-8f47-4a71-89a4-94f6e89a41c2" providerId="ADAL" clId="{24E04178-7F06-41FE-98FC-9DB553EBC684}" dt="2026-06-04T09:55:58.030" v="19"/>
            <ac:spMkLst>
              <pc:docMk/>
              <pc:sldMasterMk cId="1678555418" sldId="2147483648"/>
              <pc:sldLayoutMk cId="1617602673" sldId="2147483780"/>
              <ac:spMk id="9" creationId="{D7B26CE3-072E-BB74-5D4A-ECD8BC7B2692}"/>
            </ac:spMkLst>
          </pc:spChg>
        </pc:sldLayoutChg>
        <pc:sldLayoutChg chg="addSp delSp modSp mod">
          <pc:chgData name="Nissim BUCHS" userId="39980080-8f47-4a71-89a4-94f6e89a41c2" providerId="ADAL" clId="{24E04178-7F06-41FE-98FC-9DB553EBC684}" dt="2026-06-04T09:55:53.113" v="17"/>
          <pc:sldLayoutMkLst>
            <pc:docMk/>
            <pc:sldMasterMk cId="1678555418" sldId="2147483648"/>
            <pc:sldLayoutMk cId="3201048362" sldId="2147483783"/>
          </pc:sldLayoutMkLst>
          <pc:spChg chg="del">
            <ac:chgData name="Nissim BUCHS" userId="39980080-8f47-4a71-89a4-94f6e89a41c2" providerId="ADAL" clId="{24E04178-7F06-41FE-98FC-9DB553EBC684}" dt="2026-06-04T09:55:52.784" v="16" actId="478"/>
            <ac:spMkLst>
              <pc:docMk/>
              <pc:sldMasterMk cId="1678555418" sldId="2147483648"/>
              <pc:sldLayoutMk cId="3201048362" sldId="2147483783"/>
              <ac:spMk id="2" creationId="{B6DF7921-A112-4DC3-AAFF-11D308C1CEB7}"/>
            </ac:spMkLst>
          </pc:spChg>
          <pc:spChg chg="add mod">
            <ac:chgData name="Nissim BUCHS" userId="39980080-8f47-4a71-89a4-94f6e89a41c2" providerId="ADAL" clId="{24E04178-7F06-41FE-98FC-9DB553EBC684}" dt="2026-06-04T09:55:53.113" v="17"/>
            <ac:spMkLst>
              <pc:docMk/>
              <pc:sldMasterMk cId="1678555418" sldId="2147483648"/>
              <pc:sldLayoutMk cId="3201048362" sldId="2147483783"/>
              <ac:spMk id="11" creationId="{E574948E-6E45-2C28-3D4E-ACB9CCC2BD3C}"/>
            </ac:spMkLst>
          </pc:spChg>
          <pc:spChg chg="add mod">
            <ac:chgData name="Nissim BUCHS" userId="39980080-8f47-4a71-89a4-94f6e89a41c2" providerId="ADAL" clId="{24E04178-7F06-41FE-98FC-9DB553EBC684}" dt="2026-06-04T09:55:53.113" v="17"/>
            <ac:spMkLst>
              <pc:docMk/>
              <pc:sldMasterMk cId="1678555418" sldId="2147483648"/>
              <pc:sldLayoutMk cId="3201048362" sldId="2147483783"/>
              <ac:spMk id="12" creationId="{7A6B1B1F-25F9-319B-6EC8-0E6ED97F1C79}"/>
            </ac:spMkLst>
          </pc:spChg>
        </pc:sldLayoutChg>
        <pc:sldLayoutChg chg="addSp delSp modSp mod">
          <pc:chgData name="Nissim BUCHS" userId="39980080-8f47-4a71-89a4-94f6e89a41c2" providerId="ADAL" clId="{24E04178-7F06-41FE-98FC-9DB553EBC684}" dt="2026-06-04T09:56:05.207" v="21"/>
          <pc:sldLayoutMkLst>
            <pc:docMk/>
            <pc:sldMasterMk cId="1678555418" sldId="2147483648"/>
            <pc:sldLayoutMk cId="2790877292" sldId="2147483793"/>
          </pc:sldLayoutMkLst>
          <pc:spChg chg="add mod">
            <ac:chgData name="Nissim BUCHS" userId="39980080-8f47-4a71-89a4-94f6e89a41c2" providerId="ADAL" clId="{24E04178-7F06-41FE-98FC-9DB553EBC684}" dt="2026-06-04T09:56:05.207" v="21"/>
            <ac:spMkLst>
              <pc:docMk/>
              <pc:sldMasterMk cId="1678555418" sldId="2147483648"/>
              <pc:sldLayoutMk cId="2790877292" sldId="2147483793"/>
              <ac:spMk id="2" creationId="{059D90BF-DDC3-CCE1-2D55-4A15BD4E0ED7}"/>
            </ac:spMkLst>
          </pc:spChg>
          <pc:spChg chg="del">
            <ac:chgData name="Nissim BUCHS" userId="39980080-8f47-4a71-89a4-94f6e89a41c2" providerId="ADAL" clId="{24E04178-7F06-41FE-98FC-9DB553EBC684}" dt="2026-06-04T09:56:04.968" v="20" actId="478"/>
            <ac:spMkLst>
              <pc:docMk/>
              <pc:sldMasterMk cId="1678555418" sldId="2147483648"/>
              <pc:sldLayoutMk cId="2790877292" sldId="2147483793"/>
              <ac:spMk id="5" creationId="{8C618A60-8768-BE88-6225-B07FD71905E7}"/>
            </ac:spMkLst>
          </pc:spChg>
          <pc:spChg chg="add mod">
            <ac:chgData name="Nissim BUCHS" userId="39980080-8f47-4a71-89a4-94f6e89a41c2" providerId="ADAL" clId="{24E04178-7F06-41FE-98FC-9DB553EBC684}" dt="2026-06-04T09:56:05.207" v="21"/>
            <ac:spMkLst>
              <pc:docMk/>
              <pc:sldMasterMk cId="1678555418" sldId="2147483648"/>
              <pc:sldLayoutMk cId="2790877292" sldId="2147483793"/>
              <ac:spMk id="6" creationId="{BE1E9B50-5CF5-3E6F-592F-5330E90E576C}"/>
            </ac:spMkLst>
          </pc:spChg>
        </pc:sldLayoutChg>
        <pc:sldLayoutChg chg="addSp delSp modSp mod">
          <pc:chgData name="Nissim BUCHS" userId="39980080-8f47-4a71-89a4-94f6e89a41c2" providerId="ADAL" clId="{24E04178-7F06-41FE-98FC-9DB553EBC684}" dt="2026-06-04T09:56:16.227" v="27"/>
          <pc:sldLayoutMkLst>
            <pc:docMk/>
            <pc:sldMasterMk cId="1678555418" sldId="2147483648"/>
            <pc:sldLayoutMk cId="3286917454" sldId="2147483804"/>
          </pc:sldLayoutMkLst>
          <pc:spChg chg="del">
            <ac:chgData name="Nissim BUCHS" userId="39980080-8f47-4a71-89a4-94f6e89a41c2" providerId="ADAL" clId="{24E04178-7F06-41FE-98FC-9DB553EBC684}" dt="2026-06-04T09:56:15.928" v="26" actId="478"/>
            <ac:spMkLst>
              <pc:docMk/>
              <pc:sldMasterMk cId="1678555418" sldId="2147483648"/>
              <pc:sldLayoutMk cId="3286917454" sldId="2147483804"/>
              <ac:spMk id="2" creationId="{526D6B94-F9C4-D0D5-33DF-BAE86BCDCE58}"/>
            </ac:spMkLst>
          </pc:spChg>
          <pc:spChg chg="add mod">
            <ac:chgData name="Nissim BUCHS" userId="39980080-8f47-4a71-89a4-94f6e89a41c2" providerId="ADAL" clId="{24E04178-7F06-41FE-98FC-9DB553EBC684}" dt="2026-06-04T09:56:16.227" v="27"/>
            <ac:spMkLst>
              <pc:docMk/>
              <pc:sldMasterMk cId="1678555418" sldId="2147483648"/>
              <pc:sldLayoutMk cId="3286917454" sldId="2147483804"/>
              <ac:spMk id="7" creationId="{CFFE9E3A-66CB-F37B-2CF6-EAFB21E4B816}"/>
            </ac:spMkLst>
          </pc:spChg>
          <pc:spChg chg="add mod">
            <ac:chgData name="Nissim BUCHS" userId="39980080-8f47-4a71-89a4-94f6e89a41c2" providerId="ADAL" clId="{24E04178-7F06-41FE-98FC-9DB553EBC684}" dt="2026-06-04T09:56:16.227" v="27"/>
            <ac:spMkLst>
              <pc:docMk/>
              <pc:sldMasterMk cId="1678555418" sldId="2147483648"/>
              <pc:sldLayoutMk cId="3286917454" sldId="2147483804"/>
              <ac:spMk id="8" creationId="{EA3C980F-5046-4CDF-3356-C5AD078FBBD3}"/>
            </ac:spMkLst>
          </pc:spChg>
        </pc:sldLayoutChg>
        <pc:sldLayoutChg chg="addSp delSp modSp mod">
          <pc:chgData name="Nissim BUCHS" userId="39980080-8f47-4a71-89a4-94f6e89a41c2" providerId="ADAL" clId="{24E04178-7F06-41FE-98FC-9DB553EBC684}" dt="2026-06-04T09:56:19.693" v="29"/>
          <pc:sldLayoutMkLst>
            <pc:docMk/>
            <pc:sldMasterMk cId="1678555418" sldId="2147483648"/>
            <pc:sldLayoutMk cId="4136373954" sldId="2147483805"/>
          </pc:sldLayoutMkLst>
          <pc:spChg chg="del">
            <ac:chgData name="Nissim BUCHS" userId="39980080-8f47-4a71-89a4-94f6e89a41c2" providerId="ADAL" clId="{24E04178-7F06-41FE-98FC-9DB553EBC684}" dt="2026-06-04T09:56:19.359" v="28" actId="478"/>
            <ac:spMkLst>
              <pc:docMk/>
              <pc:sldMasterMk cId="1678555418" sldId="2147483648"/>
              <pc:sldLayoutMk cId="4136373954" sldId="2147483805"/>
              <ac:spMk id="2" creationId="{8050C977-CC32-4428-220D-829306235A61}"/>
            </ac:spMkLst>
          </pc:spChg>
          <pc:spChg chg="add mod">
            <ac:chgData name="Nissim BUCHS" userId="39980080-8f47-4a71-89a4-94f6e89a41c2" providerId="ADAL" clId="{24E04178-7F06-41FE-98FC-9DB553EBC684}" dt="2026-06-04T09:56:19.693" v="29"/>
            <ac:spMkLst>
              <pc:docMk/>
              <pc:sldMasterMk cId="1678555418" sldId="2147483648"/>
              <pc:sldLayoutMk cId="4136373954" sldId="2147483805"/>
              <ac:spMk id="6" creationId="{17E4C05A-09E0-E006-6743-B3B3EB30A455}"/>
            </ac:spMkLst>
          </pc:spChg>
          <pc:spChg chg="add mod">
            <ac:chgData name="Nissim BUCHS" userId="39980080-8f47-4a71-89a4-94f6e89a41c2" providerId="ADAL" clId="{24E04178-7F06-41FE-98FC-9DB553EBC684}" dt="2026-06-04T09:56:19.693" v="29"/>
            <ac:spMkLst>
              <pc:docMk/>
              <pc:sldMasterMk cId="1678555418" sldId="2147483648"/>
              <pc:sldLayoutMk cId="4136373954" sldId="2147483805"/>
              <ac:spMk id="8" creationId="{0B508CB1-AB60-1E3B-0193-B20113545BE2}"/>
            </ac:spMkLst>
          </pc:spChg>
        </pc:sldLayoutChg>
        <pc:sldLayoutChg chg="addSp delSp modSp mod">
          <pc:chgData name="Nissim BUCHS" userId="39980080-8f47-4a71-89a4-94f6e89a41c2" providerId="ADAL" clId="{24E04178-7F06-41FE-98FC-9DB553EBC684}" dt="2026-06-04T09:56:09.074" v="23"/>
          <pc:sldLayoutMkLst>
            <pc:docMk/>
            <pc:sldMasterMk cId="1678555418" sldId="2147483648"/>
            <pc:sldLayoutMk cId="3193776127" sldId="2147483812"/>
          </pc:sldLayoutMkLst>
          <pc:spChg chg="del">
            <ac:chgData name="Nissim BUCHS" userId="39980080-8f47-4a71-89a4-94f6e89a41c2" providerId="ADAL" clId="{24E04178-7F06-41FE-98FC-9DB553EBC684}" dt="2026-06-04T09:56:08.425" v="22" actId="478"/>
            <ac:spMkLst>
              <pc:docMk/>
              <pc:sldMasterMk cId="1678555418" sldId="2147483648"/>
              <pc:sldLayoutMk cId="3193776127" sldId="2147483812"/>
              <ac:spMk id="4" creationId="{8152B2A5-74D3-D059-A0CD-DF01AEC7853D}"/>
            </ac:spMkLst>
          </pc:spChg>
          <pc:spChg chg="add mod">
            <ac:chgData name="Nissim BUCHS" userId="39980080-8f47-4a71-89a4-94f6e89a41c2" providerId="ADAL" clId="{24E04178-7F06-41FE-98FC-9DB553EBC684}" dt="2026-06-04T09:56:09.074" v="23"/>
            <ac:spMkLst>
              <pc:docMk/>
              <pc:sldMasterMk cId="1678555418" sldId="2147483648"/>
              <pc:sldLayoutMk cId="3193776127" sldId="2147483812"/>
              <ac:spMk id="8" creationId="{607F4B17-D88C-F6E6-2F0D-9C54A1467A23}"/>
            </ac:spMkLst>
          </pc:spChg>
          <pc:spChg chg="add mod">
            <ac:chgData name="Nissim BUCHS" userId="39980080-8f47-4a71-89a4-94f6e89a41c2" providerId="ADAL" clId="{24E04178-7F06-41FE-98FC-9DB553EBC684}" dt="2026-06-04T09:56:09.074" v="23"/>
            <ac:spMkLst>
              <pc:docMk/>
              <pc:sldMasterMk cId="1678555418" sldId="2147483648"/>
              <pc:sldLayoutMk cId="3193776127" sldId="2147483812"/>
              <ac:spMk id="10" creationId="{7FED48D0-B643-22F0-2DB4-42663C069619}"/>
            </ac:spMkLst>
          </pc:spChg>
        </pc:sldLayoutChg>
        <pc:sldLayoutChg chg="addSp delSp modSp mod">
          <pc:chgData name="Nissim BUCHS" userId="39980080-8f47-4a71-89a4-94f6e89a41c2" providerId="ADAL" clId="{24E04178-7F06-41FE-98FC-9DB553EBC684}" dt="2026-06-04T09:56:11.740" v="25"/>
          <pc:sldLayoutMkLst>
            <pc:docMk/>
            <pc:sldMasterMk cId="1678555418" sldId="2147483648"/>
            <pc:sldLayoutMk cId="823810975" sldId="2147483813"/>
          </pc:sldLayoutMkLst>
          <pc:spChg chg="del">
            <ac:chgData name="Nissim BUCHS" userId="39980080-8f47-4a71-89a4-94f6e89a41c2" providerId="ADAL" clId="{24E04178-7F06-41FE-98FC-9DB553EBC684}" dt="2026-06-04T09:56:11.400" v="24" actId="478"/>
            <ac:spMkLst>
              <pc:docMk/>
              <pc:sldMasterMk cId="1678555418" sldId="2147483648"/>
              <pc:sldLayoutMk cId="823810975" sldId="2147483813"/>
              <ac:spMk id="2" creationId="{111C9157-CB29-4979-E67D-710757A850F0}"/>
            </ac:spMkLst>
          </pc:spChg>
          <pc:spChg chg="add mod">
            <ac:chgData name="Nissim BUCHS" userId="39980080-8f47-4a71-89a4-94f6e89a41c2" providerId="ADAL" clId="{24E04178-7F06-41FE-98FC-9DB553EBC684}" dt="2026-06-04T09:56:11.740" v="25"/>
            <ac:spMkLst>
              <pc:docMk/>
              <pc:sldMasterMk cId="1678555418" sldId="2147483648"/>
              <pc:sldLayoutMk cId="823810975" sldId="2147483813"/>
              <ac:spMk id="7" creationId="{C9853A83-AAC1-C167-6471-72CA0B8D3EE6}"/>
            </ac:spMkLst>
          </pc:spChg>
          <pc:spChg chg="add mod">
            <ac:chgData name="Nissim BUCHS" userId="39980080-8f47-4a71-89a4-94f6e89a41c2" providerId="ADAL" clId="{24E04178-7F06-41FE-98FC-9DB553EBC684}" dt="2026-06-04T09:56:11.740" v="25"/>
            <ac:spMkLst>
              <pc:docMk/>
              <pc:sldMasterMk cId="1678555418" sldId="2147483648"/>
              <pc:sldLayoutMk cId="823810975" sldId="2147483813"/>
              <ac:spMk id="8" creationId="{999E2294-F434-F6D6-38C4-FD31AAF7F734}"/>
            </ac:spMkLst>
          </pc:spChg>
        </pc:sldLayoutChg>
        <pc:sldLayoutChg chg="delSp mod">
          <pc:chgData name="Nissim BUCHS" userId="39980080-8f47-4a71-89a4-94f6e89a41c2" providerId="ADAL" clId="{24E04178-7F06-41FE-98FC-9DB553EBC684}" dt="2026-06-04T09:56:53.103" v="38" actId="478"/>
          <pc:sldLayoutMkLst>
            <pc:docMk/>
            <pc:sldMasterMk cId="1678555418" sldId="2147483648"/>
            <pc:sldLayoutMk cId="2013033581" sldId="2147483817"/>
          </pc:sldLayoutMkLst>
          <pc:spChg chg="del">
            <ac:chgData name="Nissim BUCHS" userId="39980080-8f47-4a71-89a4-94f6e89a41c2" providerId="ADAL" clId="{24E04178-7F06-41FE-98FC-9DB553EBC684}" dt="2026-06-04T09:56:47.231" v="36" actId="478"/>
            <ac:spMkLst>
              <pc:docMk/>
              <pc:sldMasterMk cId="1678555418" sldId="2147483648"/>
              <pc:sldLayoutMk cId="2013033581" sldId="2147483817"/>
              <ac:spMk id="2" creationId="{C6C5AF5E-438D-3EFA-A92F-EE7DF2228ED1}"/>
            </ac:spMkLst>
          </pc:spChg>
          <pc:spChg chg="del">
            <ac:chgData name="Nissim BUCHS" userId="39980080-8f47-4a71-89a4-94f6e89a41c2" providerId="ADAL" clId="{24E04178-7F06-41FE-98FC-9DB553EBC684}" dt="2026-06-04T09:56:45.494" v="35" actId="478"/>
            <ac:spMkLst>
              <pc:docMk/>
              <pc:sldMasterMk cId="1678555418" sldId="2147483648"/>
              <pc:sldLayoutMk cId="2013033581" sldId="2147483817"/>
              <ac:spMk id="6" creationId="{5AAE407E-FDCF-7246-23AA-85395660EBE7}"/>
            </ac:spMkLst>
          </pc:spChg>
          <pc:spChg chg="del">
            <ac:chgData name="Nissim BUCHS" userId="39980080-8f47-4a71-89a4-94f6e89a41c2" providerId="ADAL" clId="{24E04178-7F06-41FE-98FC-9DB553EBC684}" dt="2026-06-04T09:56:45.494" v="35" actId="478"/>
            <ac:spMkLst>
              <pc:docMk/>
              <pc:sldMasterMk cId="1678555418" sldId="2147483648"/>
              <pc:sldLayoutMk cId="2013033581" sldId="2147483817"/>
              <ac:spMk id="7" creationId="{34A33924-6E39-6DBF-8207-ACC7396F6D0F}"/>
            </ac:spMkLst>
          </pc:spChg>
          <pc:spChg chg="del">
            <ac:chgData name="Nissim BUCHS" userId="39980080-8f47-4a71-89a4-94f6e89a41c2" providerId="ADAL" clId="{24E04178-7F06-41FE-98FC-9DB553EBC684}" dt="2026-06-04T09:56:39.087" v="34" actId="478"/>
            <ac:spMkLst>
              <pc:docMk/>
              <pc:sldMasterMk cId="1678555418" sldId="2147483648"/>
              <pc:sldLayoutMk cId="2013033581" sldId="2147483817"/>
              <ac:spMk id="8" creationId="{CD0587D5-A78A-4009-C171-711ACA6F3F1C}"/>
            </ac:spMkLst>
          </pc:spChg>
          <pc:picChg chg="del">
            <ac:chgData name="Nissim BUCHS" userId="39980080-8f47-4a71-89a4-94f6e89a41c2" providerId="ADAL" clId="{24E04178-7F06-41FE-98FC-9DB553EBC684}" dt="2026-06-04T09:56:50.664" v="37" actId="478"/>
            <ac:picMkLst>
              <pc:docMk/>
              <pc:sldMasterMk cId="1678555418" sldId="2147483648"/>
              <pc:sldLayoutMk cId="2013033581" sldId="2147483817"/>
              <ac:picMk id="3" creationId="{16DABDB5-4D51-2E70-A30F-648767DE0686}"/>
            </ac:picMkLst>
          </pc:picChg>
          <pc:picChg chg="del">
            <ac:chgData name="Nissim BUCHS" userId="39980080-8f47-4a71-89a4-94f6e89a41c2" providerId="ADAL" clId="{24E04178-7F06-41FE-98FC-9DB553EBC684}" dt="2026-06-04T09:56:53.103" v="38" actId="478"/>
            <ac:picMkLst>
              <pc:docMk/>
              <pc:sldMasterMk cId="1678555418" sldId="2147483648"/>
              <pc:sldLayoutMk cId="2013033581" sldId="2147483817"/>
              <ac:picMk id="4" creationId="{DB1A4B92-35DB-5698-2F77-51F2EA0DDE5A}"/>
            </ac:picMkLst>
          </pc:picChg>
        </pc:sldLayoutChg>
        <pc:sldLayoutChg chg="addSp delSp modSp mod">
          <pc:chgData name="Nissim BUCHS" userId="39980080-8f47-4a71-89a4-94f6e89a41c2" providerId="ADAL" clId="{24E04178-7F06-41FE-98FC-9DB553EBC684}" dt="2026-06-04T09:56:32.284" v="33"/>
          <pc:sldLayoutMkLst>
            <pc:docMk/>
            <pc:sldMasterMk cId="1678555418" sldId="2147483648"/>
            <pc:sldLayoutMk cId="849082714" sldId="2147483822"/>
          </pc:sldLayoutMkLst>
          <pc:spChg chg="del">
            <ac:chgData name="Nissim BUCHS" userId="39980080-8f47-4a71-89a4-94f6e89a41c2" providerId="ADAL" clId="{24E04178-7F06-41FE-98FC-9DB553EBC684}" dt="2026-06-04T09:56:32.001" v="32" actId="478"/>
            <ac:spMkLst>
              <pc:docMk/>
              <pc:sldMasterMk cId="1678555418" sldId="2147483648"/>
              <pc:sldLayoutMk cId="849082714" sldId="2147483822"/>
              <ac:spMk id="2" creationId="{361243DD-75B1-CBA6-B7A1-96DB9DD47D46}"/>
            </ac:spMkLst>
          </pc:spChg>
          <pc:spChg chg="add mod">
            <ac:chgData name="Nissim BUCHS" userId="39980080-8f47-4a71-89a4-94f6e89a41c2" providerId="ADAL" clId="{24E04178-7F06-41FE-98FC-9DB553EBC684}" dt="2026-06-04T09:56:32.284" v="33"/>
            <ac:spMkLst>
              <pc:docMk/>
              <pc:sldMasterMk cId="1678555418" sldId="2147483648"/>
              <pc:sldLayoutMk cId="849082714" sldId="2147483822"/>
              <ac:spMk id="7" creationId="{627D566C-C0D5-BE69-FFE4-AA32B0689C85}"/>
            </ac:spMkLst>
          </pc:spChg>
          <pc:spChg chg="add mod">
            <ac:chgData name="Nissim BUCHS" userId="39980080-8f47-4a71-89a4-94f6e89a41c2" providerId="ADAL" clId="{24E04178-7F06-41FE-98FC-9DB553EBC684}" dt="2026-06-04T09:56:32.284" v="33"/>
            <ac:spMkLst>
              <pc:docMk/>
              <pc:sldMasterMk cId="1678555418" sldId="2147483648"/>
              <pc:sldLayoutMk cId="849082714" sldId="2147483822"/>
              <ac:spMk id="8" creationId="{038508C2-9ADE-EB5A-84B7-F2A3DEFBA8FF}"/>
            </ac:spMkLst>
          </pc:spChg>
        </pc:sldLayoutChg>
        <pc:sldLayoutChg chg="del">
          <pc:chgData name="Nissim BUCHS" userId="39980080-8f47-4a71-89a4-94f6e89a41c2" providerId="ADAL" clId="{24E04178-7F06-41FE-98FC-9DB553EBC684}" dt="2026-06-03T17:51:05.984" v="11" actId="47"/>
          <pc:sldLayoutMkLst>
            <pc:docMk/>
            <pc:sldMasterMk cId="1678555418" sldId="2147483648"/>
            <pc:sldLayoutMk cId="2421839728" sldId="2147483823"/>
          </pc:sldLayoutMkLst>
        </pc:sldLayoutChg>
        <pc:sldLayoutChg chg="addSp delSp modSp mod">
          <pc:chgData name="Nissim BUCHS" userId="39980080-8f47-4a71-89a4-94f6e89a41c2" providerId="ADAL" clId="{24E04178-7F06-41FE-98FC-9DB553EBC684}" dt="2026-06-04T09:57:22.192" v="46"/>
          <pc:sldLayoutMkLst>
            <pc:docMk/>
            <pc:sldMasterMk cId="1678555418" sldId="2147483648"/>
            <pc:sldLayoutMk cId="849139875" sldId="2147483850"/>
          </pc:sldLayoutMkLst>
          <pc:spChg chg="del">
            <ac:chgData name="Nissim BUCHS" userId="39980080-8f47-4a71-89a4-94f6e89a41c2" providerId="ADAL" clId="{24E04178-7F06-41FE-98FC-9DB553EBC684}" dt="2026-06-04T09:56:24.314" v="30" actId="478"/>
            <ac:spMkLst>
              <pc:docMk/>
              <pc:sldMasterMk cId="1678555418" sldId="2147483648"/>
              <pc:sldLayoutMk cId="849139875" sldId="2147483850"/>
              <ac:spMk id="3" creationId="{00000000-0000-0000-0000-000000000000}"/>
            </ac:spMkLst>
          </pc:spChg>
          <pc:spChg chg="del">
            <ac:chgData name="Nissim BUCHS" userId="39980080-8f47-4a71-89a4-94f6e89a41c2" providerId="ADAL" clId="{24E04178-7F06-41FE-98FC-9DB553EBC684}" dt="2026-06-04T09:56:24.314" v="30" actId="478"/>
            <ac:spMkLst>
              <pc:docMk/>
              <pc:sldMasterMk cId="1678555418" sldId="2147483648"/>
              <pc:sldLayoutMk cId="849139875" sldId="2147483850"/>
              <ac:spMk id="4" creationId="{30342D00-092A-4877-1DC1-AB1A5D6B8F9A}"/>
            </ac:spMkLst>
          </pc:spChg>
          <pc:spChg chg="add mod">
            <ac:chgData name="Nissim BUCHS" userId="39980080-8f47-4a71-89a4-94f6e89a41c2" providerId="ADAL" clId="{24E04178-7F06-41FE-98FC-9DB553EBC684}" dt="2026-06-04T09:56:24.699" v="31"/>
            <ac:spMkLst>
              <pc:docMk/>
              <pc:sldMasterMk cId="1678555418" sldId="2147483648"/>
              <pc:sldLayoutMk cId="849139875" sldId="2147483850"/>
              <ac:spMk id="6" creationId="{10BF7522-B106-C57A-D781-0966F441B81F}"/>
            </ac:spMkLst>
          </pc:spChg>
          <pc:spChg chg="add mod">
            <ac:chgData name="Nissim BUCHS" userId="39980080-8f47-4a71-89a4-94f6e89a41c2" providerId="ADAL" clId="{24E04178-7F06-41FE-98FC-9DB553EBC684}" dt="2026-06-04T09:56:24.699" v="31"/>
            <ac:spMkLst>
              <pc:docMk/>
              <pc:sldMasterMk cId="1678555418" sldId="2147483648"/>
              <pc:sldLayoutMk cId="849139875" sldId="2147483850"/>
              <ac:spMk id="7" creationId="{D734A3FB-8D47-987C-DEE2-0118B439405F}"/>
            </ac:spMkLst>
          </pc:spChg>
          <pc:spChg chg="add mod">
            <ac:chgData name="Nissim BUCHS" userId="39980080-8f47-4a71-89a4-94f6e89a41c2" providerId="ADAL" clId="{24E04178-7F06-41FE-98FC-9DB553EBC684}" dt="2026-06-04T09:57:22.192" v="46"/>
            <ac:spMkLst>
              <pc:docMk/>
              <pc:sldMasterMk cId="1678555418" sldId="2147483648"/>
              <pc:sldLayoutMk cId="849139875" sldId="2147483850"/>
              <ac:spMk id="8" creationId="{E6B80F06-E901-6A8D-482A-F26F4828A87F}"/>
            </ac:spMkLst>
          </pc:spChg>
          <pc:spChg chg="add mod">
            <ac:chgData name="Nissim BUCHS" userId="39980080-8f47-4a71-89a4-94f6e89a41c2" providerId="ADAL" clId="{24E04178-7F06-41FE-98FC-9DB553EBC684}" dt="2026-06-04T09:57:22.192" v="46"/>
            <ac:spMkLst>
              <pc:docMk/>
              <pc:sldMasterMk cId="1678555418" sldId="2147483648"/>
              <pc:sldLayoutMk cId="849139875" sldId="2147483850"/>
              <ac:spMk id="9" creationId="{50924AE0-224F-F62A-D84D-6BC3BC72CC81}"/>
            </ac:spMkLst>
          </pc:spChg>
          <pc:spChg chg="del">
            <ac:chgData name="Nissim BUCHS" userId="39980080-8f47-4a71-89a4-94f6e89a41c2" providerId="ADAL" clId="{24E04178-7F06-41FE-98FC-9DB553EBC684}" dt="2026-06-04T09:57:16.816" v="42" actId="478"/>
            <ac:spMkLst>
              <pc:docMk/>
              <pc:sldMasterMk cId="1678555418" sldId="2147483648"/>
              <pc:sldLayoutMk cId="849139875" sldId="2147483850"/>
              <ac:spMk id="200" creationId="{00000000-0000-0000-0000-000000000000}"/>
            </ac:spMkLst>
          </pc:spChg>
          <pc:picChg chg="add mod">
            <ac:chgData name="Nissim BUCHS" userId="39980080-8f47-4a71-89a4-94f6e89a41c2" providerId="ADAL" clId="{24E04178-7F06-41FE-98FC-9DB553EBC684}" dt="2026-06-03T17:41:40.405" v="6"/>
            <ac:picMkLst>
              <pc:docMk/>
              <pc:sldMasterMk cId="1678555418" sldId="2147483648"/>
              <pc:sldLayoutMk cId="849139875" sldId="2147483850"/>
              <ac:picMk id="2" creationId="{D0CB0FEA-D54B-6190-EF65-D65F3E5B2D2F}"/>
            </ac:picMkLst>
          </pc:picChg>
        </pc:sldLayoutChg>
        <pc:sldLayoutChg chg="addSp delSp modSp mod">
          <pc:chgData name="Nissim BUCHS" userId="39980080-8f47-4a71-89a4-94f6e89a41c2" providerId="ADAL" clId="{24E04178-7F06-41FE-98FC-9DB553EBC684}" dt="2026-06-04T09:57:21.727" v="45"/>
          <pc:sldLayoutMkLst>
            <pc:docMk/>
            <pc:sldMasterMk cId="1678555418" sldId="2147483648"/>
            <pc:sldLayoutMk cId="3566167869" sldId="2147483851"/>
          </pc:sldLayoutMkLst>
          <pc:spChg chg="add mod">
            <ac:chgData name="Nissim BUCHS" userId="39980080-8f47-4a71-89a4-94f6e89a41c2" providerId="ADAL" clId="{24E04178-7F06-41FE-98FC-9DB553EBC684}" dt="2026-06-04T09:57:21.727" v="45"/>
            <ac:spMkLst>
              <pc:docMk/>
              <pc:sldMasterMk cId="1678555418" sldId="2147483648"/>
              <pc:sldLayoutMk cId="3566167869" sldId="2147483851"/>
              <ac:spMk id="6" creationId="{B2E544EF-1DDC-80B1-3EB8-C62C578D24CD}"/>
            </ac:spMkLst>
          </pc:spChg>
          <pc:spChg chg="add mod">
            <ac:chgData name="Nissim BUCHS" userId="39980080-8f47-4a71-89a4-94f6e89a41c2" providerId="ADAL" clId="{24E04178-7F06-41FE-98FC-9DB553EBC684}" dt="2026-06-04T09:57:21.727" v="45"/>
            <ac:spMkLst>
              <pc:docMk/>
              <pc:sldMasterMk cId="1678555418" sldId="2147483648"/>
              <pc:sldLayoutMk cId="3566167869" sldId="2147483851"/>
              <ac:spMk id="7" creationId="{0C54C3C6-1356-9FD6-0AAE-0CE08631B411}"/>
            </ac:spMkLst>
          </pc:spChg>
          <pc:spChg chg="del">
            <ac:chgData name="Nissim BUCHS" userId="39980080-8f47-4a71-89a4-94f6e89a41c2" providerId="ADAL" clId="{24E04178-7F06-41FE-98FC-9DB553EBC684}" dt="2026-06-04T09:57:13.871" v="41" actId="478"/>
            <ac:spMkLst>
              <pc:docMk/>
              <pc:sldMasterMk cId="1678555418" sldId="2147483648"/>
              <pc:sldLayoutMk cId="3566167869" sldId="2147483851"/>
              <ac:spMk id="200" creationId="{00000000-0000-0000-0000-000000000000}"/>
            </ac:spMkLst>
          </pc:spChg>
          <pc:picChg chg="add mod">
            <ac:chgData name="Nissim BUCHS" userId="39980080-8f47-4a71-89a4-94f6e89a41c2" providerId="ADAL" clId="{24E04178-7F06-41FE-98FC-9DB553EBC684}" dt="2026-06-03T17:41:39.085" v="5"/>
            <ac:picMkLst>
              <pc:docMk/>
              <pc:sldMasterMk cId="1678555418" sldId="2147483648"/>
              <pc:sldLayoutMk cId="3566167869" sldId="2147483851"/>
              <ac:picMk id="2" creationId="{C16C13EB-0AAF-218B-464F-5B2C01245F84}"/>
            </ac:picMkLst>
          </pc:picChg>
        </pc:sldLayoutChg>
        <pc:sldLayoutChg chg="addSp delSp modSp mod">
          <pc:chgData name="Nissim BUCHS" userId="39980080-8f47-4a71-89a4-94f6e89a41c2" providerId="ADAL" clId="{24E04178-7F06-41FE-98FC-9DB553EBC684}" dt="2026-06-04T09:57:21.271" v="44"/>
          <pc:sldLayoutMkLst>
            <pc:docMk/>
            <pc:sldMasterMk cId="1678555418" sldId="2147483648"/>
            <pc:sldLayoutMk cId="1435523103" sldId="2147483852"/>
          </pc:sldLayoutMkLst>
          <pc:spChg chg="add mod">
            <ac:chgData name="Nissim BUCHS" userId="39980080-8f47-4a71-89a4-94f6e89a41c2" providerId="ADAL" clId="{24E04178-7F06-41FE-98FC-9DB553EBC684}" dt="2026-06-04T09:57:21.271" v="44"/>
            <ac:spMkLst>
              <pc:docMk/>
              <pc:sldMasterMk cId="1678555418" sldId="2147483648"/>
              <pc:sldLayoutMk cId="1435523103" sldId="2147483852"/>
              <ac:spMk id="6" creationId="{36D6170E-5198-D866-7CB5-C28E67697976}"/>
            </ac:spMkLst>
          </pc:spChg>
          <pc:spChg chg="add mod">
            <ac:chgData name="Nissim BUCHS" userId="39980080-8f47-4a71-89a4-94f6e89a41c2" providerId="ADAL" clId="{24E04178-7F06-41FE-98FC-9DB553EBC684}" dt="2026-06-04T09:57:21.271" v="44"/>
            <ac:spMkLst>
              <pc:docMk/>
              <pc:sldMasterMk cId="1678555418" sldId="2147483648"/>
              <pc:sldLayoutMk cId="1435523103" sldId="2147483852"/>
              <ac:spMk id="7" creationId="{AFF29CE5-B383-CB79-8358-608A554C0762}"/>
            </ac:spMkLst>
          </pc:spChg>
          <pc:spChg chg="del">
            <ac:chgData name="Nissim BUCHS" userId="39980080-8f47-4a71-89a4-94f6e89a41c2" providerId="ADAL" clId="{24E04178-7F06-41FE-98FC-9DB553EBC684}" dt="2026-06-04T09:57:10.904" v="40" actId="478"/>
            <ac:spMkLst>
              <pc:docMk/>
              <pc:sldMasterMk cId="1678555418" sldId="2147483648"/>
              <pc:sldLayoutMk cId="1435523103" sldId="2147483852"/>
              <ac:spMk id="200" creationId="{00000000-0000-0000-0000-000000000000}"/>
            </ac:spMkLst>
          </pc:spChg>
          <pc:picChg chg="add mod">
            <ac:chgData name="Nissim BUCHS" userId="39980080-8f47-4a71-89a4-94f6e89a41c2" providerId="ADAL" clId="{24E04178-7F06-41FE-98FC-9DB553EBC684}" dt="2026-06-03T17:41:37.572" v="4"/>
            <ac:picMkLst>
              <pc:docMk/>
              <pc:sldMasterMk cId="1678555418" sldId="2147483648"/>
              <pc:sldLayoutMk cId="1435523103" sldId="2147483852"/>
              <ac:picMk id="2" creationId="{4F8E6469-806A-478A-3A20-42105508D4C6}"/>
            </ac:picMkLst>
          </pc:picChg>
        </pc:sldLayoutChg>
        <pc:sldLayoutChg chg="addSp delSp modSp mod modTransition">
          <pc:chgData name="Nissim BUCHS" userId="39980080-8f47-4a71-89a4-94f6e89a41c2" providerId="ADAL" clId="{24E04178-7F06-41FE-98FC-9DB553EBC684}" dt="2026-06-04T09:57:20.770" v="43"/>
          <pc:sldLayoutMkLst>
            <pc:docMk/>
            <pc:sldMasterMk cId="1678555418" sldId="2147483648"/>
            <pc:sldLayoutMk cId="2411460402" sldId="2147483853"/>
          </pc:sldLayoutMkLst>
          <pc:spChg chg="add mod">
            <ac:chgData name="Nissim BUCHS" userId="39980080-8f47-4a71-89a4-94f6e89a41c2" providerId="ADAL" clId="{24E04178-7F06-41FE-98FC-9DB553EBC684}" dt="2026-06-04T09:57:20.770" v="43"/>
            <ac:spMkLst>
              <pc:docMk/>
              <pc:sldMasterMk cId="1678555418" sldId="2147483648"/>
              <pc:sldLayoutMk cId="2411460402" sldId="2147483853"/>
              <ac:spMk id="6" creationId="{265F4F57-FDF4-7B75-E0C8-C18CE98B50F5}"/>
            </ac:spMkLst>
          </pc:spChg>
          <pc:spChg chg="add mod">
            <ac:chgData name="Nissim BUCHS" userId="39980080-8f47-4a71-89a4-94f6e89a41c2" providerId="ADAL" clId="{24E04178-7F06-41FE-98FC-9DB553EBC684}" dt="2026-06-04T09:57:20.770" v="43"/>
            <ac:spMkLst>
              <pc:docMk/>
              <pc:sldMasterMk cId="1678555418" sldId="2147483648"/>
              <pc:sldLayoutMk cId="2411460402" sldId="2147483853"/>
              <ac:spMk id="7" creationId="{A482F037-B49F-D77D-39FF-D53A8E3438FC}"/>
            </ac:spMkLst>
          </pc:spChg>
          <pc:spChg chg="del">
            <ac:chgData name="Nissim BUCHS" userId="39980080-8f47-4a71-89a4-94f6e89a41c2" providerId="ADAL" clId="{24E04178-7F06-41FE-98FC-9DB553EBC684}" dt="2026-06-04T09:57:08.520" v="39" actId="478"/>
            <ac:spMkLst>
              <pc:docMk/>
              <pc:sldMasterMk cId="1678555418" sldId="2147483648"/>
              <pc:sldLayoutMk cId="2411460402" sldId="2147483853"/>
              <ac:spMk id="200" creationId="{00000000-0000-0000-0000-000000000000}"/>
            </ac:spMkLst>
          </pc:spChg>
          <pc:picChg chg="add mod">
            <ac:chgData name="Nissim BUCHS" userId="39980080-8f47-4a71-89a4-94f6e89a41c2" providerId="ADAL" clId="{24E04178-7F06-41FE-98FC-9DB553EBC684}" dt="2026-06-03T17:41:35.959" v="3" actId="1035"/>
            <ac:picMkLst>
              <pc:docMk/>
              <pc:sldMasterMk cId="1678555418" sldId="2147483648"/>
              <pc:sldLayoutMk cId="2411460402" sldId="2147483853"/>
              <ac:picMk id="2" creationId="{BCCC5208-7C4F-741A-9EBB-AD9A69046448}"/>
            </ac:picMkLst>
          </pc:picChg>
        </pc:sldLayoutChg>
        <pc:sldLayoutChg chg="addSp delSp modSp mod modTransition">
          <pc:chgData name="Nissim BUCHS" userId="39980080-8f47-4a71-89a4-94f6e89a41c2" providerId="ADAL" clId="{24E04178-7F06-41FE-98FC-9DB553EBC684}" dt="2026-06-04T09:55:46.505" v="13"/>
          <pc:sldLayoutMkLst>
            <pc:docMk/>
            <pc:sldMasterMk cId="1678555418" sldId="2147483648"/>
            <pc:sldLayoutMk cId="2760104579" sldId="2147483854"/>
          </pc:sldLayoutMkLst>
          <pc:spChg chg="add mod">
            <ac:chgData name="Nissim BUCHS" userId="39980080-8f47-4a71-89a4-94f6e89a41c2" providerId="ADAL" clId="{24E04178-7F06-41FE-98FC-9DB553EBC684}" dt="2026-06-04T09:55:46.505" v="13"/>
            <ac:spMkLst>
              <pc:docMk/>
              <pc:sldMasterMk cId="1678555418" sldId="2147483648"/>
              <pc:sldLayoutMk cId="2760104579" sldId="2147483854"/>
              <ac:spMk id="4" creationId="{35635F0C-F5DF-8BCB-C976-5734379FC2E9}"/>
            </ac:spMkLst>
          </pc:spChg>
          <pc:spChg chg="del">
            <ac:chgData name="Nissim BUCHS" userId="39980080-8f47-4a71-89a4-94f6e89a41c2" providerId="ADAL" clId="{24E04178-7F06-41FE-98FC-9DB553EBC684}" dt="2026-06-04T09:55:46.127" v="12" actId="478"/>
            <ac:spMkLst>
              <pc:docMk/>
              <pc:sldMasterMk cId="1678555418" sldId="2147483648"/>
              <pc:sldLayoutMk cId="2760104579" sldId="2147483854"/>
              <ac:spMk id="5" creationId="{18AEFADE-9A38-AC87-0A50-E5F68C6027FC}"/>
            </ac:spMkLst>
          </pc:spChg>
          <pc:spChg chg="add mod">
            <ac:chgData name="Nissim BUCHS" userId="39980080-8f47-4a71-89a4-94f6e89a41c2" providerId="ADAL" clId="{24E04178-7F06-41FE-98FC-9DB553EBC684}" dt="2026-06-04T09:55:46.505" v="13"/>
            <ac:spMkLst>
              <pc:docMk/>
              <pc:sldMasterMk cId="1678555418" sldId="2147483648"/>
              <pc:sldLayoutMk cId="2760104579" sldId="2147483854"/>
              <ac:spMk id="6" creationId="{5F54B379-CC17-947C-7FA6-64E43AA5A82B}"/>
            </ac:spMkLst>
          </pc:spChg>
          <pc:picChg chg="add mod">
            <ac:chgData name="Nissim BUCHS" userId="39980080-8f47-4a71-89a4-94f6e89a41c2" providerId="ADAL" clId="{24E04178-7F06-41FE-98FC-9DB553EBC684}" dt="2026-06-03T17:42:30.581" v="9"/>
            <ac:picMkLst>
              <pc:docMk/>
              <pc:sldMasterMk cId="1678555418" sldId="2147483648"/>
              <pc:sldLayoutMk cId="2760104579" sldId="2147483854"/>
              <ac:picMk id="3" creationId="{532E1566-17CD-78B8-BDBF-A2E51B6E8C78}"/>
            </ac:picMkLst>
          </pc:picChg>
          <pc:picChg chg="del">
            <ac:chgData name="Nissim BUCHS" userId="39980080-8f47-4a71-89a4-94f6e89a41c2" providerId="ADAL" clId="{24E04178-7F06-41FE-98FC-9DB553EBC684}" dt="2026-06-03T17:42:24.006" v="8" actId="478"/>
            <ac:picMkLst>
              <pc:docMk/>
              <pc:sldMasterMk cId="1678555418" sldId="2147483648"/>
              <pc:sldLayoutMk cId="2760104579" sldId="2147483854"/>
              <ac:picMk id="6" creationId="{0AD1C6ED-6D37-47BC-A63D-8DE0F4AE3FBE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BEB57-0084-47A2-B33B-2578150FCB6E}" type="datetimeFigureOut">
              <a:rPr lang="fr-FR" smtClean="0"/>
              <a:t>04/06/2026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21941-1314-4533-B909-7F4A5860BFCA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6" name="Espace réservé pour une image 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2875" b="-22875"/>
          <a:stretch/>
        </p:blipFill>
        <p:spPr>
          <a:xfrm>
            <a:off x="2724489" y="33769"/>
            <a:ext cx="1407436" cy="44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60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EB116-3272-4BAB-8158-EC5CC3577572}" type="datetimeFigureOut">
              <a:rPr lang="fr-FR" smtClean="0"/>
              <a:t>04/06/2026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79400" y="646618"/>
            <a:ext cx="6299200" cy="354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271484" y="4354947"/>
            <a:ext cx="6315032" cy="41442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E6462-0EE7-407C-A1EC-7992EB756446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8" name="Espace réservé pour une image 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2875" b="-22875"/>
          <a:stretch/>
        </p:blipFill>
        <p:spPr>
          <a:xfrm>
            <a:off x="2724489" y="33769"/>
            <a:ext cx="1407436" cy="44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2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E236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B299FF1-0DB1-00B6-E241-4A6B505C78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5"/>
            <a:ext cx="1725961" cy="13609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3AF70AA-8C85-177F-E27E-EEDA140F355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01" y="5653321"/>
            <a:ext cx="1725961" cy="136091"/>
          </a:xfrm>
          <a:prstGeom prst="rect">
            <a:avLst/>
          </a:prstGeom>
        </p:spPr>
      </p:pic>
      <p:sp>
        <p:nvSpPr>
          <p:cNvPr id="14" name="Title 6">
            <a:extLst>
              <a:ext uri="{FF2B5EF4-FFF2-40B4-BE49-F238E27FC236}">
                <a16:creationId xmlns:a16="http://schemas.microsoft.com/office/drawing/2014/main" id="{88519EB8-A702-63A9-C565-8AD02AE10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046" y="2734708"/>
            <a:ext cx="5267946" cy="832453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0D2FAB28-FA48-CEFF-50CB-E1767AD5D7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046" y="3453936"/>
            <a:ext cx="5267946" cy="832453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two-line heading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3E080ABD-E165-6457-B8F7-3619E18337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6046" y="2435567"/>
            <a:ext cx="1367682" cy="193899"/>
          </a:xfrm>
          <a:prstGeom prst="rect">
            <a:avLst/>
          </a:prstGeom>
        </p:spPr>
        <p:txBody>
          <a:bodyPr wrap="none" tIns="0" bIns="0" anchor="ctr">
            <a:spAutoFit/>
          </a:bodyPr>
          <a:lstStyle>
            <a:lvl1pPr marL="0" indent="0" algn="l">
              <a:buNone/>
              <a:defRPr sz="1400" b="1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JJ.MM.AAAA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6EA1E32-BCDC-4C08-D5C7-BAFD4C2BCE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6046" y="4370223"/>
            <a:ext cx="5267946" cy="2769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20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Click to insert a subtitle</a:t>
            </a:r>
          </a:p>
        </p:txBody>
      </p:sp>
      <p:sp>
        <p:nvSpPr>
          <p:cNvPr id="20" name="Espace réservé pour une image  6">
            <a:extLst>
              <a:ext uri="{FF2B5EF4-FFF2-40B4-BE49-F238E27FC236}">
                <a16:creationId xmlns:a16="http://schemas.microsoft.com/office/drawing/2014/main" id="{19B434D0-8209-B36C-F173-F4F10C8F12A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75371" y="0"/>
            <a:ext cx="6016629" cy="5989270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  <a:gd name="connsiteX0" fmla="*/ 4003652 w 7013757"/>
              <a:gd name="connsiteY0" fmla="*/ 26341 h 5835809"/>
              <a:gd name="connsiteX1" fmla="*/ 7008972 w 7013757"/>
              <a:gd name="connsiteY1" fmla="*/ 0 h 5835809"/>
              <a:gd name="connsiteX2" fmla="*/ 7012437 w 7013757"/>
              <a:gd name="connsiteY2" fmla="*/ 5835809 h 5835809"/>
              <a:gd name="connsiteX3" fmla="*/ 306078 w 7013757"/>
              <a:gd name="connsiteY3" fmla="*/ 5830023 h 5835809"/>
              <a:gd name="connsiteX4" fmla="*/ 0 w 7013757"/>
              <a:gd name="connsiteY4" fmla="*/ 4829430 h 5835809"/>
              <a:gd name="connsiteX5" fmla="*/ 63708 w 7013757"/>
              <a:gd name="connsiteY5" fmla="*/ 3532780 h 5835809"/>
              <a:gd name="connsiteX6" fmla="*/ 1435305 w 7013757"/>
              <a:gd name="connsiteY6" fmla="*/ 2963154 h 5835809"/>
              <a:gd name="connsiteX7" fmla="*/ 2859372 w 7013757"/>
              <a:gd name="connsiteY7" fmla="*/ 2371043 h 5835809"/>
              <a:gd name="connsiteX8" fmla="*/ 3251337 w 7013757"/>
              <a:gd name="connsiteY8" fmla="*/ 1058431 h 5835809"/>
              <a:gd name="connsiteX9" fmla="*/ 4003652 w 7013757"/>
              <a:gd name="connsiteY9" fmla="*/ 26341 h 5835809"/>
              <a:gd name="connsiteX0" fmla="*/ 4003652 w 7014162"/>
              <a:gd name="connsiteY0" fmla="*/ 2634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4003652 w 7014162"/>
              <a:gd name="connsiteY9" fmla="*/ 2634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200455 w 6710581"/>
              <a:gd name="connsiteY0" fmla="*/ 3481 h 6035000"/>
              <a:gd name="connsiteX1" fmla="*/ 6705391 w 6710581"/>
              <a:gd name="connsiteY1" fmla="*/ 0 h 6035000"/>
              <a:gd name="connsiteX2" fmla="*/ 6708856 w 6710581"/>
              <a:gd name="connsiteY2" fmla="*/ 5835809 h 6035000"/>
              <a:gd name="connsiteX3" fmla="*/ 2497 w 6710581"/>
              <a:gd name="connsiteY3" fmla="*/ 5830023 h 6035000"/>
              <a:gd name="connsiteX4" fmla="*/ 5919194 w 6710581"/>
              <a:gd name="connsiteY4" fmla="*/ 3623717 h 6035000"/>
              <a:gd name="connsiteX5" fmla="*/ 3669187 w 6710581"/>
              <a:gd name="connsiteY5" fmla="*/ 5978800 h 6035000"/>
              <a:gd name="connsiteX6" fmla="*/ 1346608 w 6710581"/>
              <a:gd name="connsiteY6" fmla="*/ 3776970 h 6035000"/>
              <a:gd name="connsiteX7" fmla="*/ 685843 w 6710581"/>
              <a:gd name="connsiteY7" fmla="*/ 2508203 h 6035000"/>
              <a:gd name="connsiteX8" fmla="*/ 2385400 w 6710581"/>
              <a:gd name="connsiteY8" fmla="*/ 349771 h 6035000"/>
              <a:gd name="connsiteX9" fmla="*/ 2200455 w 6710581"/>
              <a:gd name="connsiteY9" fmla="*/ 3481 h 6035000"/>
              <a:gd name="connsiteX0" fmla="*/ 1514612 w 6024738"/>
              <a:gd name="connsiteY0" fmla="*/ 3481 h 6035000"/>
              <a:gd name="connsiteX1" fmla="*/ 6019548 w 6024738"/>
              <a:gd name="connsiteY1" fmla="*/ 0 h 6035000"/>
              <a:gd name="connsiteX2" fmla="*/ 6023013 w 6024738"/>
              <a:gd name="connsiteY2" fmla="*/ 5835809 h 6035000"/>
              <a:gd name="connsiteX3" fmla="*/ 5855019 w 6024738"/>
              <a:gd name="connsiteY3" fmla="*/ 3701817 h 6035000"/>
              <a:gd name="connsiteX4" fmla="*/ 5233351 w 6024738"/>
              <a:gd name="connsiteY4" fmla="*/ 3623717 h 6035000"/>
              <a:gd name="connsiteX5" fmla="*/ 2983344 w 6024738"/>
              <a:gd name="connsiteY5" fmla="*/ 5978800 h 6035000"/>
              <a:gd name="connsiteX6" fmla="*/ 660765 w 6024738"/>
              <a:gd name="connsiteY6" fmla="*/ 3776970 h 6035000"/>
              <a:gd name="connsiteX7" fmla="*/ 0 w 6024738"/>
              <a:gd name="connsiteY7" fmla="*/ 2508203 h 6035000"/>
              <a:gd name="connsiteX8" fmla="*/ 1699557 w 6024738"/>
              <a:gd name="connsiteY8" fmla="*/ 349771 h 6035000"/>
              <a:gd name="connsiteX9" fmla="*/ 1514612 w 6024738"/>
              <a:gd name="connsiteY9" fmla="*/ 3481 h 6035000"/>
              <a:gd name="connsiteX0" fmla="*/ 1514612 w 6024738"/>
              <a:gd name="connsiteY0" fmla="*/ 3481 h 6081762"/>
              <a:gd name="connsiteX1" fmla="*/ 6019548 w 6024738"/>
              <a:gd name="connsiteY1" fmla="*/ 0 h 6081762"/>
              <a:gd name="connsiteX2" fmla="*/ 6023013 w 6024738"/>
              <a:gd name="connsiteY2" fmla="*/ 5835809 h 6081762"/>
              <a:gd name="connsiteX3" fmla="*/ 5855019 w 6024738"/>
              <a:gd name="connsiteY3" fmla="*/ 3701817 h 6081762"/>
              <a:gd name="connsiteX4" fmla="*/ 5233351 w 6024738"/>
              <a:gd name="connsiteY4" fmla="*/ 3623717 h 6081762"/>
              <a:gd name="connsiteX5" fmla="*/ 2983344 w 6024738"/>
              <a:gd name="connsiteY5" fmla="*/ 5978800 h 6081762"/>
              <a:gd name="connsiteX6" fmla="*/ 660765 w 6024738"/>
              <a:gd name="connsiteY6" fmla="*/ 3776970 h 6081762"/>
              <a:gd name="connsiteX7" fmla="*/ 0 w 6024738"/>
              <a:gd name="connsiteY7" fmla="*/ 2508203 h 6081762"/>
              <a:gd name="connsiteX8" fmla="*/ 1699557 w 6024738"/>
              <a:gd name="connsiteY8" fmla="*/ 349771 h 6081762"/>
              <a:gd name="connsiteX9" fmla="*/ 1514612 w 6024738"/>
              <a:gd name="connsiteY9" fmla="*/ 3481 h 6081762"/>
              <a:gd name="connsiteX0" fmla="*/ 1514612 w 6024738"/>
              <a:gd name="connsiteY0" fmla="*/ 3481 h 6080269"/>
              <a:gd name="connsiteX1" fmla="*/ 6019548 w 6024738"/>
              <a:gd name="connsiteY1" fmla="*/ 0 h 6080269"/>
              <a:gd name="connsiteX2" fmla="*/ 6023013 w 6024738"/>
              <a:gd name="connsiteY2" fmla="*/ 5835809 h 6080269"/>
              <a:gd name="connsiteX3" fmla="*/ 5855019 w 6024738"/>
              <a:gd name="connsiteY3" fmla="*/ 3701817 h 6080269"/>
              <a:gd name="connsiteX4" fmla="*/ 5230176 w 6024738"/>
              <a:gd name="connsiteY4" fmla="*/ 3591967 h 6080269"/>
              <a:gd name="connsiteX5" fmla="*/ 2983344 w 6024738"/>
              <a:gd name="connsiteY5" fmla="*/ 5978800 h 6080269"/>
              <a:gd name="connsiteX6" fmla="*/ 660765 w 6024738"/>
              <a:gd name="connsiteY6" fmla="*/ 3776970 h 6080269"/>
              <a:gd name="connsiteX7" fmla="*/ 0 w 6024738"/>
              <a:gd name="connsiteY7" fmla="*/ 2508203 h 6080269"/>
              <a:gd name="connsiteX8" fmla="*/ 1699557 w 6024738"/>
              <a:gd name="connsiteY8" fmla="*/ 349771 h 6080269"/>
              <a:gd name="connsiteX9" fmla="*/ 1514612 w 6024738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170715"/>
              <a:gd name="connsiteX1" fmla="*/ 6019548 w 6026469"/>
              <a:gd name="connsiteY1" fmla="*/ 0 h 6170715"/>
              <a:gd name="connsiteX2" fmla="*/ 6023013 w 6026469"/>
              <a:gd name="connsiteY2" fmla="*/ 5835809 h 6170715"/>
              <a:gd name="connsiteX3" fmla="*/ 6026469 w 6026469"/>
              <a:gd name="connsiteY3" fmla="*/ 3736742 h 6170715"/>
              <a:gd name="connsiteX4" fmla="*/ 5223826 w 6026469"/>
              <a:gd name="connsiteY4" fmla="*/ 3601492 h 6170715"/>
              <a:gd name="connsiteX5" fmla="*/ 2979854 w 6026469"/>
              <a:gd name="connsiteY5" fmla="*/ 6073032 h 6170715"/>
              <a:gd name="connsiteX6" fmla="*/ 660765 w 6026469"/>
              <a:gd name="connsiteY6" fmla="*/ 3776970 h 6170715"/>
              <a:gd name="connsiteX7" fmla="*/ 0 w 6026469"/>
              <a:gd name="connsiteY7" fmla="*/ 2508203 h 6170715"/>
              <a:gd name="connsiteX8" fmla="*/ 1699557 w 6026469"/>
              <a:gd name="connsiteY8" fmla="*/ 349771 h 6170715"/>
              <a:gd name="connsiteX9" fmla="*/ 1514612 w 6026469"/>
              <a:gd name="connsiteY9" fmla="*/ 3481 h 6170715"/>
              <a:gd name="connsiteX0" fmla="*/ 1514612 w 6026469"/>
              <a:gd name="connsiteY0" fmla="*/ 3481 h 6090695"/>
              <a:gd name="connsiteX1" fmla="*/ 6019548 w 6026469"/>
              <a:gd name="connsiteY1" fmla="*/ 0 h 6090695"/>
              <a:gd name="connsiteX2" fmla="*/ 6023013 w 6026469"/>
              <a:gd name="connsiteY2" fmla="*/ 5835809 h 6090695"/>
              <a:gd name="connsiteX3" fmla="*/ 6026469 w 6026469"/>
              <a:gd name="connsiteY3" fmla="*/ 3736742 h 6090695"/>
              <a:gd name="connsiteX4" fmla="*/ 5223826 w 6026469"/>
              <a:gd name="connsiteY4" fmla="*/ 3601492 h 6090695"/>
              <a:gd name="connsiteX5" fmla="*/ 3004285 w 6026469"/>
              <a:gd name="connsiteY5" fmla="*/ 5989270 h 6090695"/>
              <a:gd name="connsiteX6" fmla="*/ 660765 w 6026469"/>
              <a:gd name="connsiteY6" fmla="*/ 3776970 h 6090695"/>
              <a:gd name="connsiteX7" fmla="*/ 0 w 6026469"/>
              <a:gd name="connsiteY7" fmla="*/ 2508203 h 6090695"/>
              <a:gd name="connsiteX8" fmla="*/ 1699557 w 6026469"/>
              <a:gd name="connsiteY8" fmla="*/ 349771 h 6090695"/>
              <a:gd name="connsiteX9" fmla="*/ 1514612 w 6026469"/>
              <a:gd name="connsiteY9" fmla="*/ 3481 h 6090695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4738"/>
              <a:gd name="connsiteY0" fmla="*/ 3481 h 5989270"/>
              <a:gd name="connsiteX1" fmla="*/ 6019548 w 6024738"/>
              <a:gd name="connsiteY1" fmla="*/ 0 h 5989270"/>
              <a:gd name="connsiteX2" fmla="*/ 6023013 w 6024738"/>
              <a:gd name="connsiteY2" fmla="*/ 5835809 h 5989270"/>
              <a:gd name="connsiteX3" fmla="*/ 5939217 w 6024738"/>
              <a:gd name="connsiteY3" fmla="*/ 3726271 h 5989270"/>
              <a:gd name="connsiteX4" fmla="*/ 5223826 w 6024738"/>
              <a:gd name="connsiteY4" fmla="*/ 3601492 h 5989270"/>
              <a:gd name="connsiteX5" fmla="*/ 3004285 w 6024738"/>
              <a:gd name="connsiteY5" fmla="*/ 5989270 h 5989270"/>
              <a:gd name="connsiteX6" fmla="*/ 660765 w 6024738"/>
              <a:gd name="connsiteY6" fmla="*/ 3776970 h 5989270"/>
              <a:gd name="connsiteX7" fmla="*/ 0 w 6024738"/>
              <a:gd name="connsiteY7" fmla="*/ 2508203 h 5989270"/>
              <a:gd name="connsiteX8" fmla="*/ 1699557 w 6024738"/>
              <a:gd name="connsiteY8" fmla="*/ 349771 h 5989270"/>
              <a:gd name="connsiteX9" fmla="*/ 1514612 w 602473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58408"/>
              <a:gd name="connsiteY0" fmla="*/ 3481 h 5989270"/>
              <a:gd name="connsiteX1" fmla="*/ 6019548 w 6058408"/>
              <a:gd name="connsiteY1" fmla="*/ 0 h 5989270"/>
              <a:gd name="connsiteX2" fmla="*/ 6057914 w 6058408"/>
              <a:gd name="connsiteY2" fmla="*/ 3361345 h 5989270"/>
              <a:gd name="connsiteX3" fmla="*/ 6026469 w 6058408"/>
              <a:gd name="connsiteY3" fmla="*/ 3743722 h 5989270"/>
              <a:gd name="connsiteX4" fmla="*/ 5223826 w 6058408"/>
              <a:gd name="connsiteY4" fmla="*/ 3601492 h 5989270"/>
              <a:gd name="connsiteX5" fmla="*/ 3004285 w 6058408"/>
              <a:gd name="connsiteY5" fmla="*/ 5989270 h 5989270"/>
              <a:gd name="connsiteX6" fmla="*/ 660765 w 6058408"/>
              <a:gd name="connsiteY6" fmla="*/ 3776970 h 5989270"/>
              <a:gd name="connsiteX7" fmla="*/ 0 w 6058408"/>
              <a:gd name="connsiteY7" fmla="*/ 2508203 h 5989270"/>
              <a:gd name="connsiteX8" fmla="*/ 1699557 w 6058408"/>
              <a:gd name="connsiteY8" fmla="*/ 349771 h 5989270"/>
              <a:gd name="connsiteX9" fmla="*/ 1514612 w 605840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2706"/>
              <a:gd name="connsiteY0" fmla="*/ 3481 h 5989270"/>
              <a:gd name="connsiteX1" fmla="*/ 6019548 w 6022706"/>
              <a:gd name="connsiteY1" fmla="*/ 0 h 5989270"/>
              <a:gd name="connsiteX2" fmla="*/ 6019523 w 6022706"/>
              <a:gd name="connsiteY2" fmla="*/ 1926924 h 5989270"/>
              <a:gd name="connsiteX3" fmla="*/ 5984588 w 6022706"/>
              <a:gd name="connsiteY3" fmla="*/ 3680900 h 5989270"/>
              <a:gd name="connsiteX4" fmla="*/ 5223826 w 6022706"/>
              <a:gd name="connsiteY4" fmla="*/ 3601492 h 5989270"/>
              <a:gd name="connsiteX5" fmla="*/ 3004285 w 6022706"/>
              <a:gd name="connsiteY5" fmla="*/ 5989270 h 5989270"/>
              <a:gd name="connsiteX6" fmla="*/ 660765 w 6022706"/>
              <a:gd name="connsiteY6" fmla="*/ 3776970 h 5989270"/>
              <a:gd name="connsiteX7" fmla="*/ 0 w 6022706"/>
              <a:gd name="connsiteY7" fmla="*/ 2508203 h 5989270"/>
              <a:gd name="connsiteX8" fmla="*/ 1699557 w 6022706"/>
              <a:gd name="connsiteY8" fmla="*/ 349771 h 5989270"/>
              <a:gd name="connsiteX9" fmla="*/ 1514612 w 6022706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4415 w 6016629"/>
              <a:gd name="connsiteY6" fmla="*/ 3776970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60765 w 6016629"/>
              <a:gd name="connsiteY6" fmla="*/ 378014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718607 w 6016629"/>
              <a:gd name="connsiteY8" fmla="*/ 352946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705215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48065 w 6016629"/>
              <a:gd name="connsiteY6" fmla="*/ 376744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16629" h="5989270">
                <a:moveTo>
                  <a:pt x="1514612" y="3481"/>
                </a:moveTo>
                <a:lnTo>
                  <a:pt x="6013198" y="0"/>
                </a:lnTo>
                <a:cubicBezTo>
                  <a:pt x="6019071" y="939553"/>
                  <a:pt x="6015362" y="1141702"/>
                  <a:pt x="6013173" y="1926924"/>
                </a:cubicBezTo>
                <a:cubicBezTo>
                  <a:pt x="6014325" y="2689577"/>
                  <a:pt x="6012302" y="3138801"/>
                  <a:pt x="6016629" y="3736741"/>
                </a:cubicBezTo>
                <a:lnTo>
                  <a:pt x="5217476" y="3601492"/>
                </a:lnTo>
                <a:lnTo>
                  <a:pt x="2997935" y="5989270"/>
                </a:lnTo>
                <a:lnTo>
                  <a:pt x="648065" y="3767445"/>
                </a:lnTo>
                <a:lnTo>
                  <a:pt x="0" y="2495503"/>
                </a:lnTo>
                <a:lnTo>
                  <a:pt x="1690032" y="349771"/>
                </a:lnTo>
                <a:lnTo>
                  <a:pt x="1514612" y="3481"/>
                </a:lnTo>
                <a:close/>
              </a:path>
            </a:pathLst>
          </a:custGeom>
          <a:solidFill>
            <a:schemeClr val="bg1"/>
          </a:solidFill>
        </p:spPr>
        <p:txBody>
          <a:bodyPr bIns="1800000" anchor="ctr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421EB5-1762-7EF9-BBE8-76F75C3A6A3E}"/>
              </a:ext>
            </a:extLst>
          </p:cNvPr>
          <p:cNvCxnSpPr>
            <a:cxnSpLocks/>
            <a:endCxn id="20" idx="7"/>
          </p:cNvCxnSpPr>
          <p:nvPr userDrawn="1"/>
        </p:nvCxnSpPr>
        <p:spPr>
          <a:xfrm flipH="1">
            <a:off x="6175371" y="0"/>
            <a:ext cx="136092" cy="2495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B8B1B6-03C0-7A0A-EA69-339990EE9407}"/>
              </a:ext>
            </a:extLst>
          </p:cNvPr>
          <p:cNvCxnSpPr>
            <a:cxnSpLocks/>
            <a:endCxn id="20" idx="7"/>
          </p:cNvCxnSpPr>
          <p:nvPr userDrawn="1"/>
        </p:nvCxnSpPr>
        <p:spPr>
          <a:xfrm>
            <a:off x="-3254" y="2050092"/>
            <a:ext cx="6178625" cy="4454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EF2920-A819-EF36-D7AC-82593A9E221F}"/>
              </a:ext>
            </a:extLst>
          </p:cNvPr>
          <p:cNvCxnSpPr>
            <a:cxnSpLocks/>
          </p:cNvCxnSpPr>
          <p:nvPr userDrawn="1"/>
        </p:nvCxnSpPr>
        <p:spPr>
          <a:xfrm flipH="1">
            <a:off x="8472264" y="5989270"/>
            <a:ext cx="701272" cy="8687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BD6943-B428-2FD6-1C48-74DF7EE2F6E6}"/>
              </a:ext>
            </a:extLst>
          </p:cNvPr>
          <p:cNvCxnSpPr>
            <a:cxnSpLocks/>
          </p:cNvCxnSpPr>
          <p:nvPr userDrawn="1"/>
        </p:nvCxnSpPr>
        <p:spPr>
          <a:xfrm>
            <a:off x="9173536" y="5989270"/>
            <a:ext cx="882904" cy="8687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4153E1-CD0D-13EC-093E-CC7E7031DCC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056440" y="3593781"/>
            <a:ext cx="1327160" cy="32642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CE59E3C-C770-E377-7753-F0DC666D45AA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35" name="Hexagon 34">
            <a:extLst>
              <a:ext uri="{FF2B5EF4-FFF2-40B4-BE49-F238E27FC236}">
                <a16:creationId xmlns:a16="http://schemas.microsoft.com/office/drawing/2014/main" id="{326221FD-369C-C819-963C-3686AC80A1A9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08395F-06AF-3EDE-4A4A-B32D71FE58D9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37" name="Hexagon 34">
              <a:extLst>
                <a:ext uri="{FF2B5EF4-FFF2-40B4-BE49-F238E27FC236}">
                  <a16:creationId xmlns:a16="http://schemas.microsoft.com/office/drawing/2014/main" id="{37EA86AD-F616-43F6-C051-DE3AA1EBD64B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Hexagon 34">
              <a:extLst>
                <a:ext uri="{FF2B5EF4-FFF2-40B4-BE49-F238E27FC236}">
                  <a16:creationId xmlns:a16="http://schemas.microsoft.com/office/drawing/2014/main" id="{950DBB78-0E93-9FA4-1A0F-2AE52FE6E66B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Hexagon 34">
              <a:extLst>
                <a:ext uri="{FF2B5EF4-FFF2-40B4-BE49-F238E27FC236}">
                  <a16:creationId xmlns:a16="http://schemas.microsoft.com/office/drawing/2014/main" id="{0CAB4E10-A227-684A-EDB6-1BABA749E1D9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08C1E30-99CB-5636-30C4-111273ACC2FE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43" name="Hexagon 34">
            <a:extLst>
              <a:ext uri="{FF2B5EF4-FFF2-40B4-BE49-F238E27FC236}">
                <a16:creationId xmlns:a16="http://schemas.microsoft.com/office/drawing/2014/main" id="{1D06CD11-2FC0-FCDB-94F6-83C56BC692E8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49E839-817B-FC8E-DA82-172639A7A5CB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44" name="Hexagon 34">
              <a:extLst>
                <a:ext uri="{FF2B5EF4-FFF2-40B4-BE49-F238E27FC236}">
                  <a16:creationId xmlns:a16="http://schemas.microsoft.com/office/drawing/2014/main" id="{5872281C-05A8-F486-8CD8-6C11F3222734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Hexagon 34">
              <a:extLst>
                <a:ext uri="{FF2B5EF4-FFF2-40B4-BE49-F238E27FC236}">
                  <a16:creationId xmlns:a16="http://schemas.microsoft.com/office/drawing/2014/main" id="{97F4B47C-838E-5EC8-B034-B5AE08DDC454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Hexagon 34">
              <a:extLst>
                <a:ext uri="{FF2B5EF4-FFF2-40B4-BE49-F238E27FC236}">
                  <a16:creationId xmlns:a16="http://schemas.microsoft.com/office/drawing/2014/main" id="{9B8C4D8D-4E39-6FAA-1593-6C0C95DF915B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463587-8B1E-96D9-D5BF-7532A980FC48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48" name="Hexagon 34">
              <a:extLst>
                <a:ext uri="{FF2B5EF4-FFF2-40B4-BE49-F238E27FC236}">
                  <a16:creationId xmlns:a16="http://schemas.microsoft.com/office/drawing/2014/main" id="{128D8554-F34F-3716-071E-E99B1B674123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9" name="Hexagon 34">
              <a:extLst>
                <a:ext uri="{FF2B5EF4-FFF2-40B4-BE49-F238E27FC236}">
                  <a16:creationId xmlns:a16="http://schemas.microsoft.com/office/drawing/2014/main" id="{B03F2D14-129A-8938-1F3A-BD3D67BA71A9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Hexagon 34">
              <a:extLst>
                <a:ext uri="{FF2B5EF4-FFF2-40B4-BE49-F238E27FC236}">
                  <a16:creationId xmlns:a16="http://schemas.microsoft.com/office/drawing/2014/main" id="{2E579215-EAB8-9845-0546-365F6C8C0005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Hexagon 34">
              <a:extLst>
                <a:ext uri="{FF2B5EF4-FFF2-40B4-BE49-F238E27FC236}">
                  <a16:creationId xmlns:a16="http://schemas.microsoft.com/office/drawing/2014/main" id="{A83544C5-7633-E830-B889-36256D08DA8F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5D2769A-FCC9-A975-172C-233A41BB2F01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53" name="Hexagon 34">
              <a:extLst>
                <a:ext uri="{FF2B5EF4-FFF2-40B4-BE49-F238E27FC236}">
                  <a16:creationId xmlns:a16="http://schemas.microsoft.com/office/drawing/2014/main" id="{C5DF79EF-4EA5-F119-FBB3-7863385FEF90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Hexagon 34">
              <a:extLst>
                <a:ext uri="{FF2B5EF4-FFF2-40B4-BE49-F238E27FC236}">
                  <a16:creationId xmlns:a16="http://schemas.microsoft.com/office/drawing/2014/main" id="{A8DB2B60-0C54-BC8E-5DA1-96673BDCE5C0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Hexagon 34">
              <a:extLst>
                <a:ext uri="{FF2B5EF4-FFF2-40B4-BE49-F238E27FC236}">
                  <a16:creationId xmlns:a16="http://schemas.microsoft.com/office/drawing/2014/main" id="{82091697-EEC5-4561-C372-C7FF739EB3C2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Hexagon 34">
              <a:extLst>
                <a:ext uri="{FF2B5EF4-FFF2-40B4-BE49-F238E27FC236}">
                  <a16:creationId xmlns:a16="http://schemas.microsoft.com/office/drawing/2014/main" id="{1A9A5B46-BFF6-A560-F39B-9A447E83A084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7FEA811-A7EA-93D8-7E45-0D100F5DF405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63" name="Hexagon 34">
            <a:extLst>
              <a:ext uri="{FF2B5EF4-FFF2-40B4-BE49-F238E27FC236}">
                <a16:creationId xmlns:a16="http://schemas.microsoft.com/office/drawing/2014/main" id="{3216FE0C-B49C-B848-543F-D4D2A84FDCFE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BA9D93-C049-B092-3E90-D83AB5BD3589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64" name="Hexagon 34">
              <a:extLst>
                <a:ext uri="{FF2B5EF4-FFF2-40B4-BE49-F238E27FC236}">
                  <a16:creationId xmlns:a16="http://schemas.microsoft.com/office/drawing/2014/main" id="{4533DDCA-26B1-C7CC-EA18-CA79CC73BB70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5" name="Hexagon 34">
              <a:extLst>
                <a:ext uri="{FF2B5EF4-FFF2-40B4-BE49-F238E27FC236}">
                  <a16:creationId xmlns:a16="http://schemas.microsoft.com/office/drawing/2014/main" id="{2440817C-021F-5681-B41E-375B83329EBC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Hexagon 34">
              <a:extLst>
                <a:ext uri="{FF2B5EF4-FFF2-40B4-BE49-F238E27FC236}">
                  <a16:creationId xmlns:a16="http://schemas.microsoft.com/office/drawing/2014/main" id="{48688A0F-C0E0-8101-BEBF-B2BA72093D46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74C547-84F3-B6A1-755F-6FCE2226D797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68" name="Hexagon 34">
              <a:extLst>
                <a:ext uri="{FF2B5EF4-FFF2-40B4-BE49-F238E27FC236}">
                  <a16:creationId xmlns:a16="http://schemas.microsoft.com/office/drawing/2014/main" id="{6F65E145-9B25-5902-9C30-901755AD6717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Hexagon 34">
              <a:extLst>
                <a:ext uri="{FF2B5EF4-FFF2-40B4-BE49-F238E27FC236}">
                  <a16:creationId xmlns:a16="http://schemas.microsoft.com/office/drawing/2014/main" id="{1DF01914-7006-F51B-37F3-1C0CD618D2FB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Hexagon 34">
              <a:extLst>
                <a:ext uri="{FF2B5EF4-FFF2-40B4-BE49-F238E27FC236}">
                  <a16:creationId xmlns:a16="http://schemas.microsoft.com/office/drawing/2014/main" id="{5F452426-531F-7578-1121-644BC048203A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D70216-A9A5-5C06-B95F-A54AE6541837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71" name="Hexagon 34">
              <a:extLst>
                <a:ext uri="{FF2B5EF4-FFF2-40B4-BE49-F238E27FC236}">
                  <a16:creationId xmlns:a16="http://schemas.microsoft.com/office/drawing/2014/main" id="{052BE735-BBD5-5628-728C-214D65D8C27A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0FCCB67-37F0-EB09-9255-A4D721BB2A5E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72" name="Hexagon 34">
                <a:extLst>
                  <a:ext uri="{FF2B5EF4-FFF2-40B4-BE49-F238E27FC236}">
                    <a16:creationId xmlns:a16="http://schemas.microsoft.com/office/drawing/2014/main" id="{B4165DE1-0D02-EA0F-3385-787A25A6F3F3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Hexagon 34">
                <a:extLst>
                  <a:ext uri="{FF2B5EF4-FFF2-40B4-BE49-F238E27FC236}">
                    <a16:creationId xmlns:a16="http://schemas.microsoft.com/office/drawing/2014/main" id="{4EAF359D-4323-083F-B820-CE00322605D7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B6A3FD8-4783-849C-64B2-BCDC446C874B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67E4E6-CEBE-7C93-88E3-372E435E36EC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426F17A9-848B-FC95-E4B9-F156B19B0801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8D18506-4977-8D5E-896B-B3C502C95B9E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79" name="Hexagon 34">
                <a:extLst>
                  <a:ext uri="{FF2B5EF4-FFF2-40B4-BE49-F238E27FC236}">
                    <a16:creationId xmlns:a16="http://schemas.microsoft.com/office/drawing/2014/main" id="{4B9098DA-E8C2-AC16-1891-1AECEC3BAE5C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Hexagon 34">
                <a:extLst>
                  <a:ext uri="{FF2B5EF4-FFF2-40B4-BE49-F238E27FC236}">
                    <a16:creationId xmlns:a16="http://schemas.microsoft.com/office/drawing/2014/main" id="{89575108-BA1D-857A-6A94-0033639F514C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7A0B1798-28CF-A858-CDEF-782F8864010B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dirty="0"/>
              <a:t>Change Slide Color</a:t>
            </a:r>
            <a:r>
              <a:rPr dirty="0"/>
              <a:t>:</a:t>
            </a:r>
          </a:p>
          <a:p>
            <a:endParaRPr sz="160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BA97004-9BF9-D055-F14D-E7697D981E5C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A65334B7-9597-FB99-8CD6-7C3D4646F169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Hexagon 34">
              <a:extLst>
                <a:ext uri="{FF2B5EF4-FFF2-40B4-BE49-F238E27FC236}">
                  <a16:creationId xmlns:a16="http://schemas.microsoft.com/office/drawing/2014/main" id="{A1FAC4ED-9DD9-731F-3516-8FD47071EA45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7D24BB3C-C04B-2D39-FAE0-C806D7015CE8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Hexagon 34">
              <a:extLst>
                <a:ext uri="{FF2B5EF4-FFF2-40B4-BE49-F238E27FC236}">
                  <a16:creationId xmlns:a16="http://schemas.microsoft.com/office/drawing/2014/main" id="{54F53134-9CCE-C836-400E-4AFE39E08067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AAC8380-0920-0EC8-1372-4C661E8ED3C9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3" name="Hexagon 34">
              <a:extLst>
                <a:ext uri="{FF2B5EF4-FFF2-40B4-BE49-F238E27FC236}">
                  <a16:creationId xmlns:a16="http://schemas.microsoft.com/office/drawing/2014/main" id="{55221698-8B61-F29A-1C2E-4B63F9961A6F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Hexagon 34">
              <a:extLst>
                <a:ext uri="{FF2B5EF4-FFF2-40B4-BE49-F238E27FC236}">
                  <a16:creationId xmlns:a16="http://schemas.microsoft.com/office/drawing/2014/main" id="{8CDA5940-D49E-F8BE-BBF2-AF3C2DA1D6EE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Hexagon 34">
              <a:extLst>
                <a:ext uri="{FF2B5EF4-FFF2-40B4-BE49-F238E27FC236}">
                  <a16:creationId xmlns:a16="http://schemas.microsoft.com/office/drawing/2014/main" id="{3EF50FCD-718A-4C3E-2490-BE35E0506477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A1ECA9A-6688-5EA7-FA8B-3771233D6580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8BAABB7-F029-6866-1998-92871B9C8518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BE1038-2F7C-BD23-923C-FE14EBBBEA58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014DB-56C8-8A32-A22D-79CE05B116BB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5C0E7437-B35B-9A0D-07A0-EE0C0219730D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A96B50-4473-E8C8-3DF2-0C79642EFC9F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7E6545C4-0AD1-EB3A-7AF3-7DB29F461D28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70B0E9-5EE0-0A00-2502-DF8A447C0703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047C0C-F632-992A-547E-DA6D97010A1B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E596AA67-6411-17A2-AB95-879F6DC8C01F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AEE9A64F-C49D-B4E0-E669-AF8144D1DE93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BFD6D100-94B5-8664-700C-09EDB51BBC71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6912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1">
    <p:bg>
      <p:bgPr>
        <a:solidFill>
          <a:srgbClr val="1FA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314F373-7FA0-9E59-9F6D-54F01166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416" y="1374826"/>
            <a:ext cx="5256584" cy="614014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BC506A-D8AC-281C-4876-ACCCE7C68B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9416" y="2076668"/>
            <a:ext cx="5256584" cy="614014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2-line title</a:t>
            </a:r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BAAF1F0D-16DE-0C88-49DA-17D6FD926C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416" y="2963285"/>
            <a:ext cx="5256584" cy="2492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Click to insert a subtitle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2D5B08A-5AA2-6E44-76A9-A57CFCC3D98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9D98A6F-0F39-851D-4E80-85DB1B911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80808" y="1314232"/>
            <a:ext cx="6811192" cy="5543768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  <a:gd name="connsiteX0" fmla="*/ 4003652 w 7013757"/>
              <a:gd name="connsiteY0" fmla="*/ 26341 h 5835809"/>
              <a:gd name="connsiteX1" fmla="*/ 7008972 w 7013757"/>
              <a:gd name="connsiteY1" fmla="*/ 0 h 5835809"/>
              <a:gd name="connsiteX2" fmla="*/ 7012437 w 7013757"/>
              <a:gd name="connsiteY2" fmla="*/ 5835809 h 5835809"/>
              <a:gd name="connsiteX3" fmla="*/ 306078 w 7013757"/>
              <a:gd name="connsiteY3" fmla="*/ 5830023 h 5835809"/>
              <a:gd name="connsiteX4" fmla="*/ 0 w 7013757"/>
              <a:gd name="connsiteY4" fmla="*/ 4829430 h 5835809"/>
              <a:gd name="connsiteX5" fmla="*/ 63708 w 7013757"/>
              <a:gd name="connsiteY5" fmla="*/ 3532780 h 5835809"/>
              <a:gd name="connsiteX6" fmla="*/ 1435305 w 7013757"/>
              <a:gd name="connsiteY6" fmla="*/ 2963154 h 5835809"/>
              <a:gd name="connsiteX7" fmla="*/ 2859372 w 7013757"/>
              <a:gd name="connsiteY7" fmla="*/ 2371043 h 5835809"/>
              <a:gd name="connsiteX8" fmla="*/ 3251337 w 7013757"/>
              <a:gd name="connsiteY8" fmla="*/ 1058431 h 5835809"/>
              <a:gd name="connsiteX9" fmla="*/ 4003652 w 7013757"/>
              <a:gd name="connsiteY9" fmla="*/ 26341 h 5835809"/>
              <a:gd name="connsiteX0" fmla="*/ 4003652 w 7014162"/>
              <a:gd name="connsiteY0" fmla="*/ 2634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4003652 w 7014162"/>
              <a:gd name="connsiteY9" fmla="*/ 2634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200455 w 6710581"/>
              <a:gd name="connsiteY0" fmla="*/ 3481 h 6035000"/>
              <a:gd name="connsiteX1" fmla="*/ 6705391 w 6710581"/>
              <a:gd name="connsiteY1" fmla="*/ 0 h 6035000"/>
              <a:gd name="connsiteX2" fmla="*/ 6708856 w 6710581"/>
              <a:gd name="connsiteY2" fmla="*/ 5835809 h 6035000"/>
              <a:gd name="connsiteX3" fmla="*/ 2497 w 6710581"/>
              <a:gd name="connsiteY3" fmla="*/ 5830023 h 6035000"/>
              <a:gd name="connsiteX4" fmla="*/ 5919194 w 6710581"/>
              <a:gd name="connsiteY4" fmla="*/ 3623717 h 6035000"/>
              <a:gd name="connsiteX5" fmla="*/ 3669187 w 6710581"/>
              <a:gd name="connsiteY5" fmla="*/ 5978800 h 6035000"/>
              <a:gd name="connsiteX6" fmla="*/ 1346608 w 6710581"/>
              <a:gd name="connsiteY6" fmla="*/ 3776970 h 6035000"/>
              <a:gd name="connsiteX7" fmla="*/ 685843 w 6710581"/>
              <a:gd name="connsiteY7" fmla="*/ 2508203 h 6035000"/>
              <a:gd name="connsiteX8" fmla="*/ 2385400 w 6710581"/>
              <a:gd name="connsiteY8" fmla="*/ 349771 h 6035000"/>
              <a:gd name="connsiteX9" fmla="*/ 2200455 w 6710581"/>
              <a:gd name="connsiteY9" fmla="*/ 3481 h 6035000"/>
              <a:gd name="connsiteX0" fmla="*/ 1514612 w 6024738"/>
              <a:gd name="connsiteY0" fmla="*/ 3481 h 6035000"/>
              <a:gd name="connsiteX1" fmla="*/ 6019548 w 6024738"/>
              <a:gd name="connsiteY1" fmla="*/ 0 h 6035000"/>
              <a:gd name="connsiteX2" fmla="*/ 6023013 w 6024738"/>
              <a:gd name="connsiteY2" fmla="*/ 5835809 h 6035000"/>
              <a:gd name="connsiteX3" fmla="*/ 5855019 w 6024738"/>
              <a:gd name="connsiteY3" fmla="*/ 3701817 h 6035000"/>
              <a:gd name="connsiteX4" fmla="*/ 5233351 w 6024738"/>
              <a:gd name="connsiteY4" fmla="*/ 3623717 h 6035000"/>
              <a:gd name="connsiteX5" fmla="*/ 2983344 w 6024738"/>
              <a:gd name="connsiteY5" fmla="*/ 5978800 h 6035000"/>
              <a:gd name="connsiteX6" fmla="*/ 660765 w 6024738"/>
              <a:gd name="connsiteY6" fmla="*/ 3776970 h 6035000"/>
              <a:gd name="connsiteX7" fmla="*/ 0 w 6024738"/>
              <a:gd name="connsiteY7" fmla="*/ 2508203 h 6035000"/>
              <a:gd name="connsiteX8" fmla="*/ 1699557 w 6024738"/>
              <a:gd name="connsiteY8" fmla="*/ 349771 h 6035000"/>
              <a:gd name="connsiteX9" fmla="*/ 1514612 w 6024738"/>
              <a:gd name="connsiteY9" fmla="*/ 3481 h 6035000"/>
              <a:gd name="connsiteX0" fmla="*/ 1514612 w 6024738"/>
              <a:gd name="connsiteY0" fmla="*/ 3481 h 6081762"/>
              <a:gd name="connsiteX1" fmla="*/ 6019548 w 6024738"/>
              <a:gd name="connsiteY1" fmla="*/ 0 h 6081762"/>
              <a:gd name="connsiteX2" fmla="*/ 6023013 w 6024738"/>
              <a:gd name="connsiteY2" fmla="*/ 5835809 h 6081762"/>
              <a:gd name="connsiteX3" fmla="*/ 5855019 w 6024738"/>
              <a:gd name="connsiteY3" fmla="*/ 3701817 h 6081762"/>
              <a:gd name="connsiteX4" fmla="*/ 5233351 w 6024738"/>
              <a:gd name="connsiteY4" fmla="*/ 3623717 h 6081762"/>
              <a:gd name="connsiteX5" fmla="*/ 2983344 w 6024738"/>
              <a:gd name="connsiteY5" fmla="*/ 5978800 h 6081762"/>
              <a:gd name="connsiteX6" fmla="*/ 660765 w 6024738"/>
              <a:gd name="connsiteY6" fmla="*/ 3776970 h 6081762"/>
              <a:gd name="connsiteX7" fmla="*/ 0 w 6024738"/>
              <a:gd name="connsiteY7" fmla="*/ 2508203 h 6081762"/>
              <a:gd name="connsiteX8" fmla="*/ 1699557 w 6024738"/>
              <a:gd name="connsiteY8" fmla="*/ 349771 h 6081762"/>
              <a:gd name="connsiteX9" fmla="*/ 1514612 w 6024738"/>
              <a:gd name="connsiteY9" fmla="*/ 3481 h 6081762"/>
              <a:gd name="connsiteX0" fmla="*/ 1514612 w 6024738"/>
              <a:gd name="connsiteY0" fmla="*/ 3481 h 6080269"/>
              <a:gd name="connsiteX1" fmla="*/ 6019548 w 6024738"/>
              <a:gd name="connsiteY1" fmla="*/ 0 h 6080269"/>
              <a:gd name="connsiteX2" fmla="*/ 6023013 w 6024738"/>
              <a:gd name="connsiteY2" fmla="*/ 5835809 h 6080269"/>
              <a:gd name="connsiteX3" fmla="*/ 5855019 w 6024738"/>
              <a:gd name="connsiteY3" fmla="*/ 3701817 h 6080269"/>
              <a:gd name="connsiteX4" fmla="*/ 5230176 w 6024738"/>
              <a:gd name="connsiteY4" fmla="*/ 3591967 h 6080269"/>
              <a:gd name="connsiteX5" fmla="*/ 2983344 w 6024738"/>
              <a:gd name="connsiteY5" fmla="*/ 5978800 h 6080269"/>
              <a:gd name="connsiteX6" fmla="*/ 660765 w 6024738"/>
              <a:gd name="connsiteY6" fmla="*/ 3776970 h 6080269"/>
              <a:gd name="connsiteX7" fmla="*/ 0 w 6024738"/>
              <a:gd name="connsiteY7" fmla="*/ 2508203 h 6080269"/>
              <a:gd name="connsiteX8" fmla="*/ 1699557 w 6024738"/>
              <a:gd name="connsiteY8" fmla="*/ 349771 h 6080269"/>
              <a:gd name="connsiteX9" fmla="*/ 1514612 w 6024738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170715"/>
              <a:gd name="connsiteX1" fmla="*/ 6019548 w 6026469"/>
              <a:gd name="connsiteY1" fmla="*/ 0 h 6170715"/>
              <a:gd name="connsiteX2" fmla="*/ 6023013 w 6026469"/>
              <a:gd name="connsiteY2" fmla="*/ 5835809 h 6170715"/>
              <a:gd name="connsiteX3" fmla="*/ 6026469 w 6026469"/>
              <a:gd name="connsiteY3" fmla="*/ 3736742 h 6170715"/>
              <a:gd name="connsiteX4" fmla="*/ 5223826 w 6026469"/>
              <a:gd name="connsiteY4" fmla="*/ 3601492 h 6170715"/>
              <a:gd name="connsiteX5" fmla="*/ 2979854 w 6026469"/>
              <a:gd name="connsiteY5" fmla="*/ 6073032 h 6170715"/>
              <a:gd name="connsiteX6" fmla="*/ 660765 w 6026469"/>
              <a:gd name="connsiteY6" fmla="*/ 3776970 h 6170715"/>
              <a:gd name="connsiteX7" fmla="*/ 0 w 6026469"/>
              <a:gd name="connsiteY7" fmla="*/ 2508203 h 6170715"/>
              <a:gd name="connsiteX8" fmla="*/ 1699557 w 6026469"/>
              <a:gd name="connsiteY8" fmla="*/ 349771 h 6170715"/>
              <a:gd name="connsiteX9" fmla="*/ 1514612 w 6026469"/>
              <a:gd name="connsiteY9" fmla="*/ 3481 h 6170715"/>
              <a:gd name="connsiteX0" fmla="*/ 1514612 w 6026469"/>
              <a:gd name="connsiteY0" fmla="*/ 3481 h 6090695"/>
              <a:gd name="connsiteX1" fmla="*/ 6019548 w 6026469"/>
              <a:gd name="connsiteY1" fmla="*/ 0 h 6090695"/>
              <a:gd name="connsiteX2" fmla="*/ 6023013 w 6026469"/>
              <a:gd name="connsiteY2" fmla="*/ 5835809 h 6090695"/>
              <a:gd name="connsiteX3" fmla="*/ 6026469 w 6026469"/>
              <a:gd name="connsiteY3" fmla="*/ 3736742 h 6090695"/>
              <a:gd name="connsiteX4" fmla="*/ 5223826 w 6026469"/>
              <a:gd name="connsiteY4" fmla="*/ 3601492 h 6090695"/>
              <a:gd name="connsiteX5" fmla="*/ 3004285 w 6026469"/>
              <a:gd name="connsiteY5" fmla="*/ 5989270 h 6090695"/>
              <a:gd name="connsiteX6" fmla="*/ 660765 w 6026469"/>
              <a:gd name="connsiteY6" fmla="*/ 3776970 h 6090695"/>
              <a:gd name="connsiteX7" fmla="*/ 0 w 6026469"/>
              <a:gd name="connsiteY7" fmla="*/ 2508203 h 6090695"/>
              <a:gd name="connsiteX8" fmla="*/ 1699557 w 6026469"/>
              <a:gd name="connsiteY8" fmla="*/ 349771 h 6090695"/>
              <a:gd name="connsiteX9" fmla="*/ 1514612 w 6026469"/>
              <a:gd name="connsiteY9" fmla="*/ 3481 h 6090695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4738"/>
              <a:gd name="connsiteY0" fmla="*/ 3481 h 5989270"/>
              <a:gd name="connsiteX1" fmla="*/ 6019548 w 6024738"/>
              <a:gd name="connsiteY1" fmla="*/ 0 h 5989270"/>
              <a:gd name="connsiteX2" fmla="*/ 6023013 w 6024738"/>
              <a:gd name="connsiteY2" fmla="*/ 5835809 h 5989270"/>
              <a:gd name="connsiteX3" fmla="*/ 5939217 w 6024738"/>
              <a:gd name="connsiteY3" fmla="*/ 3726271 h 5989270"/>
              <a:gd name="connsiteX4" fmla="*/ 5223826 w 6024738"/>
              <a:gd name="connsiteY4" fmla="*/ 3601492 h 5989270"/>
              <a:gd name="connsiteX5" fmla="*/ 3004285 w 6024738"/>
              <a:gd name="connsiteY5" fmla="*/ 5989270 h 5989270"/>
              <a:gd name="connsiteX6" fmla="*/ 660765 w 6024738"/>
              <a:gd name="connsiteY6" fmla="*/ 3776970 h 5989270"/>
              <a:gd name="connsiteX7" fmla="*/ 0 w 6024738"/>
              <a:gd name="connsiteY7" fmla="*/ 2508203 h 5989270"/>
              <a:gd name="connsiteX8" fmla="*/ 1699557 w 6024738"/>
              <a:gd name="connsiteY8" fmla="*/ 349771 h 5989270"/>
              <a:gd name="connsiteX9" fmla="*/ 1514612 w 602473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58408"/>
              <a:gd name="connsiteY0" fmla="*/ 3481 h 5989270"/>
              <a:gd name="connsiteX1" fmla="*/ 6019548 w 6058408"/>
              <a:gd name="connsiteY1" fmla="*/ 0 h 5989270"/>
              <a:gd name="connsiteX2" fmla="*/ 6057914 w 6058408"/>
              <a:gd name="connsiteY2" fmla="*/ 3361345 h 5989270"/>
              <a:gd name="connsiteX3" fmla="*/ 6026469 w 6058408"/>
              <a:gd name="connsiteY3" fmla="*/ 3743722 h 5989270"/>
              <a:gd name="connsiteX4" fmla="*/ 5223826 w 6058408"/>
              <a:gd name="connsiteY4" fmla="*/ 3601492 h 5989270"/>
              <a:gd name="connsiteX5" fmla="*/ 3004285 w 6058408"/>
              <a:gd name="connsiteY5" fmla="*/ 5989270 h 5989270"/>
              <a:gd name="connsiteX6" fmla="*/ 660765 w 6058408"/>
              <a:gd name="connsiteY6" fmla="*/ 3776970 h 5989270"/>
              <a:gd name="connsiteX7" fmla="*/ 0 w 6058408"/>
              <a:gd name="connsiteY7" fmla="*/ 2508203 h 5989270"/>
              <a:gd name="connsiteX8" fmla="*/ 1699557 w 6058408"/>
              <a:gd name="connsiteY8" fmla="*/ 349771 h 5989270"/>
              <a:gd name="connsiteX9" fmla="*/ 1514612 w 605840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2706"/>
              <a:gd name="connsiteY0" fmla="*/ 3481 h 5989270"/>
              <a:gd name="connsiteX1" fmla="*/ 6019548 w 6022706"/>
              <a:gd name="connsiteY1" fmla="*/ 0 h 5989270"/>
              <a:gd name="connsiteX2" fmla="*/ 6019523 w 6022706"/>
              <a:gd name="connsiteY2" fmla="*/ 1926924 h 5989270"/>
              <a:gd name="connsiteX3" fmla="*/ 5984588 w 6022706"/>
              <a:gd name="connsiteY3" fmla="*/ 3680900 h 5989270"/>
              <a:gd name="connsiteX4" fmla="*/ 5223826 w 6022706"/>
              <a:gd name="connsiteY4" fmla="*/ 3601492 h 5989270"/>
              <a:gd name="connsiteX5" fmla="*/ 3004285 w 6022706"/>
              <a:gd name="connsiteY5" fmla="*/ 5989270 h 5989270"/>
              <a:gd name="connsiteX6" fmla="*/ 660765 w 6022706"/>
              <a:gd name="connsiteY6" fmla="*/ 3776970 h 5989270"/>
              <a:gd name="connsiteX7" fmla="*/ 0 w 6022706"/>
              <a:gd name="connsiteY7" fmla="*/ 2508203 h 5989270"/>
              <a:gd name="connsiteX8" fmla="*/ 1699557 w 6022706"/>
              <a:gd name="connsiteY8" fmla="*/ 349771 h 5989270"/>
              <a:gd name="connsiteX9" fmla="*/ 1514612 w 6022706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4415 w 6016629"/>
              <a:gd name="connsiteY6" fmla="*/ 3776970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60765 w 6016629"/>
              <a:gd name="connsiteY6" fmla="*/ 378014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718607 w 6016629"/>
              <a:gd name="connsiteY8" fmla="*/ 352946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705215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48065 w 6016629"/>
              <a:gd name="connsiteY6" fmla="*/ 376744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21503 w 5652510"/>
              <a:gd name="connsiteY0" fmla="*/ 63486 h 5534323"/>
              <a:gd name="connsiteX1" fmla="*/ 5649079 w 5652510"/>
              <a:gd name="connsiteY1" fmla="*/ 608645 h 5534323"/>
              <a:gd name="connsiteX2" fmla="*/ 5649054 w 5652510"/>
              <a:gd name="connsiteY2" fmla="*/ 1471977 h 5534323"/>
              <a:gd name="connsiteX3" fmla="*/ 5652510 w 5652510"/>
              <a:gd name="connsiteY3" fmla="*/ 3281794 h 5534323"/>
              <a:gd name="connsiteX4" fmla="*/ 4853357 w 5652510"/>
              <a:gd name="connsiteY4" fmla="*/ 3146545 h 5534323"/>
              <a:gd name="connsiteX5" fmla="*/ 2633816 w 5652510"/>
              <a:gd name="connsiteY5" fmla="*/ 5534323 h 5534323"/>
              <a:gd name="connsiteX6" fmla="*/ 0 w 5652510"/>
              <a:gd name="connsiteY6" fmla="*/ 1016872 h 5534323"/>
              <a:gd name="connsiteX7" fmla="*/ 814975 w 5652510"/>
              <a:gd name="connsiteY7" fmla="*/ 0 h 5534323"/>
              <a:gd name="connsiteX8" fmla="*/ 3231715 w 5652510"/>
              <a:gd name="connsiteY8" fmla="*/ 722597 h 5534323"/>
              <a:gd name="connsiteX9" fmla="*/ 3821503 w 5652510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720437 w 5551444"/>
              <a:gd name="connsiteY0" fmla="*/ 63486 h 5534323"/>
              <a:gd name="connsiteX1" fmla="*/ 5548013 w 5551444"/>
              <a:gd name="connsiteY1" fmla="*/ 608645 h 5534323"/>
              <a:gd name="connsiteX2" fmla="*/ 5547988 w 5551444"/>
              <a:gd name="connsiteY2" fmla="*/ 1471977 h 5534323"/>
              <a:gd name="connsiteX3" fmla="*/ 5551444 w 5551444"/>
              <a:gd name="connsiteY3" fmla="*/ 3281794 h 5534323"/>
              <a:gd name="connsiteX4" fmla="*/ 4752291 w 5551444"/>
              <a:gd name="connsiteY4" fmla="*/ 3146545 h 5534323"/>
              <a:gd name="connsiteX5" fmla="*/ 2532750 w 5551444"/>
              <a:gd name="connsiteY5" fmla="*/ 5534323 h 5534323"/>
              <a:gd name="connsiteX6" fmla="*/ 0 w 5551444"/>
              <a:gd name="connsiteY6" fmla="*/ 968746 h 5534323"/>
              <a:gd name="connsiteX7" fmla="*/ 713909 w 5551444"/>
              <a:gd name="connsiteY7" fmla="*/ 0 h 5534323"/>
              <a:gd name="connsiteX8" fmla="*/ 3130649 w 5551444"/>
              <a:gd name="connsiteY8" fmla="*/ 722597 h 5534323"/>
              <a:gd name="connsiteX9" fmla="*/ 3720437 w 555144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0 h 5470837"/>
              <a:gd name="connsiteX1" fmla="*/ 5697205 w 5700636"/>
              <a:gd name="connsiteY1" fmla="*/ 545159 h 5470837"/>
              <a:gd name="connsiteX2" fmla="*/ 5697180 w 5700636"/>
              <a:gd name="connsiteY2" fmla="*/ 1408491 h 5470837"/>
              <a:gd name="connsiteX3" fmla="*/ 5700636 w 5700636"/>
              <a:gd name="connsiteY3" fmla="*/ 3218308 h 5470837"/>
              <a:gd name="connsiteX4" fmla="*/ 4901483 w 5700636"/>
              <a:gd name="connsiteY4" fmla="*/ 3083059 h 5470837"/>
              <a:gd name="connsiteX5" fmla="*/ 2681942 w 5700636"/>
              <a:gd name="connsiteY5" fmla="*/ 5470837 h 5470837"/>
              <a:gd name="connsiteX6" fmla="*/ 0 w 5700636"/>
              <a:gd name="connsiteY6" fmla="*/ 919698 h 5470837"/>
              <a:gd name="connsiteX7" fmla="*/ 853476 w 5700636"/>
              <a:gd name="connsiteY7" fmla="*/ 133832 h 5470837"/>
              <a:gd name="connsiteX8" fmla="*/ 3279841 w 5700636"/>
              <a:gd name="connsiteY8" fmla="*/ 659111 h 5470837"/>
              <a:gd name="connsiteX9" fmla="*/ 3869629 w 5700636"/>
              <a:gd name="connsiteY9" fmla="*/ 0 h 5470837"/>
              <a:gd name="connsiteX0" fmla="*/ 3869629 w 5700636"/>
              <a:gd name="connsiteY0" fmla="*/ 58673 h 5529510"/>
              <a:gd name="connsiteX1" fmla="*/ 5697205 w 5700636"/>
              <a:gd name="connsiteY1" fmla="*/ 603832 h 5529510"/>
              <a:gd name="connsiteX2" fmla="*/ 5697180 w 5700636"/>
              <a:gd name="connsiteY2" fmla="*/ 1467164 h 5529510"/>
              <a:gd name="connsiteX3" fmla="*/ 5700636 w 5700636"/>
              <a:gd name="connsiteY3" fmla="*/ 3276981 h 5529510"/>
              <a:gd name="connsiteX4" fmla="*/ 4901483 w 5700636"/>
              <a:gd name="connsiteY4" fmla="*/ 3141732 h 5529510"/>
              <a:gd name="connsiteX5" fmla="*/ 2681942 w 5700636"/>
              <a:gd name="connsiteY5" fmla="*/ 5529510 h 5529510"/>
              <a:gd name="connsiteX6" fmla="*/ 0 w 5700636"/>
              <a:gd name="connsiteY6" fmla="*/ 978371 h 5529510"/>
              <a:gd name="connsiteX7" fmla="*/ 867914 w 5700636"/>
              <a:gd name="connsiteY7" fmla="*/ 0 h 5529510"/>
              <a:gd name="connsiteX8" fmla="*/ 3279841 w 5700636"/>
              <a:gd name="connsiteY8" fmla="*/ 717784 h 5529510"/>
              <a:gd name="connsiteX9" fmla="*/ 3869629 w 5700636"/>
              <a:gd name="connsiteY9" fmla="*/ 58673 h 5529510"/>
              <a:gd name="connsiteX0" fmla="*/ 4970416 w 6801423"/>
              <a:gd name="connsiteY0" fmla="*/ 58673 h 3729586"/>
              <a:gd name="connsiteX1" fmla="*/ 6797992 w 6801423"/>
              <a:gd name="connsiteY1" fmla="*/ 603832 h 3729586"/>
              <a:gd name="connsiteX2" fmla="*/ 6797967 w 6801423"/>
              <a:gd name="connsiteY2" fmla="*/ 1467164 h 3729586"/>
              <a:gd name="connsiteX3" fmla="*/ 6801423 w 6801423"/>
              <a:gd name="connsiteY3" fmla="*/ 3276981 h 3729586"/>
              <a:gd name="connsiteX4" fmla="*/ 6002270 w 6801423"/>
              <a:gd name="connsiteY4" fmla="*/ 3141732 h 3729586"/>
              <a:gd name="connsiteX5" fmla="*/ 0 w 6801423"/>
              <a:gd name="connsiteY5" fmla="*/ 3729586 h 3729586"/>
              <a:gd name="connsiteX6" fmla="*/ 1100787 w 6801423"/>
              <a:gd name="connsiteY6" fmla="*/ 978371 h 3729586"/>
              <a:gd name="connsiteX7" fmla="*/ 1968701 w 6801423"/>
              <a:gd name="connsiteY7" fmla="*/ 0 h 3729586"/>
              <a:gd name="connsiteX8" fmla="*/ 4380628 w 6801423"/>
              <a:gd name="connsiteY8" fmla="*/ 717784 h 3729586"/>
              <a:gd name="connsiteX9" fmla="*/ 4970416 w 6801423"/>
              <a:gd name="connsiteY9" fmla="*/ 58673 h 3729586"/>
              <a:gd name="connsiteX0" fmla="*/ 4970416 w 6801423"/>
              <a:gd name="connsiteY0" fmla="*/ 58673 h 3970776"/>
              <a:gd name="connsiteX1" fmla="*/ 6797992 w 6801423"/>
              <a:gd name="connsiteY1" fmla="*/ 603832 h 3970776"/>
              <a:gd name="connsiteX2" fmla="*/ 6797967 w 6801423"/>
              <a:gd name="connsiteY2" fmla="*/ 1467164 h 3970776"/>
              <a:gd name="connsiteX3" fmla="*/ 6801423 w 6801423"/>
              <a:gd name="connsiteY3" fmla="*/ 3276981 h 3970776"/>
              <a:gd name="connsiteX4" fmla="*/ 6002270 w 6801423"/>
              <a:gd name="connsiteY4" fmla="*/ 3141732 h 3970776"/>
              <a:gd name="connsiteX5" fmla="*/ 0 w 6801423"/>
              <a:gd name="connsiteY5" fmla="*/ 3729586 h 3970776"/>
              <a:gd name="connsiteX6" fmla="*/ 1100787 w 6801423"/>
              <a:gd name="connsiteY6" fmla="*/ 978371 h 3970776"/>
              <a:gd name="connsiteX7" fmla="*/ 1968701 w 6801423"/>
              <a:gd name="connsiteY7" fmla="*/ 0 h 3970776"/>
              <a:gd name="connsiteX8" fmla="*/ 4380628 w 6801423"/>
              <a:gd name="connsiteY8" fmla="*/ 717784 h 3970776"/>
              <a:gd name="connsiteX9" fmla="*/ 4970416 w 6801423"/>
              <a:gd name="connsiteY9" fmla="*/ 58673 h 3970776"/>
              <a:gd name="connsiteX0" fmla="*/ 4970416 w 6801423"/>
              <a:gd name="connsiteY0" fmla="*/ 58673 h 4868008"/>
              <a:gd name="connsiteX1" fmla="*/ 6797992 w 6801423"/>
              <a:gd name="connsiteY1" fmla="*/ 603832 h 4868008"/>
              <a:gd name="connsiteX2" fmla="*/ 6797967 w 6801423"/>
              <a:gd name="connsiteY2" fmla="*/ 1467164 h 4868008"/>
              <a:gd name="connsiteX3" fmla="*/ 6801423 w 6801423"/>
              <a:gd name="connsiteY3" fmla="*/ 3276981 h 4868008"/>
              <a:gd name="connsiteX4" fmla="*/ 2759450 w 6801423"/>
              <a:gd name="connsiteY4" fmla="*/ 4829130 h 4868008"/>
              <a:gd name="connsiteX5" fmla="*/ 0 w 6801423"/>
              <a:gd name="connsiteY5" fmla="*/ 3729586 h 4868008"/>
              <a:gd name="connsiteX6" fmla="*/ 1100787 w 6801423"/>
              <a:gd name="connsiteY6" fmla="*/ 978371 h 4868008"/>
              <a:gd name="connsiteX7" fmla="*/ 1968701 w 6801423"/>
              <a:gd name="connsiteY7" fmla="*/ 0 h 4868008"/>
              <a:gd name="connsiteX8" fmla="*/ 4380628 w 6801423"/>
              <a:gd name="connsiteY8" fmla="*/ 717784 h 4868008"/>
              <a:gd name="connsiteX9" fmla="*/ 4970416 w 6801423"/>
              <a:gd name="connsiteY9" fmla="*/ 58673 h 4868008"/>
              <a:gd name="connsiteX0" fmla="*/ 4970416 w 6801423"/>
              <a:gd name="connsiteY0" fmla="*/ 58673 h 4829130"/>
              <a:gd name="connsiteX1" fmla="*/ 6797992 w 6801423"/>
              <a:gd name="connsiteY1" fmla="*/ 603832 h 4829130"/>
              <a:gd name="connsiteX2" fmla="*/ 6797967 w 6801423"/>
              <a:gd name="connsiteY2" fmla="*/ 1467164 h 4829130"/>
              <a:gd name="connsiteX3" fmla="*/ 6801423 w 6801423"/>
              <a:gd name="connsiteY3" fmla="*/ 3276981 h 4829130"/>
              <a:gd name="connsiteX4" fmla="*/ 2759450 w 6801423"/>
              <a:gd name="connsiteY4" fmla="*/ 4829130 h 4829130"/>
              <a:gd name="connsiteX5" fmla="*/ 0 w 6801423"/>
              <a:gd name="connsiteY5" fmla="*/ 3729586 h 4829130"/>
              <a:gd name="connsiteX6" fmla="*/ 1100787 w 6801423"/>
              <a:gd name="connsiteY6" fmla="*/ 978371 h 4829130"/>
              <a:gd name="connsiteX7" fmla="*/ 1968701 w 6801423"/>
              <a:gd name="connsiteY7" fmla="*/ 0 h 4829130"/>
              <a:gd name="connsiteX8" fmla="*/ 4380628 w 6801423"/>
              <a:gd name="connsiteY8" fmla="*/ 717784 h 4829130"/>
              <a:gd name="connsiteX9" fmla="*/ 4970416 w 6801423"/>
              <a:gd name="connsiteY9" fmla="*/ 58673 h 4829130"/>
              <a:gd name="connsiteX0" fmla="*/ 4970416 w 6801423"/>
              <a:gd name="connsiteY0" fmla="*/ 58673 h 4651330"/>
              <a:gd name="connsiteX1" fmla="*/ 6797992 w 6801423"/>
              <a:gd name="connsiteY1" fmla="*/ 603832 h 4651330"/>
              <a:gd name="connsiteX2" fmla="*/ 6797967 w 6801423"/>
              <a:gd name="connsiteY2" fmla="*/ 1467164 h 4651330"/>
              <a:gd name="connsiteX3" fmla="*/ 6801423 w 6801423"/>
              <a:gd name="connsiteY3" fmla="*/ 3276981 h 4651330"/>
              <a:gd name="connsiteX4" fmla="*/ 2856817 w 6801423"/>
              <a:gd name="connsiteY4" fmla="*/ 4651330 h 4651330"/>
              <a:gd name="connsiteX5" fmla="*/ 0 w 6801423"/>
              <a:gd name="connsiteY5" fmla="*/ 3729586 h 4651330"/>
              <a:gd name="connsiteX6" fmla="*/ 1100787 w 6801423"/>
              <a:gd name="connsiteY6" fmla="*/ 978371 h 4651330"/>
              <a:gd name="connsiteX7" fmla="*/ 1968701 w 6801423"/>
              <a:gd name="connsiteY7" fmla="*/ 0 h 4651330"/>
              <a:gd name="connsiteX8" fmla="*/ 4380628 w 6801423"/>
              <a:gd name="connsiteY8" fmla="*/ 717784 h 4651330"/>
              <a:gd name="connsiteX9" fmla="*/ 4970416 w 6801423"/>
              <a:gd name="connsiteY9" fmla="*/ 58673 h 4651330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78322"/>
              <a:gd name="connsiteX1" fmla="*/ 6797992 w 6801423"/>
              <a:gd name="connsiteY1" fmla="*/ 603832 h 4878322"/>
              <a:gd name="connsiteX2" fmla="*/ 6797967 w 6801423"/>
              <a:gd name="connsiteY2" fmla="*/ 1467164 h 4878322"/>
              <a:gd name="connsiteX3" fmla="*/ 6801423 w 6801423"/>
              <a:gd name="connsiteY3" fmla="*/ 3276981 h 4878322"/>
              <a:gd name="connsiteX4" fmla="*/ 2784851 w 6801423"/>
              <a:gd name="connsiteY4" fmla="*/ 4833363 h 4878322"/>
              <a:gd name="connsiteX5" fmla="*/ 0 w 6801423"/>
              <a:gd name="connsiteY5" fmla="*/ 3729586 h 4878322"/>
              <a:gd name="connsiteX6" fmla="*/ 1100787 w 6801423"/>
              <a:gd name="connsiteY6" fmla="*/ 978371 h 4878322"/>
              <a:gd name="connsiteX7" fmla="*/ 1968701 w 6801423"/>
              <a:gd name="connsiteY7" fmla="*/ 0 h 4878322"/>
              <a:gd name="connsiteX8" fmla="*/ 4380628 w 6801423"/>
              <a:gd name="connsiteY8" fmla="*/ 717784 h 4878322"/>
              <a:gd name="connsiteX9" fmla="*/ 4970416 w 6801423"/>
              <a:gd name="connsiteY9" fmla="*/ 58673 h 4878322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14671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46675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5538"/>
              <a:gd name="connsiteY0" fmla="*/ 58673 h 5688185"/>
              <a:gd name="connsiteX1" fmla="*/ 6797992 w 6805538"/>
              <a:gd name="connsiteY1" fmla="*/ 603832 h 5688185"/>
              <a:gd name="connsiteX2" fmla="*/ 6804843 w 6805538"/>
              <a:gd name="connsiteY2" fmla="*/ 5506337 h 5688185"/>
              <a:gd name="connsiteX3" fmla="*/ 4025173 w 6805538"/>
              <a:gd name="connsiteY3" fmla="*/ 4946036 h 5688185"/>
              <a:gd name="connsiteX4" fmla="*/ 2784851 w 6805538"/>
              <a:gd name="connsiteY4" fmla="*/ 4833363 h 5688185"/>
              <a:gd name="connsiteX5" fmla="*/ 0 w 6805538"/>
              <a:gd name="connsiteY5" fmla="*/ 3729586 h 5688185"/>
              <a:gd name="connsiteX6" fmla="*/ 1100787 w 6805538"/>
              <a:gd name="connsiteY6" fmla="*/ 978371 h 5688185"/>
              <a:gd name="connsiteX7" fmla="*/ 1968701 w 6805538"/>
              <a:gd name="connsiteY7" fmla="*/ 0 h 5688185"/>
              <a:gd name="connsiteX8" fmla="*/ 4380628 w 6805538"/>
              <a:gd name="connsiteY8" fmla="*/ 717784 h 5688185"/>
              <a:gd name="connsiteX9" fmla="*/ 4970416 w 6805538"/>
              <a:gd name="connsiteY9" fmla="*/ 58673 h 5688185"/>
              <a:gd name="connsiteX0" fmla="*/ 4970416 w 6805538"/>
              <a:gd name="connsiteY0" fmla="*/ 58673 h 5749538"/>
              <a:gd name="connsiteX1" fmla="*/ 6797992 w 6805538"/>
              <a:gd name="connsiteY1" fmla="*/ 603832 h 5749538"/>
              <a:gd name="connsiteX2" fmla="*/ 6804843 w 6805538"/>
              <a:gd name="connsiteY2" fmla="*/ 5506337 h 5749538"/>
              <a:gd name="connsiteX3" fmla="*/ 2932018 w 6805538"/>
              <a:gd name="connsiteY3" fmla="*/ 5537302 h 5749538"/>
              <a:gd name="connsiteX4" fmla="*/ 2784851 w 6805538"/>
              <a:gd name="connsiteY4" fmla="*/ 4833363 h 5749538"/>
              <a:gd name="connsiteX5" fmla="*/ 0 w 6805538"/>
              <a:gd name="connsiteY5" fmla="*/ 3729586 h 5749538"/>
              <a:gd name="connsiteX6" fmla="*/ 1100787 w 6805538"/>
              <a:gd name="connsiteY6" fmla="*/ 978371 h 5749538"/>
              <a:gd name="connsiteX7" fmla="*/ 1968701 w 6805538"/>
              <a:gd name="connsiteY7" fmla="*/ 0 h 5749538"/>
              <a:gd name="connsiteX8" fmla="*/ 4380628 w 6805538"/>
              <a:gd name="connsiteY8" fmla="*/ 717784 h 5749538"/>
              <a:gd name="connsiteX9" fmla="*/ 4970416 w 6805538"/>
              <a:gd name="connsiteY9" fmla="*/ 58673 h 5749538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972326"/>
              <a:gd name="connsiteY0" fmla="*/ 58673 h 5531737"/>
              <a:gd name="connsiteX1" fmla="*/ 6797992 w 6972326"/>
              <a:gd name="connsiteY1" fmla="*/ 603832 h 5531737"/>
              <a:gd name="connsiteX2" fmla="*/ 6801668 w 6972326"/>
              <a:gd name="connsiteY2" fmla="*/ 5531737 h 5531737"/>
              <a:gd name="connsiteX3" fmla="*/ 2928843 w 6972326"/>
              <a:gd name="connsiteY3" fmla="*/ 5527777 h 5531737"/>
              <a:gd name="connsiteX4" fmla="*/ 2784851 w 6972326"/>
              <a:gd name="connsiteY4" fmla="*/ 4833363 h 5531737"/>
              <a:gd name="connsiteX5" fmla="*/ 0 w 6972326"/>
              <a:gd name="connsiteY5" fmla="*/ 3729586 h 5531737"/>
              <a:gd name="connsiteX6" fmla="*/ 1100787 w 6972326"/>
              <a:gd name="connsiteY6" fmla="*/ 978371 h 5531737"/>
              <a:gd name="connsiteX7" fmla="*/ 1968701 w 6972326"/>
              <a:gd name="connsiteY7" fmla="*/ 0 h 5531737"/>
              <a:gd name="connsiteX8" fmla="*/ 4380628 w 6972326"/>
              <a:gd name="connsiteY8" fmla="*/ 717784 h 5531737"/>
              <a:gd name="connsiteX9" fmla="*/ 4970416 w 6972326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827921 w 6801668"/>
              <a:gd name="connsiteY4" fmla="*/ 4810171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1538 w 6801668"/>
              <a:gd name="connsiteY4" fmla="*/ 4826737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70704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70416 w 6801668"/>
              <a:gd name="connsiteY9" fmla="*/ 70704 h 5543768"/>
              <a:gd name="connsiteX0" fmla="*/ 4994479 w 6801668"/>
              <a:gd name="connsiteY0" fmla="*/ 6468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94479 w 6801668"/>
              <a:gd name="connsiteY9" fmla="*/ 64688 h 5543768"/>
              <a:gd name="connsiteX0" fmla="*/ 4958384 w 6801668"/>
              <a:gd name="connsiteY0" fmla="*/ 6468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58384 w 6801668"/>
              <a:gd name="connsiteY9" fmla="*/ 64688 h 5543768"/>
              <a:gd name="connsiteX0" fmla="*/ 4967909 w 6801668"/>
              <a:gd name="connsiteY0" fmla="*/ 5833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67909 w 6801668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29815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23799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73358 w 6806430"/>
              <a:gd name="connsiteY8" fmla="*/ 723799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72671 w 6806430"/>
              <a:gd name="connsiteY9" fmla="*/ 58338 h 5543768"/>
              <a:gd name="connsiteX0" fmla="*/ 4953621 w 6806430"/>
              <a:gd name="connsiteY0" fmla="*/ 6468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53621 w 6806430"/>
              <a:gd name="connsiteY9" fmla="*/ 64688 h 5543768"/>
              <a:gd name="connsiteX0" fmla="*/ 4953621 w 6806430"/>
              <a:gd name="connsiteY0" fmla="*/ 6468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53621 w 6806430"/>
              <a:gd name="connsiteY9" fmla="*/ 64688 h 5543768"/>
              <a:gd name="connsiteX0" fmla="*/ 4958383 w 6811192"/>
              <a:gd name="connsiteY0" fmla="*/ 64688 h 5543768"/>
              <a:gd name="connsiteX1" fmla="*/ 6807516 w 6811192"/>
              <a:gd name="connsiteY1" fmla="*/ 615863 h 5543768"/>
              <a:gd name="connsiteX2" fmla="*/ 6811192 w 6811192"/>
              <a:gd name="connsiteY2" fmla="*/ 5543768 h 5543768"/>
              <a:gd name="connsiteX3" fmla="*/ 2938367 w 6811192"/>
              <a:gd name="connsiteY3" fmla="*/ 5539808 h 5543768"/>
              <a:gd name="connsiteX4" fmla="*/ 2791062 w 6811192"/>
              <a:gd name="connsiteY4" fmla="*/ 4838768 h 5543768"/>
              <a:gd name="connsiteX5" fmla="*/ 0 w 6811192"/>
              <a:gd name="connsiteY5" fmla="*/ 3751142 h 5543768"/>
              <a:gd name="connsiteX6" fmla="*/ 1110311 w 6811192"/>
              <a:gd name="connsiteY6" fmla="*/ 990402 h 5543768"/>
              <a:gd name="connsiteX7" fmla="*/ 1984241 w 6811192"/>
              <a:gd name="connsiteY7" fmla="*/ 0 h 5543768"/>
              <a:gd name="connsiteX8" fmla="*/ 4390152 w 6811192"/>
              <a:gd name="connsiteY8" fmla="*/ 711768 h 5543768"/>
              <a:gd name="connsiteX9" fmla="*/ 4958383 w 6811192"/>
              <a:gd name="connsiteY9" fmla="*/ 64688 h 5543768"/>
              <a:gd name="connsiteX0" fmla="*/ 4958383 w 6811192"/>
              <a:gd name="connsiteY0" fmla="*/ 64688 h 5543768"/>
              <a:gd name="connsiteX1" fmla="*/ 6807516 w 6811192"/>
              <a:gd name="connsiteY1" fmla="*/ 615863 h 5543768"/>
              <a:gd name="connsiteX2" fmla="*/ 6811192 w 6811192"/>
              <a:gd name="connsiteY2" fmla="*/ 5543768 h 5543768"/>
              <a:gd name="connsiteX3" fmla="*/ 2938367 w 6811192"/>
              <a:gd name="connsiteY3" fmla="*/ 5539808 h 5543768"/>
              <a:gd name="connsiteX4" fmla="*/ 2776775 w 6811192"/>
              <a:gd name="connsiteY4" fmla="*/ 4843531 h 5543768"/>
              <a:gd name="connsiteX5" fmla="*/ 0 w 6811192"/>
              <a:gd name="connsiteY5" fmla="*/ 3751142 h 5543768"/>
              <a:gd name="connsiteX6" fmla="*/ 1110311 w 6811192"/>
              <a:gd name="connsiteY6" fmla="*/ 990402 h 5543768"/>
              <a:gd name="connsiteX7" fmla="*/ 1984241 w 6811192"/>
              <a:gd name="connsiteY7" fmla="*/ 0 h 5543768"/>
              <a:gd name="connsiteX8" fmla="*/ 4390152 w 6811192"/>
              <a:gd name="connsiteY8" fmla="*/ 711768 h 5543768"/>
              <a:gd name="connsiteX9" fmla="*/ 4958383 w 6811192"/>
              <a:gd name="connsiteY9" fmla="*/ 64688 h 554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11192" h="5543768">
                <a:moveTo>
                  <a:pt x="4958383" y="64688"/>
                </a:moveTo>
                <a:lnTo>
                  <a:pt x="6807516" y="615863"/>
                </a:lnTo>
                <a:cubicBezTo>
                  <a:pt x="6810214" y="2145966"/>
                  <a:pt x="6807031" y="4453746"/>
                  <a:pt x="6811192" y="5543768"/>
                </a:cubicBezTo>
                <a:lnTo>
                  <a:pt x="2938367" y="5539808"/>
                </a:lnTo>
                <a:cubicBezTo>
                  <a:pt x="2867720" y="5199729"/>
                  <a:pt x="2843850" y="5170863"/>
                  <a:pt x="2776775" y="4843531"/>
                </a:cubicBezTo>
                <a:lnTo>
                  <a:pt x="0" y="3751142"/>
                </a:lnTo>
                <a:lnTo>
                  <a:pt x="1110311" y="990402"/>
                </a:lnTo>
                <a:cubicBezTo>
                  <a:pt x="1518328" y="526314"/>
                  <a:pt x="1114212" y="979037"/>
                  <a:pt x="1984241" y="0"/>
                </a:cubicBezTo>
                <a:lnTo>
                  <a:pt x="4390152" y="711768"/>
                </a:lnTo>
                <a:cubicBezTo>
                  <a:pt x="4663749" y="402229"/>
                  <a:pt x="4655909" y="393477"/>
                  <a:pt x="4958383" y="64688"/>
                </a:cubicBezTo>
                <a:close/>
              </a:path>
            </a:pathLst>
          </a:custGeom>
          <a:solidFill>
            <a:schemeClr val="bg1"/>
          </a:solidFill>
        </p:spPr>
        <p:txBody>
          <a:bodyPr bIns="1440000" anchor="b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5D8D0C-014B-B12D-9A9F-6E48C9CE2968}"/>
              </a:ext>
            </a:extLst>
          </p:cNvPr>
          <p:cNvCxnSpPr>
            <a:cxnSpLocks/>
            <a:endCxn id="7" idx="5"/>
          </p:cNvCxnSpPr>
          <p:nvPr userDrawn="1"/>
        </p:nvCxnSpPr>
        <p:spPr>
          <a:xfrm>
            <a:off x="0" y="4188213"/>
            <a:ext cx="5380808" cy="8771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3A8053-4D34-A6A0-0BD4-884C9C932D2C}"/>
              </a:ext>
            </a:extLst>
          </p:cNvPr>
          <p:cNvCxnSpPr>
            <a:cxnSpLocks/>
          </p:cNvCxnSpPr>
          <p:nvPr userDrawn="1"/>
        </p:nvCxnSpPr>
        <p:spPr>
          <a:xfrm flipV="1">
            <a:off x="4418387" y="5065374"/>
            <a:ext cx="962421" cy="17926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BF2071-6C3C-66F6-6163-17528DB0ABC6}"/>
              </a:ext>
            </a:extLst>
          </p:cNvPr>
          <p:cNvCxnSpPr>
            <a:cxnSpLocks/>
            <a:stCxn id="7" idx="7"/>
          </p:cNvCxnSpPr>
          <p:nvPr userDrawn="1"/>
        </p:nvCxnSpPr>
        <p:spPr>
          <a:xfrm flipH="1" flipV="1">
            <a:off x="6567686" y="-2565"/>
            <a:ext cx="797363" cy="131679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4B548D-D8DF-CF20-E1C1-B07DBB85F4CF}"/>
              </a:ext>
            </a:extLst>
          </p:cNvPr>
          <p:cNvCxnSpPr>
            <a:cxnSpLocks/>
            <a:stCxn id="7" idx="0"/>
          </p:cNvCxnSpPr>
          <p:nvPr userDrawn="1"/>
        </p:nvCxnSpPr>
        <p:spPr>
          <a:xfrm flipH="1" flipV="1">
            <a:off x="6567686" y="-2565"/>
            <a:ext cx="3771505" cy="13814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8DED2E-D7F8-EBCA-D4D6-E1A52B951252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9" name="Hexagon 34">
            <a:extLst>
              <a:ext uri="{FF2B5EF4-FFF2-40B4-BE49-F238E27FC236}">
                <a16:creationId xmlns:a16="http://schemas.microsoft.com/office/drawing/2014/main" id="{4F1F88AD-A2FF-E0F0-159C-A24834D2CAEC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BAD5E5-3E85-5CED-03DB-4220862F6266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2" name="Hexagon 34">
              <a:extLst>
                <a:ext uri="{FF2B5EF4-FFF2-40B4-BE49-F238E27FC236}">
                  <a16:creationId xmlns:a16="http://schemas.microsoft.com/office/drawing/2014/main" id="{A7DC6CD2-E94B-B9BA-30B7-AAABB356607E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Hexagon 34">
              <a:extLst>
                <a:ext uri="{FF2B5EF4-FFF2-40B4-BE49-F238E27FC236}">
                  <a16:creationId xmlns:a16="http://schemas.microsoft.com/office/drawing/2014/main" id="{15615DFB-76FF-5DFD-ABCB-1F7C186C1421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Hexagon 34">
              <a:extLst>
                <a:ext uri="{FF2B5EF4-FFF2-40B4-BE49-F238E27FC236}">
                  <a16:creationId xmlns:a16="http://schemas.microsoft.com/office/drawing/2014/main" id="{4CB09CE7-B77A-2EFB-6EC0-2E7857163BD8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20F64A4-F1A7-EC07-049A-B317444154EB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6" name="Hexagon 34">
            <a:extLst>
              <a:ext uri="{FF2B5EF4-FFF2-40B4-BE49-F238E27FC236}">
                <a16:creationId xmlns:a16="http://schemas.microsoft.com/office/drawing/2014/main" id="{BC5BEEB2-87A5-D3C3-91F8-606D1D1C5074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BED7C3-FDBD-E2EB-2108-B86ED4C47DF8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832592F9-B0E5-3A0A-573E-5EA6974B7BA7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Hexagon 34">
              <a:extLst>
                <a:ext uri="{FF2B5EF4-FFF2-40B4-BE49-F238E27FC236}">
                  <a16:creationId xmlns:a16="http://schemas.microsoft.com/office/drawing/2014/main" id="{80AC4A73-29D5-43A5-9B27-E1577A5A1BA6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Hexagon 34">
              <a:extLst>
                <a:ext uri="{FF2B5EF4-FFF2-40B4-BE49-F238E27FC236}">
                  <a16:creationId xmlns:a16="http://schemas.microsoft.com/office/drawing/2014/main" id="{564E86AA-D54B-B901-35B6-2B664EEEE6D2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A7835BC-E836-F594-0FDD-87994CDB6311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69" name="Hexagon 34">
              <a:extLst>
                <a:ext uri="{FF2B5EF4-FFF2-40B4-BE49-F238E27FC236}">
                  <a16:creationId xmlns:a16="http://schemas.microsoft.com/office/drawing/2014/main" id="{C365A3BD-A399-9635-6DC1-34F7CBA7BE68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0" name="Hexagon 34">
              <a:extLst>
                <a:ext uri="{FF2B5EF4-FFF2-40B4-BE49-F238E27FC236}">
                  <a16:creationId xmlns:a16="http://schemas.microsoft.com/office/drawing/2014/main" id="{7D3FCFE7-981B-B7A2-2A0A-D161E972F368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Hexagon 34">
              <a:extLst>
                <a:ext uri="{FF2B5EF4-FFF2-40B4-BE49-F238E27FC236}">
                  <a16:creationId xmlns:a16="http://schemas.microsoft.com/office/drawing/2014/main" id="{B786447E-7CDA-3A35-194F-2559C6AE4696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Hexagon 34">
              <a:extLst>
                <a:ext uri="{FF2B5EF4-FFF2-40B4-BE49-F238E27FC236}">
                  <a16:creationId xmlns:a16="http://schemas.microsoft.com/office/drawing/2014/main" id="{9D8498FB-6FB0-7743-40C9-26D74B91DBEA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0DA8F46-F57D-0901-F514-744DF068336B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74" name="Hexagon 34">
              <a:extLst>
                <a:ext uri="{FF2B5EF4-FFF2-40B4-BE49-F238E27FC236}">
                  <a16:creationId xmlns:a16="http://schemas.microsoft.com/office/drawing/2014/main" id="{DE76EB77-08B8-48E0-906C-06D264E17FB8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Hexagon 34">
              <a:extLst>
                <a:ext uri="{FF2B5EF4-FFF2-40B4-BE49-F238E27FC236}">
                  <a16:creationId xmlns:a16="http://schemas.microsoft.com/office/drawing/2014/main" id="{D1428878-312F-24F3-4392-48AE42EEFCBD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Hexagon 34">
              <a:extLst>
                <a:ext uri="{FF2B5EF4-FFF2-40B4-BE49-F238E27FC236}">
                  <a16:creationId xmlns:a16="http://schemas.microsoft.com/office/drawing/2014/main" id="{80FF0F51-6B45-00CF-B56B-67A87857E9B6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Hexagon 34">
              <a:extLst>
                <a:ext uri="{FF2B5EF4-FFF2-40B4-BE49-F238E27FC236}">
                  <a16:creationId xmlns:a16="http://schemas.microsoft.com/office/drawing/2014/main" id="{4FA80E73-2F84-6078-6B7A-714BA2CC53EA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8" name="Hexagon 34">
            <a:extLst>
              <a:ext uri="{FF2B5EF4-FFF2-40B4-BE49-F238E27FC236}">
                <a16:creationId xmlns:a16="http://schemas.microsoft.com/office/drawing/2014/main" id="{6DDCB17C-8D76-A5F5-12A4-8107145472F0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BDF661A-9740-A44A-022C-E7F5BCD7482F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80" name="Hexagon 34">
              <a:extLst>
                <a:ext uri="{FF2B5EF4-FFF2-40B4-BE49-F238E27FC236}">
                  <a16:creationId xmlns:a16="http://schemas.microsoft.com/office/drawing/2014/main" id="{E2B97D87-B465-137C-142E-F9E7CDD8BFD7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1" name="Hexagon 34">
              <a:extLst>
                <a:ext uri="{FF2B5EF4-FFF2-40B4-BE49-F238E27FC236}">
                  <a16:creationId xmlns:a16="http://schemas.microsoft.com/office/drawing/2014/main" id="{65B77CA2-5030-B108-CA20-49B66E2B9CFC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55416EF0-029A-8CFD-7AD9-A8D34F2DB7F7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94EFDD3-3726-A358-5F65-224F18D9B1BE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4" name="Hexagon 34">
              <a:extLst>
                <a:ext uri="{FF2B5EF4-FFF2-40B4-BE49-F238E27FC236}">
                  <a16:creationId xmlns:a16="http://schemas.microsoft.com/office/drawing/2014/main" id="{98849164-10BC-4438-4FA3-E5709595E806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60BC7451-58FB-D781-E177-5BF76B094F5A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F32B7D44-A989-B0C2-D0ED-7A6CB756E5DE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FFD9BFD-4B3C-437F-6406-3BBEA66C6A8A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8" name="Hexagon 34">
              <a:extLst>
                <a:ext uri="{FF2B5EF4-FFF2-40B4-BE49-F238E27FC236}">
                  <a16:creationId xmlns:a16="http://schemas.microsoft.com/office/drawing/2014/main" id="{3285C58C-A80F-8CC9-A213-B2E821579C4C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6EAE24D-96D1-59BE-903D-F2EB1EA42341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0" name="Hexagon 34">
                <a:extLst>
                  <a:ext uri="{FF2B5EF4-FFF2-40B4-BE49-F238E27FC236}">
                    <a16:creationId xmlns:a16="http://schemas.microsoft.com/office/drawing/2014/main" id="{7A4756AE-72F8-EEFF-83C6-90E3A7C1B4B3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Hexagon 34">
                <a:extLst>
                  <a:ext uri="{FF2B5EF4-FFF2-40B4-BE49-F238E27FC236}">
                    <a16:creationId xmlns:a16="http://schemas.microsoft.com/office/drawing/2014/main" id="{7FD861A7-64BF-EE80-80B5-CD1865A6BA13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6990C103-0CC9-58C7-2709-20FDAC0FE75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7721419-77B2-3428-072C-539C36FC8F56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4" name="Hexagon 34">
              <a:extLst>
                <a:ext uri="{FF2B5EF4-FFF2-40B4-BE49-F238E27FC236}">
                  <a16:creationId xmlns:a16="http://schemas.microsoft.com/office/drawing/2014/main" id="{E378CD8E-31D9-1B92-759F-39FF4EA15F24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78AC899-79A0-FEE4-B0BF-8611DE819394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6" name="Hexagon 34">
                <a:extLst>
                  <a:ext uri="{FF2B5EF4-FFF2-40B4-BE49-F238E27FC236}">
                    <a16:creationId xmlns:a16="http://schemas.microsoft.com/office/drawing/2014/main" id="{F3505EC8-8BD4-E1D4-D99C-4ABBCBA8AD5E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CC852F00-6662-DAF6-49A4-D865062896BB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D29131E3-E65B-0E35-3C9C-265914DE4D77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FDAF5D7-637B-E32D-943B-FDC9F64574DC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0" name="Hexagon 34">
              <a:extLst>
                <a:ext uri="{FF2B5EF4-FFF2-40B4-BE49-F238E27FC236}">
                  <a16:creationId xmlns:a16="http://schemas.microsoft.com/office/drawing/2014/main" id="{9C3D84E1-5EDA-BF87-B3D2-1D3F82767CCC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13F1B025-7FC7-2E42-D847-634493604389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F9715A43-6D63-D30B-2129-DB78F407FA8B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BD2E97D2-C058-D64A-1278-C6F925DF909D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24984FF-614A-06F0-0200-2BD8A8556A82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5" name="Hexagon 34">
              <a:extLst>
                <a:ext uri="{FF2B5EF4-FFF2-40B4-BE49-F238E27FC236}">
                  <a16:creationId xmlns:a16="http://schemas.microsoft.com/office/drawing/2014/main" id="{CF785580-65AD-8A30-F76F-01F848C1E220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7E7669E4-C2B3-DEBE-89C9-F9FB0DD8D534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0429B01B-A66A-8495-0F2E-6AD36F47F8E7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D727E3F-561A-1ADA-C8CA-C6736E6E1094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00DCA083-2BE2-BD64-DDFD-3D33F4607C91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1D60C8E-B9C2-6F93-73F0-316FC607D096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D1D7324-ECF9-5636-7DC7-98A3A0DA3E91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2" name="Right Brace 111">
            <a:extLst>
              <a:ext uri="{FF2B5EF4-FFF2-40B4-BE49-F238E27FC236}">
                <a16:creationId xmlns:a16="http://schemas.microsoft.com/office/drawing/2014/main" id="{85F2C2D2-C970-28F7-E72C-C93AF1C411DB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DD68A3D-4696-BF30-3F6D-45B15826A6BB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4" name="Right Brace 113">
            <a:extLst>
              <a:ext uri="{FF2B5EF4-FFF2-40B4-BE49-F238E27FC236}">
                <a16:creationId xmlns:a16="http://schemas.microsoft.com/office/drawing/2014/main" id="{D317554E-C58C-96B1-AA83-1CBE8FE2F036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871F98F-2AE6-F45A-B45A-179445172A43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BBD491E-7045-D33B-84D7-13CC96841F41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DBB0F057-C4DC-A271-1C99-923966D3D21C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5B26506E-6261-CE80-F5BB-0E61D64C3D8A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1BE9F41D-2E67-F456-A098-8D61AA8E10EE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1A98683-1BC8-621B-CF8A-2BD83C4E1719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26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2">
    <p:bg>
      <p:bgPr>
        <a:solidFill>
          <a:srgbClr val="00A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314F373-7FA0-9E59-9F6D-54F01166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1864" y="1374826"/>
            <a:ext cx="6564090" cy="614014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BC506A-D8AC-281C-4876-ACCCE7C68B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1864" y="2076668"/>
            <a:ext cx="6564090" cy="614014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2-line title</a:t>
            </a:r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BAAF1F0D-16DE-0C88-49DA-17D6FD926C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1864" y="2963285"/>
            <a:ext cx="6564090" cy="2492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tabLst/>
              <a:defRPr sz="18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tabLst/>
              <a:defRPr/>
            </a:pPr>
            <a:r>
              <a:rPr noProof="0" dirty="0"/>
              <a:t>Click to insert a subtitle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ACBE76D-E7E7-F198-FEC3-2F74E880F8B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10" name="Espace réservé pour une image  6">
            <a:extLst>
              <a:ext uri="{FF2B5EF4-FFF2-40B4-BE49-F238E27FC236}">
                <a16:creationId xmlns:a16="http://schemas.microsoft.com/office/drawing/2014/main" id="{55D56658-8C19-D77E-8B22-1A04D3251C8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13744" y="1356125"/>
            <a:ext cx="7033086" cy="5504436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  <a:gd name="connsiteX0" fmla="*/ 4003652 w 7013757"/>
              <a:gd name="connsiteY0" fmla="*/ 26341 h 5835809"/>
              <a:gd name="connsiteX1" fmla="*/ 7008972 w 7013757"/>
              <a:gd name="connsiteY1" fmla="*/ 0 h 5835809"/>
              <a:gd name="connsiteX2" fmla="*/ 7012437 w 7013757"/>
              <a:gd name="connsiteY2" fmla="*/ 5835809 h 5835809"/>
              <a:gd name="connsiteX3" fmla="*/ 306078 w 7013757"/>
              <a:gd name="connsiteY3" fmla="*/ 5830023 h 5835809"/>
              <a:gd name="connsiteX4" fmla="*/ 0 w 7013757"/>
              <a:gd name="connsiteY4" fmla="*/ 4829430 h 5835809"/>
              <a:gd name="connsiteX5" fmla="*/ 63708 w 7013757"/>
              <a:gd name="connsiteY5" fmla="*/ 3532780 h 5835809"/>
              <a:gd name="connsiteX6" fmla="*/ 1435305 w 7013757"/>
              <a:gd name="connsiteY6" fmla="*/ 2963154 h 5835809"/>
              <a:gd name="connsiteX7" fmla="*/ 2859372 w 7013757"/>
              <a:gd name="connsiteY7" fmla="*/ 2371043 h 5835809"/>
              <a:gd name="connsiteX8" fmla="*/ 3251337 w 7013757"/>
              <a:gd name="connsiteY8" fmla="*/ 1058431 h 5835809"/>
              <a:gd name="connsiteX9" fmla="*/ 4003652 w 7013757"/>
              <a:gd name="connsiteY9" fmla="*/ 26341 h 5835809"/>
              <a:gd name="connsiteX0" fmla="*/ 4003652 w 7014162"/>
              <a:gd name="connsiteY0" fmla="*/ 2634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4003652 w 7014162"/>
              <a:gd name="connsiteY9" fmla="*/ 2634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200455 w 6710581"/>
              <a:gd name="connsiteY0" fmla="*/ 3481 h 6035000"/>
              <a:gd name="connsiteX1" fmla="*/ 6705391 w 6710581"/>
              <a:gd name="connsiteY1" fmla="*/ 0 h 6035000"/>
              <a:gd name="connsiteX2" fmla="*/ 6708856 w 6710581"/>
              <a:gd name="connsiteY2" fmla="*/ 5835809 h 6035000"/>
              <a:gd name="connsiteX3" fmla="*/ 2497 w 6710581"/>
              <a:gd name="connsiteY3" fmla="*/ 5830023 h 6035000"/>
              <a:gd name="connsiteX4" fmla="*/ 5919194 w 6710581"/>
              <a:gd name="connsiteY4" fmla="*/ 3623717 h 6035000"/>
              <a:gd name="connsiteX5" fmla="*/ 3669187 w 6710581"/>
              <a:gd name="connsiteY5" fmla="*/ 5978800 h 6035000"/>
              <a:gd name="connsiteX6" fmla="*/ 1346608 w 6710581"/>
              <a:gd name="connsiteY6" fmla="*/ 3776970 h 6035000"/>
              <a:gd name="connsiteX7" fmla="*/ 685843 w 6710581"/>
              <a:gd name="connsiteY7" fmla="*/ 2508203 h 6035000"/>
              <a:gd name="connsiteX8" fmla="*/ 2385400 w 6710581"/>
              <a:gd name="connsiteY8" fmla="*/ 349771 h 6035000"/>
              <a:gd name="connsiteX9" fmla="*/ 2200455 w 6710581"/>
              <a:gd name="connsiteY9" fmla="*/ 3481 h 6035000"/>
              <a:gd name="connsiteX0" fmla="*/ 1514612 w 6024738"/>
              <a:gd name="connsiteY0" fmla="*/ 3481 h 6035000"/>
              <a:gd name="connsiteX1" fmla="*/ 6019548 w 6024738"/>
              <a:gd name="connsiteY1" fmla="*/ 0 h 6035000"/>
              <a:gd name="connsiteX2" fmla="*/ 6023013 w 6024738"/>
              <a:gd name="connsiteY2" fmla="*/ 5835809 h 6035000"/>
              <a:gd name="connsiteX3" fmla="*/ 5855019 w 6024738"/>
              <a:gd name="connsiteY3" fmla="*/ 3701817 h 6035000"/>
              <a:gd name="connsiteX4" fmla="*/ 5233351 w 6024738"/>
              <a:gd name="connsiteY4" fmla="*/ 3623717 h 6035000"/>
              <a:gd name="connsiteX5" fmla="*/ 2983344 w 6024738"/>
              <a:gd name="connsiteY5" fmla="*/ 5978800 h 6035000"/>
              <a:gd name="connsiteX6" fmla="*/ 660765 w 6024738"/>
              <a:gd name="connsiteY6" fmla="*/ 3776970 h 6035000"/>
              <a:gd name="connsiteX7" fmla="*/ 0 w 6024738"/>
              <a:gd name="connsiteY7" fmla="*/ 2508203 h 6035000"/>
              <a:gd name="connsiteX8" fmla="*/ 1699557 w 6024738"/>
              <a:gd name="connsiteY8" fmla="*/ 349771 h 6035000"/>
              <a:gd name="connsiteX9" fmla="*/ 1514612 w 6024738"/>
              <a:gd name="connsiteY9" fmla="*/ 3481 h 6035000"/>
              <a:gd name="connsiteX0" fmla="*/ 1514612 w 6024738"/>
              <a:gd name="connsiteY0" fmla="*/ 3481 h 6081762"/>
              <a:gd name="connsiteX1" fmla="*/ 6019548 w 6024738"/>
              <a:gd name="connsiteY1" fmla="*/ 0 h 6081762"/>
              <a:gd name="connsiteX2" fmla="*/ 6023013 w 6024738"/>
              <a:gd name="connsiteY2" fmla="*/ 5835809 h 6081762"/>
              <a:gd name="connsiteX3" fmla="*/ 5855019 w 6024738"/>
              <a:gd name="connsiteY3" fmla="*/ 3701817 h 6081762"/>
              <a:gd name="connsiteX4" fmla="*/ 5233351 w 6024738"/>
              <a:gd name="connsiteY4" fmla="*/ 3623717 h 6081762"/>
              <a:gd name="connsiteX5" fmla="*/ 2983344 w 6024738"/>
              <a:gd name="connsiteY5" fmla="*/ 5978800 h 6081762"/>
              <a:gd name="connsiteX6" fmla="*/ 660765 w 6024738"/>
              <a:gd name="connsiteY6" fmla="*/ 3776970 h 6081762"/>
              <a:gd name="connsiteX7" fmla="*/ 0 w 6024738"/>
              <a:gd name="connsiteY7" fmla="*/ 2508203 h 6081762"/>
              <a:gd name="connsiteX8" fmla="*/ 1699557 w 6024738"/>
              <a:gd name="connsiteY8" fmla="*/ 349771 h 6081762"/>
              <a:gd name="connsiteX9" fmla="*/ 1514612 w 6024738"/>
              <a:gd name="connsiteY9" fmla="*/ 3481 h 6081762"/>
              <a:gd name="connsiteX0" fmla="*/ 1514612 w 6024738"/>
              <a:gd name="connsiteY0" fmla="*/ 3481 h 6080269"/>
              <a:gd name="connsiteX1" fmla="*/ 6019548 w 6024738"/>
              <a:gd name="connsiteY1" fmla="*/ 0 h 6080269"/>
              <a:gd name="connsiteX2" fmla="*/ 6023013 w 6024738"/>
              <a:gd name="connsiteY2" fmla="*/ 5835809 h 6080269"/>
              <a:gd name="connsiteX3" fmla="*/ 5855019 w 6024738"/>
              <a:gd name="connsiteY3" fmla="*/ 3701817 h 6080269"/>
              <a:gd name="connsiteX4" fmla="*/ 5230176 w 6024738"/>
              <a:gd name="connsiteY4" fmla="*/ 3591967 h 6080269"/>
              <a:gd name="connsiteX5" fmla="*/ 2983344 w 6024738"/>
              <a:gd name="connsiteY5" fmla="*/ 5978800 h 6080269"/>
              <a:gd name="connsiteX6" fmla="*/ 660765 w 6024738"/>
              <a:gd name="connsiteY6" fmla="*/ 3776970 h 6080269"/>
              <a:gd name="connsiteX7" fmla="*/ 0 w 6024738"/>
              <a:gd name="connsiteY7" fmla="*/ 2508203 h 6080269"/>
              <a:gd name="connsiteX8" fmla="*/ 1699557 w 6024738"/>
              <a:gd name="connsiteY8" fmla="*/ 349771 h 6080269"/>
              <a:gd name="connsiteX9" fmla="*/ 1514612 w 6024738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170715"/>
              <a:gd name="connsiteX1" fmla="*/ 6019548 w 6026469"/>
              <a:gd name="connsiteY1" fmla="*/ 0 h 6170715"/>
              <a:gd name="connsiteX2" fmla="*/ 6023013 w 6026469"/>
              <a:gd name="connsiteY2" fmla="*/ 5835809 h 6170715"/>
              <a:gd name="connsiteX3" fmla="*/ 6026469 w 6026469"/>
              <a:gd name="connsiteY3" fmla="*/ 3736742 h 6170715"/>
              <a:gd name="connsiteX4" fmla="*/ 5223826 w 6026469"/>
              <a:gd name="connsiteY4" fmla="*/ 3601492 h 6170715"/>
              <a:gd name="connsiteX5" fmla="*/ 2979854 w 6026469"/>
              <a:gd name="connsiteY5" fmla="*/ 6073032 h 6170715"/>
              <a:gd name="connsiteX6" fmla="*/ 660765 w 6026469"/>
              <a:gd name="connsiteY6" fmla="*/ 3776970 h 6170715"/>
              <a:gd name="connsiteX7" fmla="*/ 0 w 6026469"/>
              <a:gd name="connsiteY7" fmla="*/ 2508203 h 6170715"/>
              <a:gd name="connsiteX8" fmla="*/ 1699557 w 6026469"/>
              <a:gd name="connsiteY8" fmla="*/ 349771 h 6170715"/>
              <a:gd name="connsiteX9" fmla="*/ 1514612 w 6026469"/>
              <a:gd name="connsiteY9" fmla="*/ 3481 h 6170715"/>
              <a:gd name="connsiteX0" fmla="*/ 1514612 w 6026469"/>
              <a:gd name="connsiteY0" fmla="*/ 3481 h 6090695"/>
              <a:gd name="connsiteX1" fmla="*/ 6019548 w 6026469"/>
              <a:gd name="connsiteY1" fmla="*/ 0 h 6090695"/>
              <a:gd name="connsiteX2" fmla="*/ 6023013 w 6026469"/>
              <a:gd name="connsiteY2" fmla="*/ 5835809 h 6090695"/>
              <a:gd name="connsiteX3" fmla="*/ 6026469 w 6026469"/>
              <a:gd name="connsiteY3" fmla="*/ 3736742 h 6090695"/>
              <a:gd name="connsiteX4" fmla="*/ 5223826 w 6026469"/>
              <a:gd name="connsiteY4" fmla="*/ 3601492 h 6090695"/>
              <a:gd name="connsiteX5" fmla="*/ 3004285 w 6026469"/>
              <a:gd name="connsiteY5" fmla="*/ 5989270 h 6090695"/>
              <a:gd name="connsiteX6" fmla="*/ 660765 w 6026469"/>
              <a:gd name="connsiteY6" fmla="*/ 3776970 h 6090695"/>
              <a:gd name="connsiteX7" fmla="*/ 0 w 6026469"/>
              <a:gd name="connsiteY7" fmla="*/ 2508203 h 6090695"/>
              <a:gd name="connsiteX8" fmla="*/ 1699557 w 6026469"/>
              <a:gd name="connsiteY8" fmla="*/ 349771 h 6090695"/>
              <a:gd name="connsiteX9" fmla="*/ 1514612 w 6026469"/>
              <a:gd name="connsiteY9" fmla="*/ 3481 h 6090695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4738"/>
              <a:gd name="connsiteY0" fmla="*/ 3481 h 5989270"/>
              <a:gd name="connsiteX1" fmla="*/ 6019548 w 6024738"/>
              <a:gd name="connsiteY1" fmla="*/ 0 h 5989270"/>
              <a:gd name="connsiteX2" fmla="*/ 6023013 w 6024738"/>
              <a:gd name="connsiteY2" fmla="*/ 5835809 h 5989270"/>
              <a:gd name="connsiteX3" fmla="*/ 5939217 w 6024738"/>
              <a:gd name="connsiteY3" fmla="*/ 3726271 h 5989270"/>
              <a:gd name="connsiteX4" fmla="*/ 5223826 w 6024738"/>
              <a:gd name="connsiteY4" fmla="*/ 3601492 h 5989270"/>
              <a:gd name="connsiteX5" fmla="*/ 3004285 w 6024738"/>
              <a:gd name="connsiteY5" fmla="*/ 5989270 h 5989270"/>
              <a:gd name="connsiteX6" fmla="*/ 660765 w 6024738"/>
              <a:gd name="connsiteY6" fmla="*/ 3776970 h 5989270"/>
              <a:gd name="connsiteX7" fmla="*/ 0 w 6024738"/>
              <a:gd name="connsiteY7" fmla="*/ 2508203 h 5989270"/>
              <a:gd name="connsiteX8" fmla="*/ 1699557 w 6024738"/>
              <a:gd name="connsiteY8" fmla="*/ 349771 h 5989270"/>
              <a:gd name="connsiteX9" fmla="*/ 1514612 w 602473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58408"/>
              <a:gd name="connsiteY0" fmla="*/ 3481 h 5989270"/>
              <a:gd name="connsiteX1" fmla="*/ 6019548 w 6058408"/>
              <a:gd name="connsiteY1" fmla="*/ 0 h 5989270"/>
              <a:gd name="connsiteX2" fmla="*/ 6057914 w 6058408"/>
              <a:gd name="connsiteY2" fmla="*/ 3361345 h 5989270"/>
              <a:gd name="connsiteX3" fmla="*/ 6026469 w 6058408"/>
              <a:gd name="connsiteY3" fmla="*/ 3743722 h 5989270"/>
              <a:gd name="connsiteX4" fmla="*/ 5223826 w 6058408"/>
              <a:gd name="connsiteY4" fmla="*/ 3601492 h 5989270"/>
              <a:gd name="connsiteX5" fmla="*/ 3004285 w 6058408"/>
              <a:gd name="connsiteY5" fmla="*/ 5989270 h 5989270"/>
              <a:gd name="connsiteX6" fmla="*/ 660765 w 6058408"/>
              <a:gd name="connsiteY6" fmla="*/ 3776970 h 5989270"/>
              <a:gd name="connsiteX7" fmla="*/ 0 w 6058408"/>
              <a:gd name="connsiteY7" fmla="*/ 2508203 h 5989270"/>
              <a:gd name="connsiteX8" fmla="*/ 1699557 w 6058408"/>
              <a:gd name="connsiteY8" fmla="*/ 349771 h 5989270"/>
              <a:gd name="connsiteX9" fmla="*/ 1514612 w 605840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2706"/>
              <a:gd name="connsiteY0" fmla="*/ 3481 h 5989270"/>
              <a:gd name="connsiteX1" fmla="*/ 6019548 w 6022706"/>
              <a:gd name="connsiteY1" fmla="*/ 0 h 5989270"/>
              <a:gd name="connsiteX2" fmla="*/ 6019523 w 6022706"/>
              <a:gd name="connsiteY2" fmla="*/ 1926924 h 5989270"/>
              <a:gd name="connsiteX3" fmla="*/ 5984588 w 6022706"/>
              <a:gd name="connsiteY3" fmla="*/ 3680900 h 5989270"/>
              <a:gd name="connsiteX4" fmla="*/ 5223826 w 6022706"/>
              <a:gd name="connsiteY4" fmla="*/ 3601492 h 5989270"/>
              <a:gd name="connsiteX5" fmla="*/ 3004285 w 6022706"/>
              <a:gd name="connsiteY5" fmla="*/ 5989270 h 5989270"/>
              <a:gd name="connsiteX6" fmla="*/ 660765 w 6022706"/>
              <a:gd name="connsiteY6" fmla="*/ 3776970 h 5989270"/>
              <a:gd name="connsiteX7" fmla="*/ 0 w 6022706"/>
              <a:gd name="connsiteY7" fmla="*/ 2508203 h 5989270"/>
              <a:gd name="connsiteX8" fmla="*/ 1699557 w 6022706"/>
              <a:gd name="connsiteY8" fmla="*/ 349771 h 5989270"/>
              <a:gd name="connsiteX9" fmla="*/ 1514612 w 6022706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4415 w 6016629"/>
              <a:gd name="connsiteY6" fmla="*/ 3776970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60765 w 6016629"/>
              <a:gd name="connsiteY6" fmla="*/ 378014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718607 w 6016629"/>
              <a:gd name="connsiteY8" fmla="*/ 352946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705215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48065 w 6016629"/>
              <a:gd name="connsiteY6" fmla="*/ 376744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21503 w 5652510"/>
              <a:gd name="connsiteY0" fmla="*/ 63486 h 5534323"/>
              <a:gd name="connsiteX1" fmla="*/ 5649079 w 5652510"/>
              <a:gd name="connsiteY1" fmla="*/ 608645 h 5534323"/>
              <a:gd name="connsiteX2" fmla="*/ 5649054 w 5652510"/>
              <a:gd name="connsiteY2" fmla="*/ 1471977 h 5534323"/>
              <a:gd name="connsiteX3" fmla="*/ 5652510 w 5652510"/>
              <a:gd name="connsiteY3" fmla="*/ 3281794 h 5534323"/>
              <a:gd name="connsiteX4" fmla="*/ 4853357 w 5652510"/>
              <a:gd name="connsiteY4" fmla="*/ 3146545 h 5534323"/>
              <a:gd name="connsiteX5" fmla="*/ 2633816 w 5652510"/>
              <a:gd name="connsiteY5" fmla="*/ 5534323 h 5534323"/>
              <a:gd name="connsiteX6" fmla="*/ 0 w 5652510"/>
              <a:gd name="connsiteY6" fmla="*/ 1016872 h 5534323"/>
              <a:gd name="connsiteX7" fmla="*/ 814975 w 5652510"/>
              <a:gd name="connsiteY7" fmla="*/ 0 h 5534323"/>
              <a:gd name="connsiteX8" fmla="*/ 3231715 w 5652510"/>
              <a:gd name="connsiteY8" fmla="*/ 722597 h 5534323"/>
              <a:gd name="connsiteX9" fmla="*/ 3821503 w 5652510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720437 w 5551444"/>
              <a:gd name="connsiteY0" fmla="*/ 63486 h 5534323"/>
              <a:gd name="connsiteX1" fmla="*/ 5548013 w 5551444"/>
              <a:gd name="connsiteY1" fmla="*/ 608645 h 5534323"/>
              <a:gd name="connsiteX2" fmla="*/ 5547988 w 5551444"/>
              <a:gd name="connsiteY2" fmla="*/ 1471977 h 5534323"/>
              <a:gd name="connsiteX3" fmla="*/ 5551444 w 5551444"/>
              <a:gd name="connsiteY3" fmla="*/ 3281794 h 5534323"/>
              <a:gd name="connsiteX4" fmla="*/ 4752291 w 5551444"/>
              <a:gd name="connsiteY4" fmla="*/ 3146545 h 5534323"/>
              <a:gd name="connsiteX5" fmla="*/ 2532750 w 5551444"/>
              <a:gd name="connsiteY5" fmla="*/ 5534323 h 5534323"/>
              <a:gd name="connsiteX6" fmla="*/ 0 w 5551444"/>
              <a:gd name="connsiteY6" fmla="*/ 968746 h 5534323"/>
              <a:gd name="connsiteX7" fmla="*/ 713909 w 5551444"/>
              <a:gd name="connsiteY7" fmla="*/ 0 h 5534323"/>
              <a:gd name="connsiteX8" fmla="*/ 3130649 w 5551444"/>
              <a:gd name="connsiteY8" fmla="*/ 722597 h 5534323"/>
              <a:gd name="connsiteX9" fmla="*/ 3720437 w 555144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0 h 5470837"/>
              <a:gd name="connsiteX1" fmla="*/ 5697205 w 5700636"/>
              <a:gd name="connsiteY1" fmla="*/ 545159 h 5470837"/>
              <a:gd name="connsiteX2" fmla="*/ 5697180 w 5700636"/>
              <a:gd name="connsiteY2" fmla="*/ 1408491 h 5470837"/>
              <a:gd name="connsiteX3" fmla="*/ 5700636 w 5700636"/>
              <a:gd name="connsiteY3" fmla="*/ 3218308 h 5470837"/>
              <a:gd name="connsiteX4" fmla="*/ 4901483 w 5700636"/>
              <a:gd name="connsiteY4" fmla="*/ 3083059 h 5470837"/>
              <a:gd name="connsiteX5" fmla="*/ 2681942 w 5700636"/>
              <a:gd name="connsiteY5" fmla="*/ 5470837 h 5470837"/>
              <a:gd name="connsiteX6" fmla="*/ 0 w 5700636"/>
              <a:gd name="connsiteY6" fmla="*/ 919698 h 5470837"/>
              <a:gd name="connsiteX7" fmla="*/ 853476 w 5700636"/>
              <a:gd name="connsiteY7" fmla="*/ 133832 h 5470837"/>
              <a:gd name="connsiteX8" fmla="*/ 3279841 w 5700636"/>
              <a:gd name="connsiteY8" fmla="*/ 659111 h 5470837"/>
              <a:gd name="connsiteX9" fmla="*/ 3869629 w 5700636"/>
              <a:gd name="connsiteY9" fmla="*/ 0 h 5470837"/>
              <a:gd name="connsiteX0" fmla="*/ 3869629 w 5700636"/>
              <a:gd name="connsiteY0" fmla="*/ 58673 h 5529510"/>
              <a:gd name="connsiteX1" fmla="*/ 5697205 w 5700636"/>
              <a:gd name="connsiteY1" fmla="*/ 603832 h 5529510"/>
              <a:gd name="connsiteX2" fmla="*/ 5697180 w 5700636"/>
              <a:gd name="connsiteY2" fmla="*/ 1467164 h 5529510"/>
              <a:gd name="connsiteX3" fmla="*/ 5700636 w 5700636"/>
              <a:gd name="connsiteY3" fmla="*/ 3276981 h 5529510"/>
              <a:gd name="connsiteX4" fmla="*/ 4901483 w 5700636"/>
              <a:gd name="connsiteY4" fmla="*/ 3141732 h 5529510"/>
              <a:gd name="connsiteX5" fmla="*/ 2681942 w 5700636"/>
              <a:gd name="connsiteY5" fmla="*/ 5529510 h 5529510"/>
              <a:gd name="connsiteX6" fmla="*/ 0 w 5700636"/>
              <a:gd name="connsiteY6" fmla="*/ 978371 h 5529510"/>
              <a:gd name="connsiteX7" fmla="*/ 867914 w 5700636"/>
              <a:gd name="connsiteY7" fmla="*/ 0 h 5529510"/>
              <a:gd name="connsiteX8" fmla="*/ 3279841 w 5700636"/>
              <a:gd name="connsiteY8" fmla="*/ 717784 h 5529510"/>
              <a:gd name="connsiteX9" fmla="*/ 3869629 w 5700636"/>
              <a:gd name="connsiteY9" fmla="*/ 58673 h 5529510"/>
              <a:gd name="connsiteX0" fmla="*/ 4970416 w 6801423"/>
              <a:gd name="connsiteY0" fmla="*/ 58673 h 3729586"/>
              <a:gd name="connsiteX1" fmla="*/ 6797992 w 6801423"/>
              <a:gd name="connsiteY1" fmla="*/ 603832 h 3729586"/>
              <a:gd name="connsiteX2" fmla="*/ 6797967 w 6801423"/>
              <a:gd name="connsiteY2" fmla="*/ 1467164 h 3729586"/>
              <a:gd name="connsiteX3" fmla="*/ 6801423 w 6801423"/>
              <a:gd name="connsiteY3" fmla="*/ 3276981 h 3729586"/>
              <a:gd name="connsiteX4" fmla="*/ 6002270 w 6801423"/>
              <a:gd name="connsiteY4" fmla="*/ 3141732 h 3729586"/>
              <a:gd name="connsiteX5" fmla="*/ 0 w 6801423"/>
              <a:gd name="connsiteY5" fmla="*/ 3729586 h 3729586"/>
              <a:gd name="connsiteX6" fmla="*/ 1100787 w 6801423"/>
              <a:gd name="connsiteY6" fmla="*/ 978371 h 3729586"/>
              <a:gd name="connsiteX7" fmla="*/ 1968701 w 6801423"/>
              <a:gd name="connsiteY7" fmla="*/ 0 h 3729586"/>
              <a:gd name="connsiteX8" fmla="*/ 4380628 w 6801423"/>
              <a:gd name="connsiteY8" fmla="*/ 717784 h 3729586"/>
              <a:gd name="connsiteX9" fmla="*/ 4970416 w 6801423"/>
              <a:gd name="connsiteY9" fmla="*/ 58673 h 3729586"/>
              <a:gd name="connsiteX0" fmla="*/ 4970416 w 6801423"/>
              <a:gd name="connsiteY0" fmla="*/ 58673 h 3970776"/>
              <a:gd name="connsiteX1" fmla="*/ 6797992 w 6801423"/>
              <a:gd name="connsiteY1" fmla="*/ 603832 h 3970776"/>
              <a:gd name="connsiteX2" fmla="*/ 6797967 w 6801423"/>
              <a:gd name="connsiteY2" fmla="*/ 1467164 h 3970776"/>
              <a:gd name="connsiteX3" fmla="*/ 6801423 w 6801423"/>
              <a:gd name="connsiteY3" fmla="*/ 3276981 h 3970776"/>
              <a:gd name="connsiteX4" fmla="*/ 6002270 w 6801423"/>
              <a:gd name="connsiteY4" fmla="*/ 3141732 h 3970776"/>
              <a:gd name="connsiteX5" fmla="*/ 0 w 6801423"/>
              <a:gd name="connsiteY5" fmla="*/ 3729586 h 3970776"/>
              <a:gd name="connsiteX6" fmla="*/ 1100787 w 6801423"/>
              <a:gd name="connsiteY6" fmla="*/ 978371 h 3970776"/>
              <a:gd name="connsiteX7" fmla="*/ 1968701 w 6801423"/>
              <a:gd name="connsiteY7" fmla="*/ 0 h 3970776"/>
              <a:gd name="connsiteX8" fmla="*/ 4380628 w 6801423"/>
              <a:gd name="connsiteY8" fmla="*/ 717784 h 3970776"/>
              <a:gd name="connsiteX9" fmla="*/ 4970416 w 6801423"/>
              <a:gd name="connsiteY9" fmla="*/ 58673 h 3970776"/>
              <a:gd name="connsiteX0" fmla="*/ 4970416 w 6801423"/>
              <a:gd name="connsiteY0" fmla="*/ 58673 h 4868008"/>
              <a:gd name="connsiteX1" fmla="*/ 6797992 w 6801423"/>
              <a:gd name="connsiteY1" fmla="*/ 603832 h 4868008"/>
              <a:gd name="connsiteX2" fmla="*/ 6797967 w 6801423"/>
              <a:gd name="connsiteY2" fmla="*/ 1467164 h 4868008"/>
              <a:gd name="connsiteX3" fmla="*/ 6801423 w 6801423"/>
              <a:gd name="connsiteY3" fmla="*/ 3276981 h 4868008"/>
              <a:gd name="connsiteX4" fmla="*/ 2759450 w 6801423"/>
              <a:gd name="connsiteY4" fmla="*/ 4829130 h 4868008"/>
              <a:gd name="connsiteX5" fmla="*/ 0 w 6801423"/>
              <a:gd name="connsiteY5" fmla="*/ 3729586 h 4868008"/>
              <a:gd name="connsiteX6" fmla="*/ 1100787 w 6801423"/>
              <a:gd name="connsiteY6" fmla="*/ 978371 h 4868008"/>
              <a:gd name="connsiteX7" fmla="*/ 1968701 w 6801423"/>
              <a:gd name="connsiteY7" fmla="*/ 0 h 4868008"/>
              <a:gd name="connsiteX8" fmla="*/ 4380628 w 6801423"/>
              <a:gd name="connsiteY8" fmla="*/ 717784 h 4868008"/>
              <a:gd name="connsiteX9" fmla="*/ 4970416 w 6801423"/>
              <a:gd name="connsiteY9" fmla="*/ 58673 h 4868008"/>
              <a:gd name="connsiteX0" fmla="*/ 4970416 w 6801423"/>
              <a:gd name="connsiteY0" fmla="*/ 58673 h 4829130"/>
              <a:gd name="connsiteX1" fmla="*/ 6797992 w 6801423"/>
              <a:gd name="connsiteY1" fmla="*/ 603832 h 4829130"/>
              <a:gd name="connsiteX2" fmla="*/ 6797967 w 6801423"/>
              <a:gd name="connsiteY2" fmla="*/ 1467164 h 4829130"/>
              <a:gd name="connsiteX3" fmla="*/ 6801423 w 6801423"/>
              <a:gd name="connsiteY3" fmla="*/ 3276981 h 4829130"/>
              <a:gd name="connsiteX4" fmla="*/ 2759450 w 6801423"/>
              <a:gd name="connsiteY4" fmla="*/ 4829130 h 4829130"/>
              <a:gd name="connsiteX5" fmla="*/ 0 w 6801423"/>
              <a:gd name="connsiteY5" fmla="*/ 3729586 h 4829130"/>
              <a:gd name="connsiteX6" fmla="*/ 1100787 w 6801423"/>
              <a:gd name="connsiteY6" fmla="*/ 978371 h 4829130"/>
              <a:gd name="connsiteX7" fmla="*/ 1968701 w 6801423"/>
              <a:gd name="connsiteY7" fmla="*/ 0 h 4829130"/>
              <a:gd name="connsiteX8" fmla="*/ 4380628 w 6801423"/>
              <a:gd name="connsiteY8" fmla="*/ 717784 h 4829130"/>
              <a:gd name="connsiteX9" fmla="*/ 4970416 w 6801423"/>
              <a:gd name="connsiteY9" fmla="*/ 58673 h 4829130"/>
              <a:gd name="connsiteX0" fmla="*/ 4970416 w 6801423"/>
              <a:gd name="connsiteY0" fmla="*/ 58673 h 4651330"/>
              <a:gd name="connsiteX1" fmla="*/ 6797992 w 6801423"/>
              <a:gd name="connsiteY1" fmla="*/ 603832 h 4651330"/>
              <a:gd name="connsiteX2" fmla="*/ 6797967 w 6801423"/>
              <a:gd name="connsiteY2" fmla="*/ 1467164 h 4651330"/>
              <a:gd name="connsiteX3" fmla="*/ 6801423 w 6801423"/>
              <a:gd name="connsiteY3" fmla="*/ 3276981 h 4651330"/>
              <a:gd name="connsiteX4" fmla="*/ 2856817 w 6801423"/>
              <a:gd name="connsiteY4" fmla="*/ 4651330 h 4651330"/>
              <a:gd name="connsiteX5" fmla="*/ 0 w 6801423"/>
              <a:gd name="connsiteY5" fmla="*/ 3729586 h 4651330"/>
              <a:gd name="connsiteX6" fmla="*/ 1100787 w 6801423"/>
              <a:gd name="connsiteY6" fmla="*/ 978371 h 4651330"/>
              <a:gd name="connsiteX7" fmla="*/ 1968701 w 6801423"/>
              <a:gd name="connsiteY7" fmla="*/ 0 h 4651330"/>
              <a:gd name="connsiteX8" fmla="*/ 4380628 w 6801423"/>
              <a:gd name="connsiteY8" fmla="*/ 717784 h 4651330"/>
              <a:gd name="connsiteX9" fmla="*/ 4970416 w 6801423"/>
              <a:gd name="connsiteY9" fmla="*/ 58673 h 4651330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78322"/>
              <a:gd name="connsiteX1" fmla="*/ 6797992 w 6801423"/>
              <a:gd name="connsiteY1" fmla="*/ 603832 h 4878322"/>
              <a:gd name="connsiteX2" fmla="*/ 6797967 w 6801423"/>
              <a:gd name="connsiteY2" fmla="*/ 1467164 h 4878322"/>
              <a:gd name="connsiteX3" fmla="*/ 6801423 w 6801423"/>
              <a:gd name="connsiteY3" fmla="*/ 3276981 h 4878322"/>
              <a:gd name="connsiteX4" fmla="*/ 2784851 w 6801423"/>
              <a:gd name="connsiteY4" fmla="*/ 4833363 h 4878322"/>
              <a:gd name="connsiteX5" fmla="*/ 0 w 6801423"/>
              <a:gd name="connsiteY5" fmla="*/ 3729586 h 4878322"/>
              <a:gd name="connsiteX6" fmla="*/ 1100787 w 6801423"/>
              <a:gd name="connsiteY6" fmla="*/ 978371 h 4878322"/>
              <a:gd name="connsiteX7" fmla="*/ 1968701 w 6801423"/>
              <a:gd name="connsiteY7" fmla="*/ 0 h 4878322"/>
              <a:gd name="connsiteX8" fmla="*/ 4380628 w 6801423"/>
              <a:gd name="connsiteY8" fmla="*/ 717784 h 4878322"/>
              <a:gd name="connsiteX9" fmla="*/ 4970416 w 6801423"/>
              <a:gd name="connsiteY9" fmla="*/ 58673 h 4878322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14671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46675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5538"/>
              <a:gd name="connsiteY0" fmla="*/ 58673 h 5688185"/>
              <a:gd name="connsiteX1" fmla="*/ 6797992 w 6805538"/>
              <a:gd name="connsiteY1" fmla="*/ 603832 h 5688185"/>
              <a:gd name="connsiteX2" fmla="*/ 6804843 w 6805538"/>
              <a:gd name="connsiteY2" fmla="*/ 5506337 h 5688185"/>
              <a:gd name="connsiteX3" fmla="*/ 4025173 w 6805538"/>
              <a:gd name="connsiteY3" fmla="*/ 4946036 h 5688185"/>
              <a:gd name="connsiteX4" fmla="*/ 2784851 w 6805538"/>
              <a:gd name="connsiteY4" fmla="*/ 4833363 h 5688185"/>
              <a:gd name="connsiteX5" fmla="*/ 0 w 6805538"/>
              <a:gd name="connsiteY5" fmla="*/ 3729586 h 5688185"/>
              <a:gd name="connsiteX6" fmla="*/ 1100787 w 6805538"/>
              <a:gd name="connsiteY6" fmla="*/ 978371 h 5688185"/>
              <a:gd name="connsiteX7" fmla="*/ 1968701 w 6805538"/>
              <a:gd name="connsiteY7" fmla="*/ 0 h 5688185"/>
              <a:gd name="connsiteX8" fmla="*/ 4380628 w 6805538"/>
              <a:gd name="connsiteY8" fmla="*/ 717784 h 5688185"/>
              <a:gd name="connsiteX9" fmla="*/ 4970416 w 6805538"/>
              <a:gd name="connsiteY9" fmla="*/ 58673 h 5688185"/>
              <a:gd name="connsiteX0" fmla="*/ 4970416 w 6805538"/>
              <a:gd name="connsiteY0" fmla="*/ 58673 h 5749538"/>
              <a:gd name="connsiteX1" fmla="*/ 6797992 w 6805538"/>
              <a:gd name="connsiteY1" fmla="*/ 603832 h 5749538"/>
              <a:gd name="connsiteX2" fmla="*/ 6804843 w 6805538"/>
              <a:gd name="connsiteY2" fmla="*/ 5506337 h 5749538"/>
              <a:gd name="connsiteX3" fmla="*/ 2932018 w 6805538"/>
              <a:gd name="connsiteY3" fmla="*/ 5537302 h 5749538"/>
              <a:gd name="connsiteX4" fmla="*/ 2784851 w 6805538"/>
              <a:gd name="connsiteY4" fmla="*/ 4833363 h 5749538"/>
              <a:gd name="connsiteX5" fmla="*/ 0 w 6805538"/>
              <a:gd name="connsiteY5" fmla="*/ 3729586 h 5749538"/>
              <a:gd name="connsiteX6" fmla="*/ 1100787 w 6805538"/>
              <a:gd name="connsiteY6" fmla="*/ 978371 h 5749538"/>
              <a:gd name="connsiteX7" fmla="*/ 1968701 w 6805538"/>
              <a:gd name="connsiteY7" fmla="*/ 0 h 5749538"/>
              <a:gd name="connsiteX8" fmla="*/ 4380628 w 6805538"/>
              <a:gd name="connsiteY8" fmla="*/ 717784 h 5749538"/>
              <a:gd name="connsiteX9" fmla="*/ 4970416 w 6805538"/>
              <a:gd name="connsiteY9" fmla="*/ 58673 h 5749538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972326"/>
              <a:gd name="connsiteY0" fmla="*/ 58673 h 5531737"/>
              <a:gd name="connsiteX1" fmla="*/ 6797992 w 6972326"/>
              <a:gd name="connsiteY1" fmla="*/ 603832 h 5531737"/>
              <a:gd name="connsiteX2" fmla="*/ 6801668 w 6972326"/>
              <a:gd name="connsiteY2" fmla="*/ 5531737 h 5531737"/>
              <a:gd name="connsiteX3" fmla="*/ 2928843 w 6972326"/>
              <a:gd name="connsiteY3" fmla="*/ 5527777 h 5531737"/>
              <a:gd name="connsiteX4" fmla="*/ 2784851 w 6972326"/>
              <a:gd name="connsiteY4" fmla="*/ 4833363 h 5531737"/>
              <a:gd name="connsiteX5" fmla="*/ 0 w 6972326"/>
              <a:gd name="connsiteY5" fmla="*/ 3729586 h 5531737"/>
              <a:gd name="connsiteX6" fmla="*/ 1100787 w 6972326"/>
              <a:gd name="connsiteY6" fmla="*/ 978371 h 5531737"/>
              <a:gd name="connsiteX7" fmla="*/ 1968701 w 6972326"/>
              <a:gd name="connsiteY7" fmla="*/ 0 h 5531737"/>
              <a:gd name="connsiteX8" fmla="*/ 4380628 w 6972326"/>
              <a:gd name="connsiteY8" fmla="*/ 717784 h 5531737"/>
              <a:gd name="connsiteX9" fmla="*/ 4970416 w 6972326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798007"/>
              <a:gd name="connsiteY0" fmla="*/ 58673 h 5531737"/>
              <a:gd name="connsiteX1" fmla="*/ 6797992 w 6798007"/>
              <a:gd name="connsiteY1" fmla="*/ 603832 h 5531737"/>
              <a:gd name="connsiteX2" fmla="*/ 6453939 w 6798007"/>
              <a:gd name="connsiteY2" fmla="*/ 5531737 h 5531737"/>
              <a:gd name="connsiteX3" fmla="*/ 2928843 w 6798007"/>
              <a:gd name="connsiteY3" fmla="*/ 5527777 h 5531737"/>
              <a:gd name="connsiteX4" fmla="*/ 2784851 w 6798007"/>
              <a:gd name="connsiteY4" fmla="*/ 4833363 h 5531737"/>
              <a:gd name="connsiteX5" fmla="*/ 0 w 6798007"/>
              <a:gd name="connsiteY5" fmla="*/ 3729586 h 5531737"/>
              <a:gd name="connsiteX6" fmla="*/ 1100787 w 6798007"/>
              <a:gd name="connsiteY6" fmla="*/ 978371 h 5531737"/>
              <a:gd name="connsiteX7" fmla="*/ 1968701 w 6798007"/>
              <a:gd name="connsiteY7" fmla="*/ 0 h 5531737"/>
              <a:gd name="connsiteX8" fmla="*/ 4380628 w 6798007"/>
              <a:gd name="connsiteY8" fmla="*/ 717784 h 5531737"/>
              <a:gd name="connsiteX9" fmla="*/ 4970416 w 6798007"/>
              <a:gd name="connsiteY9" fmla="*/ 58673 h 5531737"/>
              <a:gd name="connsiteX0" fmla="*/ 4970416 w 6798007"/>
              <a:gd name="connsiteY0" fmla="*/ 58673 h 5532070"/>
              <a:gd name="connsiteX1" fmla="*/ 6797992 w 6798007"/>
              <a:gd name="connsiteY1" fmla="*/ 603832 h 5532070"/>
              <a:gd name="connsiteX2" fmla="*/ 6453939 w 6798007"/>
              <a:gd name="connsiteY2" fmla="*/ 5531737 h 5532070"/>
              <a:gd name="connsiteX3" fmla="*/ 22511 w 6798007"/>
              <a:gd name="connsiteY3" fmla="*/ 5532070 h 5532070"/>
              <a:gd name="connsiteX4" fmla="*/ 2784851 w 6798007"/>
              <a:gd name="connsiteY4" fmla="*/ 4833363 h 5532070"/>
              <a:gd name="connsiteX5" fmla="*/ 0 w 6798007"/>
              <a:gd name="connsiteY5" fmla="*/ 3729586 h 5532070"/>
              <a:gd name="connsiteX6" fmla="*/ 1100787 w 6798007"/>
              <a:gd name="connsiteY6" fmla="*/ 978371 h 5532070"/>
              <a:gd name="connsiteX7" fmla="*/ 1968701 w 6798007"/>
              <a:gd name="connsiteY7" fmla="*/ 0 h 5532070"/>
              <a:gd name="connsiteX8" fmla="*/ 4380628 w 6798007"/>
              <a:gd name="connsiteY8" fmla="*/ 717784 h 5532070"/>
              <a:gd name="connsiteX9" fmla="*/ 4970416 w 6798007"/>
              <a:gd name="connsiteY9" fmla="*/ 58673 h 5532070"/>
              <a:gd name="connsiteX0" fmla="*/ 4970416 w 6798007"/>
              <a:gd name="connsiteY0" fmla="*/ 58673 h 5532070"/>
              <a:gd name="connsiteX1" fmla="*/ 6797992 w 6798007"/>
              <a:gd name="connsiteY1" fmla="*/ 603832 h 5532070"/>
              <a:gd name="connsiteX2" fmla="*/ 6453939 w 6798007"/>
              <a:gd name="connsiteY2" fmla="*/ 5531737 h 5532070"/>
              <a:gd name="connsiteX3" fmla="*/ 22511 w 6798007"/>
              <a:gd name="connsiteY3" fmla="*/ 5532070 h 5532070"/>
              <a:gd name="connsiteX4" fmla="*/ 243420 w 6798007"/>
              <a:gd name="connsiteY4" fmla="*/ 3996237 h 5532070"/>
              <a:gd name="connsiteX5" fmla="*/ 0 w 6798007"/>
              <a:gd name="connsiteY5" fmla="*/ 3729586 h 5532070"/>
              <a:gd name="connsiteX6" fmla="*/ 1100787 w 6798007"/>
              <a:gd name="connsiteY6" fmla="*/ 978371 h 5532070"/>
              <a:gd name="connsiteX7" fmla="*/ 1968701 w 6798007"/>
              <a:gd name="connsiteY7" fmla="*/ 0 h 5532070"/>
              <a:gd name="connsiteX8" fmla="*/ 4380628 w 6798007"/>
              <a:gd name="connsiteY8" fmla="*/ 717784 h 5532070"/>
              <a:gd name="connsiteX9" fmla="*/ 4970416 w 6798007"/>
              <a:gd name="connsiteY9" fmla="*/ 58673 h 5532070"/>
              <a:gd name="connsiteX0" fmla="*/ 4957172 w 6784763"/>
              <a:gd name="connsiteY0" fmla="*/ 58673 h 5532070"/>
              <a:gd name="connsiteX1" fmla="*/ 6784748 w 6784763"/>
              <a:gd name="connsiteY1" fmla="*/ 603832 h 5532070"/>
              <a:gd name="connsiteX2" fmla="*/ 6440695 w 6784763"/>
              <a:gd name="connsiteY2" fmla="*/ 5531737 h 5532070"/>
              <a:gd name="connsiteX3" fmla="*/ 9267 w 6784763"/>
              <a:gd name="connsiteY3" fmla="*/ 5532070 h 5532070"/>
              <a:gd name="connsiteX4" fmla="*/ 230176 w 6784763"/>
              <a:gd name="connsiteY4" fmla="*/ 3996237 h 5532070"/>
              <a:gd name="connsiteX5" fmla="*/ 480447 w 6784763"/>
              <a:gd name="connsiteY5" fmla="*/ 1565936 h 5532070"/>
              <a:gd name="connsiteX6" fmla="*/ 1087543 w 6784763"/>
              <a:gd name="connsiteY6" fmla="*/ 978371 h 5532070"/>
              <a:gd name="connsiteX7" fmla="*/ 1955457 w 6784763"/>
              <a:gd name="connsiteY7" fmla="*/ 0 h 5532070"/>
              <a:gd name="connsiteX8" fmla="*/ 4367384 w 6784763"/>
              <a:gd name="connsiteY8" fmla="*/ 717784 h 5532070"/>
              <a:gd name="connsiteX9" fmla="*/ 4957172 w 6784763"/>
              <a:gd name="connsiteY9" fmla="*/ 58673 h 5532070"/>
              <a:gd name="connsiteX0" fmla="*/ 4957920 w 6785511"/>
              <a:gd name="connsiteY0" fmla="*/ 58673 h 5532070"/>
              <a:gd name="connsiteX1" fmla="*/ 6785496 w 6785511"/>
              <a:gd name="connsiteY1" fmla="*/ 603832 h 5532070"/>
              <a:gd name="connsiteX2" fmla="*/ 6441443 w 6785511"/>
              <a:gd name="connsiteY2" fmla="*/ 5531737 h 5532070"/>
              <a:gd name="connsiteX3" fmla="*/ 10015 w 6785511"/>
              <a:gd name="connsiteY3" fmla="*/ 5532070 h 5532070"/>
              <a:gd name="connsiteX4" fmla="*/ 200873 w 6785511"/>
              <a:gd name="connsiteY4" fmla="*/ 2030062 h 5532070"/>
              <a:gd name="connsiteX5" fmla="*/ 481195 w 6785511"/>
              <a:gd name="connsiteY5" fmla="*/ 1565936 h 5532070"/>
              <a:gd name="connsiteX6" fmla="*/ 1088291 w 6785511"/>
              <a:gd name="connsiteY6" fmla="*/ 978371 h 5532070"/>
              <a:gd name="connsiteX7" fmla="*/ 1956205 w 6785511"/>
              <a:gd name="connsiteY7" fmla="*/ 0 h 5532070"/>
              <a:gd name="connsiteX8" fmla="*/ 4368132 w 6785511"/>
              <a:gd name="connsiteY8" fmla="*/ 717784 h 5532070"/>
              <a:gd name="connsiteX9" fmla="*/ 4957920 w 6785511"/>
              <a:gd name="connsiteY9" fmla="*/ 58673 h 5532070"/>
              <a:gd name="connsiteX0" fmla="*/ 4962240 w 6789831"/>
              <a:gd name="connsiteY0" fmla="*/ 58673 h 5532070"/>
              <a:gd name="connsiteX1" fmla="*/ 6789816 w 6789831"/>
              <a:gd name="connsiteY1" fmla="*/ 603832 h 5532070"/>
              <a:gd name="connsiteX2" fmla="*/ 6445763 w 6789831"/>
              <a:gd name="connsiteY2" fmla="*/ 5531737 h 5532070"/>
              <a:gd name="connsiteX3" fmla="*/ 14335 w 6789831"/>
              <a:gd name="connsiteY3" fmla="*/ 5532070 h 5532070"/>
              <a:gd name="connsiteX4" fmla="*/ 93576 w 6789831"/>
              <a:gd name="connsiteY4" fmla="*/ 1141420 h 5532070"/>
              <a:gd name="connsiteX5" fmla="*/ 485515 w 6789831"/>
              <a:gd name="connsiteY5" fmla="*/ 1565936 h 5532070"/>
              <a:gd name="connsiteX6" fmla="*/ 1092611 w 6789831"/>
              <a:gd name="connsiteY6" fmla="*/ 978371 h 5532070"/>
              <a:gd name="connsiteX7" fmla="*/ 1960525 w 6789831"/>
              <a:gd name="connsiteY7" fmla="*/ 0 h 5532070"/>
              <a:gd name="connsiteX8" fmla="*/ 4372452 w 6789831"/>
              <a:gd name="connsiteY8" fmla="*/ 717784 h 5532070"/>
              <a:gd name="connsiteX9" fmla="*/ 4962240 w 6789831"/>
              <a:gd name="connsiteY9" fmla="*/ 58673 h 5532070"/>
              <a:gd name="connsiteX0" fmla="*/ 4967054 w 6794645"/>
              <a:gd name="connsiteY0" fmla="*/ 58673 h 5532070"/>
              <a:gd name="connsiteX1" fmla="*/ 6794630 w 6794645"/>
              <a:gd name="connsiteY1" fmla="*/ 603832 h 5532070"/>
              <a:gd name="connsiteX2" fmla="*/ 6450577 w 6794645"/>
              <a:gd name="connsiteY2" fmla="*/ 5531737 h 5532070"/>
              <a:gd name="connsiteX3" fmla="*/ 19149 w 6794645"/>
              <a:gd name="connsiteY3" fmla="*/ 5532070 h 5532070"/>
              <a:gd name="connsiteX4" fmla="*/ 33996 w 6794645"/>
              <a:gd name="connsiteY4" fmla="*/ 1192935 h 5532070"/>
              <a:gd name="connsiteX5" fmla="*/ 490329 w 6794645"/>
              <a:gd name="connsiteY5" fmla="*/ 1565936 h 5532070"/>
              <a:gd name="connsiteX6" fmla="*/ 1097425 w 6794645"/>
              <a:gd name="connsiteY6" fmla="*/ 978371 h 5532070"/>
              <a:gd name="connsiteX7" fmla="*/ 1965339 w 6794645"/>
              <a:gd name="connsiteY7" fmla="*/ 0 h 5532070"/>
              <a:gd name="connsiteX8" fmla="*/ 4377266 w 6794645"/>
              <a:gd name="connsiteY8" fmla="*/ 717784 h 5532070"/>
              <a:gd name="connsiteX9" fmla="*/ 4967054 w 6794645"/>
              <a:gd name="connsiteY9" fmla="*/ 58673 h 5532070"/>
              <a:gd name="connsiteX0" fmla="*/ 4967054 w 6794645"/>
              <a:gd name="connsiteY0" fmla="*/ 58673 h 5532070"/>
              <a:gd name="connsiteX1" fmla="*/ 6794630 w 6794645"/>
              <a:gd name="connsiteY1" fmla="*/ 603832 h 5532070"/>
              <a:gd name="connsiteX2" fmla="*/ 6450577 w 6794645"/>
              <a:gd name="connsiteY2" fmla="*/ 5531737 h 5532070"/>
              <a:gd name="connsiteX3" fmla="*/ 19149 w 6794645"/>
              <a:gd name="connsiteY3" fmla="*/ 5532070 h 5532070"/>
              <a:gd name="connsiteX4" fmla="*/ 33996 w 6794645"/>
              <a:gd name="connsiteY4" fmla="*/ 1192935 h 5532070"/>
              <a:gd name="connsiteX5" fmla="*/ 752200 w 6794645"/>
              <a:gd name="connsiteY5" fmla="*/ 720224 h 5532070"/>
              <a:gd name="connsiteX6" fmla="*/ 1097425 w 6794645"/>
              <a:gd name="connsiteY6" fmla="*/ 978371 h 5532070"/>
              <a:gd name="connsiteX7" fmla="*/ 1965339 w 6794645"/>
              <a:gd name="connsiteY7" fmla="*/ 0 h 5532070"/>
              <a:gd name="connsiteX8" fmla="*/ 4377266 w 6794645"/>
              <a:gd name="connsiteY8" fmla="*/ 717784 h 5532070"/>
              <a:gd name="connsiteX9" fmla="*/ 4967054 w 6794645"/>
              <a:gd name="connsiteY9" fmla="*/ 58673 h 5532070"/>
              <a:gd name="connsiteX0" fmla="*/ 4967054 w 6794645"/>
              <a:gd name="connsiteY0" fmla="*/ 0 h 5473397"/>
              <a:gd name="connsiteX1" fmla="*/ 6794630 w 6794645"/>
              <a:gd name="connsiteY1" fmla="*/ 545159 h 5473397"/>
              <a:gd name="connsiteX2" fmla="*/ 6450577 w 6794645"/>
              <a:gd name="connsiteY2" fmla="*/ 5473064 h 5473397"/>
              <a:gd name="connsiteX3" fmla="*/ 19149 w 6794645"/>
              <a:gd name="connsiteY3" fmla="*/ 5473397 h 5473397"/>
              <a:gd name="connsiteX4" fmla="*/ 33996 w 6794645"/>
              <a:gd name="connsiteY4" fmla="*/ 1134262 h 5473397"/>
              <a:gd name="connsiteX5" fmla="*/ 752200 w 6794645"/>
              <a:gd name="connsiteY5" fmla="*/ 661551 h 5473397"/>
              <a:gd name="connsiteX6" fmla="*/ 1097425 w 6794645"/>
              <a:gd name="connsiteY6" fmla="*/ 919698 h 5473397"/>
              <a:gd name="connsiteX7" fmla="*/ 4077474 w 6794645"/>
              <a:gd name="connsiteY7" fmla="*/ 1783006 h 5473397"/>
              <a:gd name="connsiteX8" fmla="*/ 4377266 w 6794645"/>
              <a:gd name="connsiteY8" fmla="*/ 659111 h 5473397"/>
              <a:gd name="connsiteX9" fmla="*/ 4967054 w 6794645"/>
              <a:gd name="connsiteY9" fmla="*/ 0 h 5473397"/>
              <a:gd name="connsiteX0" fmla="*/ 4967054 w 6794645"/>
              <a:gd name="connsiteY0" fmla="*/ 61921 h 5535318"/>
              <a:gd name="connsiteX1" fmla="*/ 6794630 w 6794645"/>
              <a:gd name="connsiteY1" fmla="*/ 607080 h 5535318"/>
              <a:gd name="connsiteX2" fmla="*/ 6450577 w 6794645"/>
              <a:gd name="connsiteY2" fmla="*/ 5534985 h 5535318"/>
              <a:gd name="connsiteX3" fmla="*/ 19149 w 6794645"/>
              <a:gd name="connsiteY3" fmla="*/ 5535318 h 5535318"/>
              <a:gd name="connsiteX4" fmla="*/ 33996 w 6794645"/>
              <a:gd name="connsiteY4" fmla="*/ 1196183 h 5535318"/>
              <a:gd name="connsiteX5" fmla="*/ 752200 w 6794645"/>
              <a:gd name="connsiteY5" fmla="*/ 723472 h 5535318"/>
              <a:gd name="connsiteX6" fmla="*/ 3625977 w 6794645"/>
              <a:gd name="connsiteY6" fmla="*/ 45754 h 5535318"/>
              <a:gd name="connsiteX7" fmla="*/ 4077474 w 6794645"/>
              <a:gd name="connsiteY7" fmla="*/ 1844927 h 5535318"/>
              <a:gd name="connsiteX8" fmla="*/ 4377266 w 6794645"/>
              <a:gd name="connsiteY8" fmla="*/ 721032 h 5535318"/>
              <a:gd name="connsiteX9" fmla="*/ 4967054 w 6794645"/>
              <a:gd name="connsiteY9" fmla="*/ 61921 h 5535318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077474 w 6794645"/>
              <a:gd name="connsiteY7" fmla="*/ 1799173 h 5489564"/>
              <a:gd name="connsiteX8" fmla="*/ 4377266 w 6794645"/>
              <a:gd name="connsiteY8" fmla="*/ 675278 h 5489564"/>
              <a:gd name="connsiteX9" fmla="*/ 4967054 w 6794645"/>
              <a:gd name="connsiteY9" fmla="*/ 16167 h 5489564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305001 w 6794645"/>
              <a:gd name="connsiteY7" fmla="*/ 2919635 h 5489564"/>
              <a:gd name="connsiteX8" fmla="*/ 4377266 w 6794645"/>
              <a:gd name="connsiteY8" fmla="*/ 675278 h 5489564"/>
              <a:gd name="connsiteX9" fmla="*/ 4967054 w 6794645"/>
              <a:gd name="connsiteY9" fmla="*/ 16167 h 5489564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305001 w 6794645"/>
              <a:gd name="connsiteY7" fmla="*/ 2919635 h 5489564"/>
              <a:gd name="connsiteX8" fmla="*/ 4377266 w 6794645"/>
              <a:gd name="connsiteY8" fmla="*/ 675278 h 5489564"/>
              <a:gd name="connsiteX9" fmla="*/ 4967054 w 6794645"/>
              <a:gd name="connsiteY9" fmla="*/ 16167 h 5489564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305001 w 6794645"/>
              <a:gd name="connsiteY7" fmla="*/ 2919635 h 5489564"/>
              <a:gd name="connsiteX8" fmla="*/ 6343441 w 6794645"/>
              <a:gd name="connsiteY8" fmla="*/ 3461408 h 5489564"/>
              <a:gd name="connsiteX9" fmla="*/ 4967054 w 6794645"/>
              <a:gd name="connsiteY9" fmla="*/ 16167 h 5489564"/>
              <a:gd name="connsiteX0" fmla="*/ 4967054 w 7019610"/>
              <a:gd name="connsiteY0" fmla="*/ 16167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6343441 w 7019610"/>
              <a:gd name="connsiteY8" fmla="*/ 3461408 h 5489564"/>
              <a:gd name="connsiteX9" fmla="*/ 4967054 w 7019610"/>
              <a:gd name="connsiteY9" fmla="*/ 16167 h 5489564"/>
              <a:gd name="connsiteX0" fmla="*/ 4967054 w 7019610"/>
              <a:gd name="connsiteY0" fmla="*/ 16167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4921041 w 7019610"/>
              <a:gd name="connsiteY8" fmla="*/ 3142094 h 5489564"/>
              <a:gd name="connsiteX9" fmla="*/ 4967054 w 7019610"/>
              <a:gd name="connsiteY9" fmla="*/ 16167 h 5489564"/>
              <a:gd name="connsiteX0" fmla="*/ 6229796 w 7019610"/>
              <a:gd name="connsiteY0" fmla="*/ 3630224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4921041 w 7019610"/>
              <a:gd name="connsiteY8" fmla="*/ 3142094 h 5489564"/>
              <a:gd name="connsiteX9" fmla="*/ 6229796 w 7019610"/>
              <a:gd name="connsiteY9" fmla="*/ 3630224 h 5489564"/>
              <a:gd name="connsiteX0" fmla="*/ 4921041 w 7019610"/>
              <a:gd name="connsiteY0" fmla="*/ 3142094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4921041 w 7019610"/>
              <a:gd name="connsiteY8" fmla="*/ 3142094 h 5489564"/>
              <a:gd name="connsiteX0" fmla="*/ 4305001 w 7019610"/>
              <a:gd name="connsiteY0" fmla="*/ 2919635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0" fmla="*/ 4305001 w 7019621"/>
              <a:gd name="connsiteY0" fmla="*/ 2919635 h 5489564"/>
              <a:gd name="connsiteX1" fmla="*/ 7019601 w 7019621"/>
              <a:gd name="connsiteY1" fmla="*/ 3935897 h 5489564"/>
              <a:gd name="connsiteX2" fmla="*/ 6450577 w 7019621"/>
              <a:gd name="connsiteY2" fmla="*/ 5489231 h 5489564"/>
              <a:gd name="connsiteX3" fmla="*/ 19149 w 7019621"/>
              <a:gd name="connsiteY3" fmla="*/ 5489564 h 5489564"/>
              <a:gd name="connsiteX4" fmla="*/ 33996 w 7019621"/>
              <a:gd name="connsiteY4" fmla="*/ 1150429 h 5489564"/>
              <a:gd name="connsiteX5" fmla="*/ 752200 w 7019621"/>
              <a:gd name="connsiteY5" fmla="*/ 677718 h 5489564"/>
              <a:gd name="connsiteX6" fmla="*/ 3625977 w 7019621"/>
              <a:gd name="connsiteY6" fmla="*/ 0 h 5489564"/>
              <a:gd name="connsiteX7" fmla="*/ 4305001 w 7019621"/>
              <a:gd name="connsiteY7" fmla="*/ 2919635 h 5489564"/>
              <a:gd name="connsiteX0" fmla="*/ 4305001 w 7046356"/>
              <a:gd name="connsiteY0" fmla="*/ 2919635 h 5489564"/>
              <a:gd name="connsiteX1" fmla="*/ 7046338 w 7046356"/>
              <a:gd name="connsiteY1" fmla="*/ 3935897 h 5489564"/>
              <a:gd name="connsiteX2" fmla="*/ 6450577 w 7046356"/>
              <a:gd name="connsiteY2" fmla="*/ 5489231 h 5489564"/>
              <a:gd name="connsiteX3" fmla="*/ 19149 w 7046356"/>
              <a:gd name="connsiteY3" fmla="*/ 5489564 h 5489564"/>
              <a:gd name="connsiteX4" fmla="*/ 33996 w 7046356"/>
              <a:gd name="connsiteY4" fmla="*/ 1150429 h 5489564"/>
              <a:gd name="connsiteX5" fmla="*/ 752200 w 7046356"/>
              <a:gd name="connsiteY5" fmla="*/ 677718 h 5489564"/>
              <a:gd name="connsiteX6" fmla="*/ 3625977 w 7046356"/>
              <a:gd name="connsiteY6" fmla="*/ 0 h 5489564"/>
              <a:gd name="connsiteX7" fmla="*/ 4305001 w 7046356"/>
              <a:gd name="connsiteY7" fmla="*/ 2919635 h 5489564"/>
              <a:gd name="connsiteX0" fmla="*/ 4305001 w 7046338"/>
              <a:gd name="connsiteY0" fmla="*/ 2919635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05001 w 7046338"/>
              <a:gd name="connsiteY7" fmla="*/ 2919635 h 5489564"/>
              <a:gd name="connsiteX0" fmla="*/ 4305001 w 7046338"/>
              <a:gd name="connsiteY0" fmla="*/ 2919635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05001 w 7046338"/>
              <a:gd name="connsiteY7" fmla="*/ 2919635 h 5489564"/>
              <a:gd name="connsiteX0" fmla="*/ 4454727 w 7046338"/>
              <a:gd name="connsiteY0" fmla="*/ 2882204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454727 w 7046338"/>
              <a:gd name="connsiteY7" fmla="*/ 2882204 h 5489564"/>
              <a:gd name="connsiteX0" fmla="*/ 4310348 w 7046338"/>
              <a:gd name="connsiteY0" fmla="*/ 2903593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10348 w 7046338"/>
              <a:gd name="connsiteY7" fmla="*/ 2903593 h 5489564"/>
              <a:gd name="connsiteX0" fmla="*/ 4310348 w 7046338"/>
              <a:gd name="connsiteY0" fmla="*/ 2903593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10348 w 7046338"/>
              <a:gd name="connsiteY7" fmla="*/ 2903593 h 5489564"/>
              <a:gd name="connsiteX0" fmla="*/ 4310348 w 7046338"/>
              <a:gd name="connsiteY0" fmla="*/ 2903593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10348 w 7046338"/>
              <a:gd name="connsiteY7" fmla="*/ 2903593 h 5489564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21715 w 7057705"/>
              <a:gd name="connsiteY0" fmla="*/ 2908940 h 5494911"/>
              <a:gd name="connsiteX1" fmla="*/ 7057705 w 7057705"/>
              <a:gd name="connsiteY1" fmla="*/ 3941244 h 5494911"/>
              <a:gd name="connsiteX2" fmla="*/ 6461944 w 7057705"/>
              <a:gd name="connsiteY2" fmla="*/ 5494578 h 5494911"/>
              <a:gd name="connsiteX3" fmla="*/ 30516 w 7057705"/>
              <a:gd name="connsiteY3" fmla="*/ 5494911 h 5494911"/>
              <a:gd name="connsiteX4" fmla="*/ 45363 w 7057705"/>
              <a:gd name="connsiteY4" fmla="*/ 1155776 h 5494911"/>
              <a:gd name="connsiteX5" fmla="*/ 763567 w 7057705"/>
              <a:gd name="connsiteY5" fmla="*/ 683065 h 5494911"/>
              <a:gd name="connsiteX6" fmla="*/ 3664081 w 7057705"/>
              <a:gd name="connsiteY6" fmla="*/ 0 h 5494911"/>
              <a:gd name="connsiteX7" fmla="*/ 4321715 w 7057705"/>
              <a:gd name="connsiteY7" fmla="*/ 2908940 h 5494911"/>
              <a:gd name="connsiteX0" fmla="*/ 4291199 w 7027189"/>
              <a:gd name="connsiteY0" fmla="*/ 2908940 h 5494911"/>
              <a:gd name="connsiteX1" fmla="*/ 7027189 w 7027189"/>
              <a:gd name="connsiteY1" fmla="*/ 3941244 h 5494911"/>
              <a:gd name="connsiteX2" fmla="*/ 6431428 w 7027189"/>
              <a:gd name="connsiteY2" fmla="*/ 5494578 h 5494911"/>
              <a:gd name="connsiteX3" fmla="*/ 0 w 7027189"/>
              <a:gd name="connsiteY3" fmla="*/ 5494911 h 5494911"/>
              <a:gd name="connsiteX4" fmla="*/ 14847 w 7027189"/>
              <a:gd name="connsiteY4" fmla="*/ 1155776 h 5494911"/>
              <a:gd name="connsiteX5" fmla="*/ 733051 w 7027189"/>
              <a:gd name="connsiteY5" fmla="*/ 683065 h 5494911"/>
              <a:gd name="connsiteX6" fmla="*/ 3633565 w 7027189"/>
              <a:gd name="connsiteY6" fmla="*/ 0 h 5494911"/>
              <a:gd name="connsiteX7" fmla="*/ 4291199 w 7027189"/>
              <a:gd name="connsiteY7" fmla="*/ 2908940 h 5494911"/>
              <a:gd name="connsiteX0" fmla="*/ 4291199 w 7027189"/>
              <a:gd name="connsiteY0" fmla="*/ 2908940 h 5494911"/>
              <a:gd name="connsiteX1" fmla="*/ 7027189 w 7027189"/>
              <a:gd name="connsiteY1" fmla="*/ 3941244 h 5494911"/>
              <a:gd name="connsiteX2" fmla="*/ 6431428 w 7027189"/>
              <a:gd name="connsiteY2" fmla="*/ 5494578 h 5494911"/>
              <a:gd name="connsiteX3" fmla="*/ 0 w 7027189"/>
              <a:gd name="connsiteY3" fmla="*/ 5494911 h 5494911"/>
              <a:gd name="connsiteX4" fmla="*/ 10085 w 7027189"/>
              <a:gd name="connsiteY4" fmla="*/ 1160538 h 5494911"/>
              <a:gd name="connsiteX5" fmla="*/ 733051 w 7027189"/>
              <a:gd name="connsiteY5" fmla="*/ 683065 h 5494911"/>
              <a:gd name="connsiteX6" fmla="*/ 3633565 w 7027189"/>
              <a:gd name="connsiteY6" fmla="*/ 0 h 5494911"/>
              <a:gd name="connsiteX7" fmla="*/ 4291199 w 7027189"/>
              <a:gd name="connsiteY7" fmla="*/ 2908940 h 5494911"/>
              <a:gd name="connsiteX0" fmla="*/ 4291199 w 7027189"/>
              <a:gd name="connsiteY0" fmla="*/ 2918465 h 5504436"/>
              <a:gd name="connsiteX1" fmla="*/ 7027189 w 7027189"/>
              <a:gd name="connsiteY1" fmla="*/ 3950769 h 5504436"/>
              <a:gd name="connsiteX2" fmla="*/ 6431428 w 7027189"/>
              <a:gd name="connsiteY2" fmla="*/ 5504103 h 5504436"/>
              <a:gd name="connsiteX3" fmla="*/ 0 w 7027189"/>
              <a:gd name="connsiteY3" fmla="*/ 5504436 h 5504436"/>
              <a:gd name="connsiteX4" fmla="*/ 10085 w 7027189"/>
              <a:gd name="connsiteY4" fmla="*/ 1170063 h 5504436"/>
              <a:gd name="connsiteX5" fmla="*/ 733051 w 7027189"/>
              <a:gd name="connsiteY5" fmla="*/ 692590 h 5504436"/>
              <a:gd name="connsiteX6" fmla="*/ 3628802 w 7027189"/>
              <a:gd name="connsiteY6" fmla="*/ 0 h 5504436"/>
              <a:gd name="connsiteX7" fmla="*/ 4291199 w 7027189"/>
              <a:gd name="connsiteY7" fmla="*/ 2918465 h 5504436"/>
              <a:gd name="connsiteX0" fmla="*/ 4297096 w 7033086"/>
              <a:gd name="connsiteY0" fmla="*/ 2918465 h 5504436"/>
              <a:gd name="connsiteX1" fmla="*/ 7033086 w 7033086"/>
              <a:gd name="connsiteY1" fmla="*/ 3950769 h 5504436"/>
              <a:gd name="connsiteX2" fmla="*/ 6437325 w 7033086"/>
              <a:gd name="connsiteY2" fmla="*/ 5504103 h 5504436"/>
              <a:gd name="connsiteX3" fmla="*/ 5897 w 7033086"/>
              <a:gd name="connsiteY3" fmla="*/ 5504436 h 5504436"/>
              <a:gd name="connsiteX4" fmla="*/ 3950 w 7033086"/>
              <a:gd name="connsiteY4" fmla="*/ 1170063 h 5504436"/>
              <a:gd name="connsiteX5" fmla="*/ 738948 w 7033086"/>
              <a:gd name="connsiteY5" fmla="*/ 692590 h 5504436"/>
              <a:gd name="connsiteX6" fmla="*/ 3634699 w 7033086"/>
              <a:gd name="connsiteY6" fmla="*/ 0 h 5504436"/>
              <a:gd name="connsiteX7" fmla="*/ 4297096 w 7033086"/>
              <a:gd name="connsiteY7" fmla="*/ 2918465 h 550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3086" h="5504436">
                <a:moveTo>
                  <a:pt x="4297096" y="2918465"/>
                </a:moveTo>
                <a:lnTo>
                  <a:pt x="7033086" y="3950769"/>
                </a:lnTo>
                <a:cubicBezTo>
                  <a:pt x="6709595" y="4791061"/>
                  <a:pt x="6743311" y="4697492"/>
                  <a:pt x="6437325" y="5504103"/>
                </a:cubicBezTo>
                <a:lnTo>
                  <a:pt x="5897" y="5504436"/>
                </a:lnTo>
                <a:cubicBezTo>
                  <a:pt x="15461" y="3747304"/>
                  <a:pt x="-9186" y="2262068"/>
                  <a:pt x="3950" y="1170063"/>
                </a:cubicBezTo>
                <a:lnTo>
                  <a:pt x="738948" y="692590"/>
                </a:lnTo>
                <a:lnTo>
                  <a:pt x="3634699" y="0"/>
                </a:lnTo>
                <a:cubicBezTo>
                  <a:pt x="3941116" y="1350553"/>
                  <a:pt x="3981913" y="1520709"/>
                  <a:pt x="4297096" y="291846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bIns="1440000" anchor="b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FFC39-81B2-9C86-139C-26884B88173F}"/>
              </a:ext>
            </a:extLst>
          </p:cNvPr>
          <p:cNvCxnSpPr>
            <a:stCxn id="10" idx="5"/>
          </p:cNvCxnSpPr>
          <p:nvPr userDrawn="1"/>
        </p:nvCxnSpPr>
        <p:spPr>
          <a:xfrm flipV="1">
            <a:off x="725204" y="0"/>
            <a:ext cx="690276" cy="20487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7AEAC8-4210-DD3D-E267-CB8B6E74AE0E}"/>
              </a:ext>
            </a:extLst>
          </p:cNvPr>
          <p:cNvCxnSpPr>
            <a:cxnSpLocks/>
            <a:stCxn id="10" idx="6"/>
          </p:cNvCxnSpPr>
          <p:nvPr userDrawn="1"/>
        </p:nvCxnSpPr>
        <p:spPr>
          <a:xfrm flipH="1" flipV="1">
            <a:off x="1415480" y="-4368"/>
            <a:ext cx="2205475" cy="13604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E0EE21-EE31-00BD-D368-3928E37507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0955" y="0"/>
            <a:ext cx="1754965" cy="13578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04ECA1-48CF-6CB1-FBED-A73AB5111F23}"/>
              </a:ext>
            </a:extLst>
          </p:cNvPr>
          <p:cNvCxnSpPr>
            <a:cxnSpLocks/>
          </p:cNvCxnSpPr>
          <p:nvPr userDrawn="1"/>
        </p:nvCxnSpPr>
        <p:spPr>
          <a:xfrm flipV="1">
            <a:off x="7019342" y="3933056"/>
            <a:ext cx="5172658" cy="13720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B8C51-ACCC-7A02-61C4-A26C3D92EB80}"/>
              </a:ext>
            </a:extLst>
          </p:cNvPr>
          <p:cNvCxnSpPr>
            <a:cxnSpLocks/>
          </p:cNvCxnSpPr>
          <p:nvPr userDrawn="1"/>
        </p:nvCxnSpPr>
        <p:spPr>
          <a:xfrm>
            <a:off x="7019342" y="5305154"/>
            <a:ext cx="1164890" cy="155284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C9F459-662E-5A47-B011-8AEF301F7B4E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6" name="Hexagon 34">
            <a:extLst>
              <a:ext uri="{FF2B5EF4-FFF2-40B4-BE49-F238E27FC236}">
                <a16:creationId xmlns:a16="http://schemas.microsoft.com/office/drawing/2014/main" id="{A8179C4E-7A74-E7AE-9DA6-8AC4F51B5248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1CFCB-5937-DCB4-BF7C-284DE13D2EB0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2" name="Hexagon 34">
              <a:extLst>
                <a:ext uri="{FF2B5EF4-FFF2-40B4-BE49-F238E27FC236}">
                  <a16:creationId xmlns:a16="http://schemas.microsoft.com/office/drawing/2014/main" id="{17E08710-4B45-9223-FE94-FB13050B177F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Hexagon 34">
              <a:extLst>
                <a:ext uri="{FF2B5EF4-FFF2-40B4-BE49-F238E27FC236}">
                  <a16:creationId xmlns:a16="http://schemas.microsoft.com/office/drawing/2014/main" id="{7FBD0497-62C0-D6DA-1F05-A45A0AF3D864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Hexagon 34">
              <a:extLst>
                <a:ext uri="{FF2B5EF4-FFF2-40B4-BE49-F238E27FC236}">
                  <a16:creationId xmlns:a16="http://schemas.microsoft.com/office/drawing/2014/main" id="{DABA2A16-086C-1844-B75D-E963471EC43A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D989CD6-25AB-8E1D-774F-73768FF61220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7" name="Hexagon 34">
            <a:extLst>
              <a:ext uri="{FF2B5EF4-FFF2-40B4-BE49-F238E27FC236}">
                <a16:creationId xmlns:a16="http://schemas.microsoft.com/office/drawing/2014/main" id="{8A1F10A1-2C05-1832-66B6-1FA8C5AA974D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2BEF8C-E2BC-8EA8-B0C3-BD97B5DFC5AB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A9EED2EE-0C31-48C6-0263-4ACD7E6E8AEC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Hexagon 34">
              <a:extLst>
                <a:ext uri="{FF2B5EF4-FFF2-40B4-BE49-F238E27FC236}">
                  <a16:creationId xmlns:a16="http://schemas.microsoft.com/office/drawing/2014/main" id="{DB7D54E6-A2EE-376B-C3DF-9EDB8C74AE9D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Hexagon 34">
              <a:extLst>
                <a:ext uri="{FF2B5EF4-FFF2-40B4-BE49-F238E27FC236}">
                  <a16:creationId xmlns:a16="http://schemas.microsoft.com/office/drawing/2014/main" id="{B375A7C6-04B1-0AF6-B058-C82713C85BA5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F3B0A6-26BE-5866-E732-4627E0BE1CB6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25" name="Hexagon 34">
              <a:extLst>
                <a:ext uri="{FF2B5EF4-FFF2-40B4-BE49-F238E27FC236}">
                  <a16:creationId xmlns:a16="http://schemas.microsoft.com/office/drawing/2014/main" id="{9C02DE4D-A28B-6740-4613-97D9E1441C39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Hexagon 34">
              <a:extLst>
                <a:ext uri="{FF2B5EF4-FFF2-40B4-BE49-F238E27FC236}">
                  <a16:creationId xmlns:a16="http://schemas.microsoft.com/office/drawing/2014/main" id="{1FE3A5E4-1CB9-CAFB-42BC-93AE2A30E8EA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Hexagon 34">
              <a:extLst>
                <a:ext uri="{FF2B5EF4-FFF2-40B4-BE49-F238E27FC236}">
                  <a16:creationId xmlns:a16="http://schemas.microsoft.com/office/drawing/2014/main" id="{22EBF404-902B-8971-D317-A4348F486D5F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Hexagon 34">
              <a:extLst>
                <a:ext uri="{FF2B5EF4-FFF2-40B4-BE49-F238E27FC236}">
                  <a16:creationId xmlns:a16="http://schemas.microsoft.com/office/drawing/2014/main" id="{9CD0AE2A-3AF2-1274-F333-05EA0151E021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C4E7267-F019-65E3-477B-D8FD902807EE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75" name="Hexagon 34">
              <a:extLst>
                <a:ext uri="{FF2B5EF4-FFF2-40B4-BE49-F238E27FC236}">
                  <a16:creationId xmlns:a16="http://schemas.microsoft.com/office/drawing/2014/main" id="{655510A5-7CD2-2B4D-A194-0B16A6B066E8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Hexagon 34">
              <a:extLst>
                <a:ext uri="{FF2B5EF4-FFF2-40B4-BE49-F238E27FC236}">
                  <a16:creationId xmlns:a16="http://schemas.microsoft.com/office/drawing/2014/main" id="{E4EA396A-B490-029D-B4FF-4A305188214C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Hexagon 34">
              <a:extLst>
                <a:ext uri="{FF2B5EF4-FFF2-40B4-BE49-F238E27FC236}">
                  <a16:creationId xmlns:a16="http://schemas.microsoft.com/office/drawing/2014/main" id="{B1C7FB32-6E45-73C1-FA6F-33E7FA67AA3A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Hexagon 34">
              <a:extLst>
                <a:ext uri="{FF2B5EF4-FFF2-40B4-BE49-F238E27FC236}">
                  <a16:creationId xmlns:a16="http://schemas.microsoft.com/office/drawing/2014/main" id="{70C1A7B7-AD2F-EB82-B968-B435215E766B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9" name="Hexagon 34">
            <a:extLst>
              <a:ext uri="{FF2B5EF4-FFF2-40B4-BE49-F238E27FC236}">
                <a16:creationId xmlns:a16="http://schemas.microsoft.com/office/drawing/2014/main" id="{B9AA8856-8F30-D90C-80A6-A480020ECE0B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CF6418C-90DC-510D-B692-F9BC1B7778F8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81" name="Hexagon 34">
              <a:extLst>
                <a:ext uri="{FF2B5EF4-FFF2-40B4-BE49-F238E27FC236}">
                  <a16:creationId xmlns:a16="http://schemas.microsoft.com/office/drawing/2014/main" id="{6526A463-CDBD-F6F8-5FF3-0A3BA48A7C85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6CAEA2DC-18AD-231D-78E9-05984C26968F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23455C75-0581-E28F-43D0-522080E76B3D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2D4B565-8CB8-4128-E2B7-8A78852C5630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39E5E975-8E3A-D19B-721C-DDCEAFFB18FD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28E0FCAC-8EF5-15A8-FB5D-2E7C231C1321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08FD7403-DBC8-4DCA-6810-B5A5F3E00A8A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40CD1A9-A3E1-3E6D-21EA-F049ACAD173C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824EE0FD-1C3B-37FA-1A2A-A97A43B7B9DC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C3DE833-F127-1270-A550-E86A5FC58CB0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1" name="Hexagon 34">
                <a:extLst>
                  <a:ext uri="{FF2B5EF4-FFF2-40B4-BE49-F238E27FC236}">
                    <a16:creationId xmlns:a16="http://schemas.microsoft.com/office/drawing/2014/main" id="{FBA1043A-3FDF-FD1A-3635-53538C5EA381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Hexagon 34">
                <a:extLst>
                  <a:ext uri="{FF2B5EF4-FFF2-40B4-BE49-F238E27FC236}">
                    <a16:creationId xmlns:a16="http://schemas.microsoft.com/office/drawing/2014/main" id="{D12B2BD1-8C28-6B45-20C3-4E015149D12B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5891A320-D6B8-84C8-9CF5-8D2E110E34A9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AB44413-328B-133C-4BA2-95D7828728C6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E3791857-0DB7-E9C1-B515-2DBFF5EAF34D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D4C66C4-81FF-3805-8DE0-B43745845F69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28EBB9F6-292C-F080-529D-73C33506539B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Hexagon 34">
                <a:extLst>
                  <a:ext uri="{FF2B5EF4-FFF2-40B4-BE49-F238E27FC236}">
                    <a16:creationId xmlns:a16="http://schemas.microsoft.com/office/drawing/2014/main" id="{FBBFC1E6-DD80-C99A-0F57-BA0447FA45A0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731F50CC-8A81-1B2F-98D4-CC13CBD2B1AB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C4F1F67-C888-B3B5-EDF3-C51A7EAA81B4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E104EA0D-3203-8C82-88B4-E12EFD8DD8AB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B94092AC-EB2F-967B-89D1-4D348188D413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723BE523-136B-4F77-0B59-896C9CE95D59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Hexagon 34">
              <a:extLst>
                <a:ext uri="{FF2B5EF4-FFF2-40B4-BE49-F238E27FC236}">
                  <a16:creationId xmlns:a16="http://schemas.microsoft.com/office/drawing/2014/main" id="{264B4D44-D0A9-1E3E-A20E-A2434EEEC96A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699357D-C883-D7F2-F13B-45CDD4B6D93E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76C19FE4-3F48-D745-B131-E9E10A8A19B5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EBBA36F8-4456-DCC4-95EC-9AA2CFBD465B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E766562E-710B-5332-6913-7CEB7E512C5C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31732FDE-06E8-343F-EF6B-0F8BFC268B80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3D9D844B-807A-4BC0-5E2A-57929627BCC6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BE2435-BA53-4FB8-751A-8471C4F109B7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A667821-200A-2494-A7B9-3133D298F40B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3" name="Right Brace 112">
            <a:extLst>
              <a:ext uri="{FF2B5EF4-FFF2-40B4-BE49-F238E27FC236}">
                <a16:creationId xmlns:a16="http://schemas.microsoft.com/office/drawing/2014/main" id="{38402DB2-7ECF-F725-E6A2-5491364B94AB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98DEC87-74C9-7F74-0A52-47CF2901FF70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116B4A91-0EC4-5F65-ED8C-C82646E1E904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570D69F-9DD8-F941-A3A5-3C859FC7DBD7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A2FC6C7-14B2-4578-3486-2E5126FDCA69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B352C922-D721-3103-A457-20CAF4F53F56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8AAD0B36-27A0-AD23-37A8-E66346195A69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02134947-A337-6C4E-FF15-D9AEB716F1C4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52F93B4-865D-F956-429A-0590559EF82A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8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3">
    <p:bg>
      <p:bgPr>
        <a:solidFill>
          <a:srgbClr val="6624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ACBE76D-E7E7-F198-FEC3-2F74E880F8B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11" name="Espace réservé pour une image  6">
            <a:extLst>
              <a:ext uri="{FF2B5EF4-FFF2-40B4-BE49-F238E27FC236}">
                <a16:creationId xmlns:a16="http://schemas.microsoft.com/office/drawing/2014/main" id="{2C7FF228-6DB7-27BC-4AA4-C2397E1B4E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82850" y="1054318"/>
            <a:ext cx="7018116" cy="5809468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8116" h="5809468">
                <a:moveTo>
                  <a:pt x="4003652" y="0"/>
                </a:moveTo>
                <a:lnTo>
                  <a:pt x="7018116" y="600023"/>
                </a:lnTo>
                <a:cubicBezTo>
                  <a:pt x="7012437" y="2289175"/>
                  <a:pt x="7018116" y="4120316"/>
                  <a:pt x="7012437" y="5809468"/>
                </a:cubicBezTo>
                <a:lnTo>
                  <a:pt x="306078" y="5803682"/>
                </a:lnTo>
                <a:cubicBezTo>
                  <a:pt x="161345" y="5309331"/>
                  <a:pt x="135958" y="5253418"/>
                  <a:pt x="0" y="4803089"/>
                </a:cubicBezTo>
                <a:cubicBezTo>
                  <a:pt x="28935" y="4214101"/>
                  <a:pt x="36227" y="4041712"/>
                  <a:pt x="63708" y="3506439"/>
                </a:cubicBezTo>
                <a:cubicBezTo>
                  <a:pt x="725976" y="3219752"/>
                  <a:pt x="833200" y="3187273"/>
                  <a:pt x="1435305" y="2936813"/>
                </a:cubicBezTo>
                <a:lnTo>
                  <a:pt x="2859372" y="2344702"/>
                </a:lnTo>
                <a:cubicBezTo>
                  <a:pt x="3052319" y="1710581"/>
                  <a:pt x="3100598" y="1547167"/>
                  <a:pt x="3251337" y="1032090"/>
                </a:cubicBezTo>
                <a:lnTo>
                  <a:pt x="40036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bIns="1800000" anchor="b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pic>
        <p:nvPicPr>
          <p:cNvPr id="18" name="Image 7">
            <a:extLst>
              <a:ext uri="{FF2B5EF4-FFF2-40B4-BE49-F238E27FC236}">
                <a16:creationId xmlns:a16="http://schemas.microsoft.com/office/drawing/2014/main" id="{8E1D42A8-A807-8A96-C319-1BC7F6DBEA90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19" name="Title 6">
            <a:extLst>
              <a:ext uri="{FF2B5EF4-FFF2-40B4-BE49-F238E27FC236}">
                <a16:creationId xmlns:a16="http://schemas.microsoft.com/office/drawing/2014/main" id="{E1B903BE-A5AA-06C2-D360-5F361E6E4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416" y="1374826"/>
            <a:ext cx="5256584" cy="614014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21" name="Sous-titre 2">
            <a:extLst>
              <a:ext uri="{FF2B5EF4-FFF2-40B4-BE49-F238E27FC236}">
                <a16:creationId xmlns:a16="http://schemas.microsoft.com/office/drawing/2014/main" id="{F4E665A6-5808-08DD-D760-3E61C423BE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9416" y="2076668"/>
            <a:ext cx="5256584" cy="614014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2-line title</a:t>
            </a:r>
          </a:p>
        </p:txBody>
      </p:sp>
      <p:sp>
        <p:nvSpPr>
          <p:cNvPr id="22" name="Espace réservé du texte 7">
            <a:extLst>
              <a:ext uri="{FF2B5EF4-FFF2-40B4-BE49-F238E27FC236}">
                <a16:creationId xmlns:a16="http://schemas.microsoft.com/office/drawing/2014/main" id="{E1E41707-276B-5FC3-E51E-E793336551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416" y="2963285"/>
            <a:ext cx="5256584" cy="2492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Click to insert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B8C51-ACCC-7A02-61C4-A26C3D92EB80}"/>
              </a:ext>
            </a:extLst>
          </p:cNvPr>
          <p:cNvCxnSpPr>
            <a:cxnSpLocks/>
          </p:cNvCxnSpPr>
          <p:nvPr userDrawn="1"/>
        </p:nvCxnSpPr>
        <p:spPr>
          <a:xfrm>
            <a:off x="-8966" y="3717032"/>
            <a:ext cx="5191816" cy="21273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02FF09-05E7-C827-F0C7-6623E5BE4B4A}"/>
              </a:ext>
            </a:extLst>
          </p:cNvPr>
          <p:cNvCxnSpPr>
            <a:cxnSpLocks/>
          </p:cNvCxnSpPr>
          <p:nvPr userDrawn="1"/>
        </p:nvCxnSpPr>
        <p:spPr>
          <a:xfrm flipV="1">
            <a:off x="3575720" y="4547218"/>
            <a:ext cx="1675617" cy="23234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9F6EBE-9689-C3AC-7ED1-35E9BB3628E3}"/>
              </a:ext>
            </a:extLst>
          </p:cNvPr>
          <p:cNvCxnSpPr>
            <a:cxnSpLocks/>
          </p:cNvCxnSpPr>
          <p:nvPr userDrawn="1"/>
        </p:nvCxnSpPr>
        <p:spPr>
          <a:xfrm>
            <a:off x="7220170" y="0"/>
            <a:ext cx="1972174" cy="10543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B0EBF0-0B84-8577-6398-DCF3EF35A4E7}"/>
              </a:ext>
            </a:extLst>
          </p:cNvPr>
          <p:cNvCxnSpPr>
            <a:cxnSpLocks/>
          </p:cNvCxnSpPr>
          <p:nvPr userDrawn="1"/>
        </p:nvCxnSpPr>
        <p:spPr>
          <a:xfrm>
            <a:off x="7211204" y="0"/>
            <a:ext cx="829012" cy="34148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9562E68-5FA7-5122-3D51-6D4FA9E235A6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3" name="Hexagon 34">
            <a:extLst>
              <a:ext uri="{FF2B5EF4-FFF2-40B4-BE49-F238E27FC236}">
                <a16:creationId xmlns:a16="http://schemas.microsoft.com/office/drawing/2014/main" id="{EE7B7EA0-7525-A897-E803-8DCFE079D851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0CEC03-12EF-1DE2-23C8-2D54E11898C4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5" name="Hexagon 34">
              <a:extLst>
                <a:ext uri="{FF2B5EF4-FFF2-40B4-BE49-F238E27FC236}">
                  <a16:creationId xmlns:a16="http://schemas.microsoft.com/office/drawing/2014/main" id="{F3AFDD83-846E-DF9A-A808-C4D1320D2DD7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Hexagon 34">
              <a:extLst>
                <a:ext uri="{FF2B5EF4-FFF2-40B4-BE49-F238E27FC236}">
                  <a16:creationId xmlns:a16="http://schemas.microsoft.com/office/drawing/2014/main" id="{74E7AF4C-038B-F7FF-2C3F-0DF4BFD224D3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Hexagon 34">
              <a:extLst>
                <a:ext uri="{FF2B5EF4-FFF2-40B4-BE49-F238E27FC236}">
                  <a16:creationId xmlns:a16="http://schemas.microsoft.com/office/drawing/2014/main" id="{96B7F1A1-D9C1-DD24-DBA1-8446DA52E0CA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0BBA584-3C92-8300-7EE6-89DE0F4B203F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0" name="Hexagon 34">
            <a:extLst>
              <a:ext uri="{FF2B5EF4-FFF2-40B4-BE49-F238E27FC236}">
                <a16:creationId xmlns:a16="http://schemas.microsoft.com/office/drawing/2014/main" id="{8E66D123-4D34-F32A-A790-D21B4A0BBF92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F61B7D-F7F5-144A-469B-10C69B9648E3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3" name="Hexagon 34">
              <a:extLst>
                <a:ext uri="{FF2B5EF4-FFF2-40B4-BE49-F238E27FC236}">
                  <a16:creationId xmlns:a16="http://schemas.microsoft.com/office/drawing/2014/main" id="{B1CEDD32-7EB2-75BA-0474-4A6E650435C6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Hexagon 34">
              <a:extLst>
                <a:ext uri="{FF2B5EF4-FFF2-40B4-BE49-F238E27FC236}">
                  <a16:creationId xmlns:a16="http://schemas.microsoft.com/office/drawing/2014/main" id="{F67CA5BE-014B-6A14-0901-A62D22DD1B24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Hexagon 34">
              <a:extLst>
                <a:ext uri="{FF2B5EF4-FFF2-40B4-BE49-F238E27FC236}">
                  <a16:creationId xmlns:a16="http://schemas.microsoft.com/office/drawing/2014/main" id="{5FA3CD53-3EBE-C82B-DB61-01AD0D1DB67B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DB1F-9086-471E-9241-DF6B6D02A61D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17" name="Hexagon 34">
              <a:extLst>
                <a:ext uri="{FF2B5EF4-FFF2-40B4-BE49-F238E27FC236}">
                  <a16:creationId xmlns:a16="http://schemas.microsoft.com/office/drawing/2014/main" id="{58E5E585-818F-C4EA-D81E-A350A9617FD4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Hexagon 34">
              <a:extLst>
                <a:ext uri="{FF2B5EF4-FFF2-40B4-BE49-F238E27FC236}">
                  <a16:creationId xmlns:a16="http://schemas.microsoft.com/office/drawing/2014/main" id="{CFADB380-53DD-6C5E-C6E7-FF18126E21D0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Hexagon 34">
              <a:extLst>
                <a:ext uri="{FF2B5EF4-FFF2-40B4-BE49-F238E27FC236}">
                  <a16:creationId xmlns:a16="http://schemas.microsoft.com/office/drawing/2014/main" id="{C2695937-E9CE-94D3-1946-75E051854E0D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Hexagon 34">
              <a:extLst>
                <a:ext uri="{FF2B5EF4-FFF2-40B4-BE49-F238E27FC236}">
                  <a16:creationId xmlns:a16="http://schemas.microsoft.com/office/drawing/2014/main" id="{E0FF2D7E-6879-1C6F-7967-FB8A77190402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F1113E-D7D7-9C9C-F000-62754FDE057D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27" name="Hexagon 34">
              <a:extLst>
                <a:ext uri="{FF2B5EF4-FFF2-40B4-BE49-F238E27FC236}">
                  <a16:creationId xmlns:a16="http://schemas.microsoft.com/office/drawing/2014/main" id="{C05EBF97-5E74-BF86-3FF1-D631F47C3354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Hexagon 34">
              <a:extLst>
                <a:ext uri="{FF2B5EF4-FFF2-40B4-BE49-F238E27FC236}">
                  <a16:creationId xmlns:a16="http://schemas.microsoft.com/office/drawing/2014/main" id="{9883A4B6-034E-6D76-C061-B1DC3334EE95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Hexagon 34">
              <a:extLst>
                <a:ext uri="{FF2B5EF4-FFF2-40B4-BE49-F238E27FC236}">
                  <a16:creationId xmlns:a16="http://schemas.microsoft.com/office/drawing/2014/main" id="{7EA61B00-5106-52CD-3D72-EDEFFBBC019C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Hexagon 34">
              <a:extLst>
                <a:ext uri="{FF2B5EF4-FFF2-40B4-BE49-F238E27FC236}">
                  <a16:creationId xmlns:a16="http://schemas.microsoft.com/office/drawing/2014/main" id="{EAAD801A-248C-347D-B85C-785F3B4785F8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3" name="Hexagon 34">
            <a:extLst>
              <a:ext uri="{FF2B5EF4-FFF2-40B4-BE49-F238E27FC236}">
                <a16:creationId xmlns:a16="http://schemas.microsoft.com/office/drawing/2014/main" id="{01CAD990-3F25-3EEA-33EC-BF2F684F3B62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3FE0BA9-18A2-3C94-D3EE-5ECC0DB5F781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36" name="Hexagon 34">
              <a:extLst>
                <a:ext uri="{FF2B5EF4-FFF2-40B4-BE49-F238E27FC236}">
                  <a16:creationId xmlns:a16="http://schemas.microsoft.com/office/drawing/2014/main" id="{866405A8-2ADF-2161-7586-97C0F75657E4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89C698FD-C677-6E55-3F6F-FEB566095A4F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4F144F58-66A0-0E29-ACC2-9DE28756D9EB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20E7BB5-2593-9E2B-762E-D01B25354772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12C47180-2571-56B2-7F22-9FD422C930B4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62C0FC8D-B168-1B1B-6C25-C66EC01F2E08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2FC58688-C06A-01BB-DCC3-B38FBA365B94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2F8AAB5-EEE7-D4FE-BC23-B5EB20750B7E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C0AF2232-BEF5-1495-463E-98E94BF956F4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9357A9F-C00C-F8DA-1A4A-72B06AFE5180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1" name="Hexagon 34">
                <a:extLst>
                  <a:ext uri="{FF2B5EF4-FFF2-40B4-BE49-F238E27FC236}">
                    <a16:creationId xmlns:a16="http://schemas.microsoft.com/office/drawing/2014/main" id="{574EA67F-0EFD-EC77-25F4-D322C8F1D34F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Hexagon 34">
                <a:extLst>
                  <a:ext uri="{FF2B5EF4-FFF2-40B4-BE49-F238E27FC236}">
                    <a16:creationId xmlns:a16="http://schemas.microsoft.com/office/drawing/2014/main" id="{481F665E-670F-A779-8AAF-7E8786C2A667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18267D21-DA71-1C0F-9FF1-612DB4CC8ACF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0A00A6E-B31E-A1B2-5EE7-FC15F15AD153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F2220C0B-6B7F-D0F6-FDEA-AAF84EA1B2FB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0B3773D-F5E4-8C6B-8DC8-0B38F3B7FC5D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3D335CAB-C78B-A6FB-8336-381B464726D1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Hexagon 34">
                <a:extLst>
                  <a:ext uri="{FF2B5EF4-FFF2-40B4-BE49-F238E27FC236}">
                    <a16:creationId xmlns:a16="http://schemas.microsoft.com/office/drawing/2014/main" id="{FED0B6E3-254F-6715-CB5A-986F3EFA2763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FE02F909-6222-82D8-010F-6A964197A743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A4FA95F-1AD9-9135-8557-B9E003C3D474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C6D1F7ED-08F1-5C4E-11BF-5EFD55289A89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14F2EEC5-B30B-A71A-1E2F-572787213CA4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F0D3E9B4-1417-317C-4551-0A862FB54CA9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Hexagon 34">
              <a:extLst>
                <a:ext uri="{FF2B5EF4-FFF2-40B4-BE49-F238E27FC236}">
                  <a16:creationId xmlns:a16="http://schemas.microsoft.com/office/drawing/2014/main" id="{56796C19-4871-01A9-3C4E-677790CA492E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2D07A11-2BA1-61FF-AEEE-7442ABBFA297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AB802823-0802-D447-1B94-B869625F9D5F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BE0EFFA2-0C47-15A0-40AA-987B57641737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C9DB8AF5-B2FC-012C-DC98-F7C20C26B861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C83D757A-A3DE-0907-1921-012BE2EE53A5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47C1158B-6D90-EB37-0D33-D49F07F5777D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F3436D2-0EFF-339A-DFE1-5AA9DD4E6106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9225A9C-0D23-D549-7595-2DBDC23BF163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3" name="Right Brace 112">
            <a:extLst>
              <a:ext uri="{FF2B5EF4-FFF2-40B4-BE49-F238E27FC236}">
                <a16:creationId xmlns:a16="http://schemas.microsoft.com/office/drawing/2014/main" id="{789B5950-1485-6D88-9D0E-FCE73474F4B7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7FE281F-E8D2-ABF5-1A67-708DCE071DB4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E3973A47-64F3-33B7-A2F9-5FC9F2DA9407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2D452B6-A7E2-B578-63B8-D6672B54F46C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09E18E3-FD53-0336-0B9F-9909AC5A6254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A1F86462-3E09-AB04-3168-F9D04903E19F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2B82DB08-BEED-E654-B999-0F33453379E9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C2D2AED1-127E-C947-7297-DC248190B406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71F2418-D883-4105-20EF-241F1A05D3F7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49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4">
    <p:bg>
      <p:bgPr>
        <a:solidFill>
          <a:srgbClr val="FFC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314F373-7FA0-9E59-9F6D-54F01166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416" y="1374826"/>
            <a:ext cx="5256584" cy="614014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BC506A-D8AC-281C-4876-ACCCE7C68B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9416" y="2076668"/>
            <a:ext cx="5256584" cy="614014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2-line title</a:t>
            </a:r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BAAF1F0D-16DE-0C88-49DA-17D6FD926C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416" y="2963285"/>
            <a:ext cx="5256584" cy="2492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Click to insert a subtitle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9D98A6F-0F39-851D-4E80-85DB1B911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80808" y="1314232"/>
            <a:ext cx="6811192" cy="5543768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  <a:gd name="connsiteX0" fmla="*/ 4003652 w 7013757"/>
              <a:gd name="connsiteY0" fmla="*/ 26341 h 5835809"/>
              <a:gd name="connsiteX1" fmla="*/ 7008972 w 7013757"/>
              <a:gd name="connsiteY1" fmla="*/ 0 h 5835809"/>
              <a:gd name="connsiteX2" fmla="*/ 7012437 w 7013757"/>
              <a:gd name="connsiteY2" fmla="*/ 5835809 h 5835809"/>
              <a:gd name="connsiteX3" fmla="*/ 306078 w 7013757"/>
              <a:gd name="connsiteY3" fmla="*/ 5830023 h 5835809"/>
              <a:gd name="connsiteX4" fmla="*/ 0 w 7013757"/>
              <a:gd name="connsiteY4" fmla="*/ 4829430 h 5835809"/>
              <a:gd name="connsiteX5" fmla="*/ 63708 w 7013757"/>
              <a:gd name="connsiteY5" fmla="*/ 3532780 h 5835809"/>
              <a:gd name="connsiteX6" fmla="*/ 1435305 w 7013757"/>
              <a:gd name="connsiteY6" fmla="*/ 2963154 h 5835809"/>
              <a:gd name="connsiteX7" fmla="*/ 2859372 w 7013757"/>
              <a:gd name="connsiteY7" fmla="*/ 2371043 h 5835809"/>
              <a:gd name="connsiteX8" fmla="*/ 3251337 w 7013757"/>
              <a:gd name="connsiteY8" fmla="*/ 1058431 h 5835809"/>
              <a:gd name="connsiteX9" fmla="*/ 4003652 w 7013757"/>
              <a:gd name="connsiteY9" fmla="*/ 26341 h 5835809"/>
              <a:gd name="connsiteX0" fmla="*/ 4003652 w 7014162"/>
              <a:gd name="connsiteY0" fmla="*/ 2634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4003652 w 7014162"/>
              <a:gd name="connsiteY9" fmla="*/ 2634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200455 w 6710581"/>
              <a:gd name="connsiteY0" fmla="*/ 3481 h 6035000"/>
              <a:gd name="connsiteX1" fmla="*/ 6705391 w 6710581"/>
              <a:gd name="connsiteY1" fmla="*/ 0 h 6035000"/>
              <a:gd name="connsiteX2" fmla="*/ 6708856 w 6710581"/>
              <a:gd name="connsiteY2" fmla="*/ 5835809 h 6035000"/>
              <a:gd name="connsiteX3" fmla="*/ 2497 w 6710581"/>
              <a:gd name="connsiteY3" fmla="*/ 5830023 h 6035000"/>
              <a:gd name="connsiteX4" fmla="*/ 5919194 w 6710581"/>
              <a:gd name="connsiteY4" fmla="*/ 3623717 h 6035000"/>
              <a:gd name="connsiteX5" fmla="*/ 3669187 w 6710581"/>
              <a:gd name="connsiteY5" fmla="*/ 5978800 h 6035000"/>
              <a:gd name="connsiteX6" fmla="*/ 1346608 w 6710581"/>
              <a:gd name="connsiteY6" fmla="*/ 3776970 h 6035000"/>
              <a:gd name="connsiteX7" fmla="*/ 685843 w 6710581"/>
              <a:gd name="connsiteY7" fmla="*/ 2508203 h 6035000"/>
              <a:gd name="connsiteX8" fmla="*/ 2385400 w 6710581"/>
              <a:gd name="connsiteY8" fmla="*/ 349771 h 6035000"/>
              <a:gd name="connsiteX9" fmla="*/ 2200455 w 6710581"/>
              <a:gd name="connsiteY9" fmla="*/ 3481 h 6035000"/>
              <a:gd name="connsiteX0" fmla="*/ 1514612 w 6024738"/>
              <a:gd name="connsiteY0" fmla="*/ 3481 h 6035000"/>
              <a:gd name="connsiteX1" fmla="*/ 6019548 w 6024738"/>
              <a:gd name="connsiteY1" fmla="*/ 0 h 6035000"/>
              <a:gd name="connsiteX2" fmla="*/ 6023013 w 6024738"/>
              <a:gd name="connsiteY2" fmla="*/ 5835809 h 6035000"/>
              <a:gd name="connsiteX3" fmla="*/ 5855019 w 6024738"/>
              <a:gd name="connsiteY3" fmla="*/ 3701817 h 6035000"/>
              <a:gd name="connsiteX4" fmla="*/ 5233351 w 6024738"/>
              <a:gd name="connsiteY4" fmla="*/ 3623717 h 6035000"/>
              <a:gd name="connsiteX5" fmla="*/ 2983344 w 6024738"/>
              <a:gd name="connsiteY5" fmla="*/ 5978800 h 6035000"/>
              <a:gd name="connsiteX6" fmla="*/ 660765 w 6024738"/>
              <a:gd name="connsiteY6" fmla="*/ 3776970 h 6035000"/>
              <a:gd name="connsiteX7" fmla="*/ 0 w 6024738"/>
              <a:gd name="connsiteY7" fmla="*/ 2508203 h 6035000"/>
              <a:gd name="connsiteX8" fmla="*/ 1699557 w 6024738"/>
              <a:gd name="connsiteY8" fmla="*/ 349771 h 6035000"/>
              <a:gd name="connsiteX9" fmla="*/ 1514612 w 6024738"/>
              <a:gd name="connsiteY9" fmla="*/ 3481 h 6035000"/>
              <a:gd name="connsiteX0" fmla="*/ 1514612 w 6024738"/>
              <a:gd name="connsiteY0" fmla="*/ 3481 h 6081762"/>
              <a:gd name="connsiteX1" fmla="*/ 6019548 w 6024738"/>
              <a:gd name="connsiteY1" fmla="*/ 0 h 6081762"/>
              <a:gd name="connsiteX2" fmla="*/ 6023013 w 6024738"/>
              <a:gd name="connsiteY2" fmla="*/ 5835809 h 6081762"/>
              <a:gd name="connsiteX3" fmla="*/ 5855019 w 6024738"/>
              <a:gd name="connsiteY3" fmla="*/ 3701817 h 6081762"/>
              <a:gd name="connsiteX4" fmla="*/ 5233351 w 6024738"/>
              <a:gd name="connsiteY4" fmla="*/ 3623717 h 6081762"/>
              <a:gd name="connsiteX5" fmla="*/ 2983344 w 6024738"/>
              <a:gd name="connsiteY5" fmla="*/ 5978800 h 6081762"/>
              <a:gd name="connsiteX6" fmla="*/ 660765 w 6024738"/>
              <a:gd name="connsiteY6" fmla="*/ 3776970 h 6081762"/>
              <a:gd name="connsiteX7" fmla="*/ 0 w 6024738"/>
              <a:gd name="connsiteY7" fmla="*/ 2508203 h 6081762"/>
              <a:gd name="connsiteX8" fmla="*/ 1699557 w 6024738"/>
              <a:gd name="connsiteY8" fmla="*/ 349771 h 6081762"/>
              <a:gd name="connsiteX9" fmla="*/ 1514612 w 6024738"/>
              <a:gd name="connsiteY9" fmla="*/ 3481 h 6081762"/>
              <a:gd name="connsiteX0" fmla="*/ 1514612 w 6024738"/>
              <a:gd name="connsiteY0" fmla="*/ 3481 h 6080269"/>
              <a:gd name="connsiteX1" fmla="*/ 6019548 w 6024738"/>
              <a:gd name="connsiteY1" fmla="*/ 0 h 6080269"/>
              <a:gd name="connsiteX2" fmla="*/ 6023013 w 6024738"/>
              <a:gd name="connsiteY2" fmla="*/ 5835809 h 6080269"/>
              <a:gd name="connsiteX3" fmla="*/ 5855019 w 6024738"/>
              <a:gd name="connsiteY3" fmla="*/ 3701817 h 6080269"/>
              <a:gd name="connsiteX4" fmla="*/ 5230176 w 6024738"/>
              <a:gd name="connsiteY4" fmla="*/ 3591967 h 6080269"/>
              <a:gd name="connsiteX5" fmla="*/ 2983344 w 6024738"/>
              <a:gd name="connsiteY5" fmla="*/ 5978800 h 6080269"/>
              <a:gd name="connsiteX6" fmla="*/ 660765 w 6024738"/>
              <a:gd name="connsiteY6" fmla="*/ 3776970 h 6080269"/>
              <a:gd name="connsiteX7" fmla="*/ 0 w 6024738"/>
              <a:gd name="connsiteY7" fmla="*/ 2508203 h 6080269"/>
              <a:gd name="connsiteX8" fmla="*/ 1699557 w 6024738"/>
              <a:gd name="connsiteY8" fmla="*/ 349771 h 6080269"/>
              <a:gd name="connsiteX9" fmla="*/ 1514612 w 6024738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170715"/>
              <a:gd name="connsiteX1" fmla="*/ 6019548 w 6026469"/>
              <a:gd name="connsiteY1" fmla="*/ 0 h 6170715"/>
              <a:gd name="connsiteX2" fmla="*/ 6023013 w 6026469"/>
              <a:gd name="connsiteY2" fmla="*/ 5835809 h 6170715"/>
              <a:gd name="connsiteX3" fmla="*/ 6026469 w 6026469"/>
              <a:gd name="connsiteY3" fmla="*/ 3736742 h 6170715"/>
              <a:gd name="connsiteX4" fmla="*/ 5223826 w 6026469"/>
              <a:gd name="connsiteY4" fmla="*/ 3601492 h 6170715"/>
              <a:gd name="connsiteX5" fmla="*/ 2979854 w 6026469"/>
              <a:gd name="connsiteY5" fmla="*/ 6073032 h 6170715"/>
              <a:gd name="connsiteX6" fmla="*/ 660765 w 6026469"/>
              <a:gd name="connsiteY6" fmla="*/ 3776970 h 6170715"/>
              <a:gd name="connsiteX7" fmla="*/ 0 w 6026469"/>
              <a:gd name="connsiteY7" fmla="*/ 2508203 h 6170715"/>
              <a:gd name="connsiteX8" fmla="*/ 1699557 w 6026469"/>
              <a:gd name="connsiteY8" fmla="*/ 349771 h 6170715"/>
              <a:gd name="connsiteX9" fmla="*/ 1514612 w 6026469"/>
              <a:gd name="connsiteY9" fmla="*/ 3481 h 6170715"/>
              <a:gd name="connsiteX0" fmla="*/ 1514612 w 6026469"/>
              <a:gd name="connsiteY0" fmla="*/ 3481 h 6090695"/>
              <a:gd name="connsiteX1" fmla="*/ 6019548 w 6026469"/>
              <a:gd name="connsiteY1" fmla="*/ 0 h 6090695"/>
              <a:gd name="connsiteX2" fmla="*/ 6023013 w 6026469"/>
              <a:gd name="connsiteY2" fmla="*/ 5835809 h 6090695"/>
              <a:gd name="connsiteX3" fmla="*/ 6026469 w 6026469"/>
              <a:gd name="connsiteY3" fmla="*/ 3736742 h 6090695"/>
              <a:gd name="connsiteX4" fmla="*/ 5223826 w 6026469"/>
              <a:gd name="connsiteY4" fmla="*/ 3601492 h 6090695"/>
              <a:gd name="connsiteX5" fmla="*/ 3004285 w 6026469"/>
              <a:gd name="connsiteY5" fmla="*/ 5989270 h 6090695"/>
              <a:gd name="connsiteX6" fmla="*/ 660765 w 6026469"/>
              <a:gd name="connsiteY6" fmla="*/ 3776970 h 6090695"/>
              <a:gd name="connsiteX7" fmla="*/ 0 w 6026469"/>
              <a:gd name="connsiteY7" fmla="*/ 2508203 h 6090695"/>
              <a:gd name="connsiteX8" fmla="*/ 1699557 w 6026469"/>
              <a:gd name="connsiteY8" fmla="*/ 349771 h 6090695"/>
              <a:gd name="connsiteX9" fmla="*/ 1514612 w 6026469"/>
              <a:gd name="connsiteY9" fmla="*/ 3481 h 6090695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4738"/>
              <a:gd name="connsiteY0" fmla="*/ 3481 h 5989270"/>
              <a:gd name="connsiteX1" fmla="*/ 6019548 w 6024738"/>
              <a:gd name="connsiteY1" fmla="*/ 0 h 5989270"/>
              <a:gd name="connsiteX2" fmla="*/ 6023013 w 6024738"/>
              <a:gd name="connsiteY2" fmla="*/ 5835809 h 5989270"/>
              <a:gd name="connsiteX3" fmla="*/ 5939217 w 6024738"/>
              <a:gd name="connsiteY3" fmla="*/ 3726271 h 5989270"/>
              <a:gd name="connsiteX4" fmla="*/ 5223826 w 6024738"/>
              <a:gd name="connsiteY4" fmla="*/ 3601492 h 5989270"/>
              <a:gd name="connsiteX5" fmla="*/ 3004285 w 6024738"/>
              <a:gd name="connsiteY5" fmla="*/ 5989270 h 5989270"/>
              <a:gd name="connsiteX6" fmla="*/ 660765 w 6024738"/>
              <a:gd name="connsiteY6" fmla="*/ 3776970 h 5989270"/>
              <a:gd name="connsiteX7" fmla="*/ 0 w 6024738"/>
              <a:gd name="connsiteY7" fmla="*/ 2508203 h 5989270"/>
              <a:gd name="connsiteX8" fmla="*/ 1699557 w 6024738"/>
              <a:gd name="connsiteY8" fmla="*/ 349771 h 5989270"/>
              <a:gd name="connsiteX9" fmla="*/ 1514612 w 602473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58408"/>
              <a:gd name="connsiteY0" fmla="*/ 3481 h 5989270"/>
              <a:gd name="connsiteX1" fmla="*/ 6019548 w 6058408"/>
              <a:gd name="connsiteY1" fmla="*/ 0 h 5989270"/>
              <a:gd name="connsiteX2" fmla="*/ 6057914 w 6058408"/>
              <a:gd name="connsiteY2" fmla="*/ 3361345 h 5989270"/>
              <a:gd name="connsiteX3" fmla="*/ 6026469 w 6058408"/>
              <a:gd name="connsiteY3" fmla="*/ 3743722 h 5989270"/>
              <a:gd name="connsiteX4" fmla="*/ 5223826 w 6058408"/>
              <a:gd name="connsiteY4" fmla="*/ 3601492 h 5989270"/>
              <a:gd name="connsiteX5" fmla="*/ 3004285 w 6058408"/>
              <a:gd name="connsiteY5" fmla="*/ 5989270 h 5989270"/>
              <a:gd name="connsiteX6" fmla="*/ 660765 w 6058408"/>
              <a:gd name="connsiteY6" fmla="*/ 3776970 h 5989270"/>
              <a:gd name="connsiteX7" fmla="*/ 0 w 6058408"/>
              <a:gd name="connsiteY7" fmla="*/ 2508203 h 5989270"/>
              <a:gd name="connsiteX8" fmla="*/ 1699557 w 6058408"/>
              <a:gd name="connsiteY8" fmla="*/ 349771 h 5989270"/>
              <a:gd name="connsiteX9" fmla="*/ 1514612 w 605840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2706"/>
              <a:gd name="connsiteY0" fmla="*/ 3481 h 5989270"/>
              <a:gd name="connsiteX1" fmla="*/ 6019548 w 6022706"/>
              <a:gd name="connsiteY1" fmla="*/ 0 h 5989270"/>
              <a:gd name="connsiteX2" fmla="*/ 6019523 w 6022706"/>
              <a:gd name="connsiteY2" fmla="*/ 1926924 h 5989270"/>
              <a:gd name="connsiteX3" fmla="*/ 5984588 w 6022706"/>
              <a:gd name="connsiteY3" fmla="*/ 3680900 h 5989270"/>
              <a:gd name="connsiteX4" fmla="*/ 5223826 w 6022706"/>
              <a:gd name="connsiteY4" fmla="*/ 3601492 h 5989270"/>
              <a:gd name="connsiteX5" fmla="*/ 3004285 w 6022706"/>
              <a:gd name="connsiteY5" fmla="*/ 5989270 h 5989270"/>
              <a:gd name="connsiteX6" fmla="*/ 660765 w 6022706"/>
              <a:gd name="connsiteY6" fmla="*/ 3776970 h 5989270"/>
              <a:gd name="connsiteX7" fmla="*/ 0 w 6022706"/>
              <a:gd name="connsiteY7" fmla="*/ 2508203 h 5989270"/>
              <a:gd name="connsiteX8" fmla="*/ 1699557 w 6022706"/>
              <a:gd name="connsiteY8" fmla="*/ 349771 h 5989270"/>
              <a:gd name="connsiteX9" fmla="*/ 1514612 w 6022706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4415 w 6016629"/>
              <a:gd name="connsiteY6" fmla="*/ 3776970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60765 w 6016629"/>
              <a:gd name="connsiteY6" fmla="*/ 378014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718607 w 6016629"/>
              <a:gd name="connsiteY8" fmla="*/ 352946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705215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48065 w 6016629"/>
              <a:gd name="connsiteY6" fmla="*/ 376744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21503 w 5652510"/>
              <a:gd name="connsiteY0" fmla="*/ 63486 h 5534323"/>
              <a:gd name="connsiteX1" fmla="*/ 5649079 w 5652510"/>
              <a:gd name="connsiteY1" fmla="*/ 608645 h 5534323"/>
              <a:gd name="connsiteX2" fmla="*/ 5649054 w 5652510"/>
              <a:gd name="connsiteY2" fmla="*/ 1471977 h 5534323"/>
              <a:gd name="connsiteX3" fmla="*/ 5652510 w 5652510"/>
              <a:gd name="connsiteY3" fmla="*/ 3281794 h 5534323"/>
              <a:gd name="connsiteX4" fmla="*/ 4853357 w 5652510"/>
              <a:gd name="connsiteY4" fmla="*/ 3146545 h 5534323"/>
              <a:gd name="connsiteX5" fmla="*/ 2633816 w 5652510"/>
              <a:gd name="connsiteY5" fmla="*/ 5534323 h 5534323"/>
              <a:gd name="connsiteX6" fmla="*/ 0 w 5652510"/>
              <a:gd name="connsiteY6" fmla="*/ 1016872 h 5534323"/>
              <a:gd name="connsiteX7" fmla="*/ 814975 w 5652510"/>
              <a:gd name="connsiteY7" fmla="*/ 0 h 5534323"/>
              <a:gd name="connsiteX8" fmla="*/ 3231715 w 5652510"/>
              <a:gd name="connsiteY8" fmla="*/ 722597 h 5534323"/>
              <a:gd name="connsiteX9" fmla="*/ 3821503 w 5652510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720437 w 5551444"/>
              <a:gd name="connsiteY0" fmla="*/ 63486 h 5534323"/>
              <a:gd name="connsiteX1" fmla="*/ 5548013 w 5551444"/>
              <a:gd name="connsiteY1" fmla="*/ 608645 h 5534323"/>
              <a:gd name="connsiteX2" fmla="*/ 5547988 w 5551444"/>
              <a:gd name="connsiteY2" fmla="*/ 1471977 h 5534323"/>
              <a:gd name="connsiteX3" fmla="*/ 5551444 w 5551444"/>
              <a:gd name="connsiteY3" fmla="*/ 3281794 h 5534323"/>
              <a:gd name="connsiteX4" fmla="*/ 4752291 w 5551444"/>
              <a:gd name="connsiteY4" fmla="*/ 3146545 h 5534323"/>
              <a:gd name="connsiteX5" fmla="*/ 2532750 w 5551444"/>
              <a:gd name="connsiteY5" fmla="*/ 5534323 h 5534323"/>
              <a:gd name="connsiteX6" fmla="*/ 0 w 5551444"/>
              <a:gd name="connsiteY6" fmla="*/ 968746 h 5534323"/>
              <a:gd name="connsiteX7" fmla="*/ 713909 w 5551444"/>
              <a:gd name="connsiteY7" fmla="*/ 0 h 5534323"/>
              <a:gd name="connsiteX8" fmla="*/ 3130649 w 5551444"/>
              <a:gd name="connsiteY8" fmla="*/ 722597 h 5534323"/>
              <a:gd name="connsiteX9" fmla="*/ 3720437 w 555144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0 h 5470837"/>
              <a:gd name="connsiteX1" fmla="*/ 5697205 w 5700636"/>
              <a:gd name="connsiteY1" fmla="*/ 545159 h 5470837"/>
              <a:gd name="connsiteX2" fmla="*/ 5697180 w 5700636"/>
              <a:gd name="connsiteY2" fmla="*/ 1408491 h 5470837"/>
              <a:gd name="connsiteX3" fmla="*/ 5700636 w 5700636"/>
              <a:gd name="connsiteY3" fmla="*/ 3218308 h 5470837"/>
              <a:gd name="connsiteX4" fmla="*/ 4901483 w 5700636"/>
              <a:gd name="connsiteY4" fmla="*/ 3083059 h 5470837"/>
              <a:gd name="connsiteX5" fmla="*/ 2681942 w 5700636"/>
              <a:gd name="connsiteY5" fmla="*/ 5470837 h 5470837"/>
              <a:gd name="connsiteX6" fmla="*/ 0 w 5700636"/>
              <a:gd name="connsiteY6" fmla="*/ 919698 h 5470837"/>
              <a:gd name="connsiteX7" fmla="*/ 853476 w 5700636"/>
              <a:gd name="connsiteY7" fmla="*/ 133832 h 5470837"/>
              <a:gd name="connsiteX8" fmla="*/ 3279841 w 5700636"/>
              <a:gd name="connsiteY8" fmla="*/ 659111 h 5470837"/>
              <a:gd name="connsiteX9" fmla="*/ 3869629 w 5700636"/>
              <a:gd name="connsiteY9" fmla="*/ 0 h 5470837"/>
              <a:gd name="connsiteX0" fmla="*/ 3869629 w 5700636"/>
              <a:gd name="connsiteY0" fmla="*/ 58673 h 5529510"/>
              <a:gd name="connsiteX1" fmla="*/ 5697205 w 5700636"/>
              <a:gd name="connsiteY1" fmla="*/ 603832 h 5529510"/>
              <a:gd name="connsiteX2" fmla="*/ 5697180 w 5700636"/>
              <a:gd name="connsiteY2" fmla="*/ 1467164 h 5529510"/>
              <a:gd name="connsiteX3" fmla="*/ 5700636 w 5700636"/>
              <a:gd name="connsiteY3" fmla="*/ 3276981 h 5529510"/>
              <a:gd name="connsiteX4" fmla="*/ 4901483 w 5700636"/>
              <a:gd name="connsiteY4" fmla="*/ 3141732 h 5529510"/>
              <a:gd name="connsiteX5" fmla="*/ 2681942 w 5700636"/>
              <a:gd name="connsiteY5" fmla="*/ 5529510 h 5529510"/>
              <a:gd name="connsiteX6" fmla="*/ 0 w 5700636"/>
              <a:gd name="connsiteY6" fmla="*/ 978371 h 5529510"/>
              <a:gd name="connsiteX7" fmla="*/ 867914 w 5700636"/>
              <a:gd name="connsiteY7" fmla="*/ 0 h 5529510"/>
              <a:gd name="connsiteX8" fmla="*/ 3279841 w 5700636"/>
              <a:gd name="connsiteY8" fmla="*/ 717784 h 5529510"/>
              <a:gd name="connsiteX9" fmla="*/ 3869629 w 5700636"/>
              <a:gd name="connsiteY9" fmla="*/ 58673 h 5529510"/>
              <a:gd name="connsiteX0" fmla="*/ 4970416 w 6801423"/>
              <a:gd name="connsiteY0" fmla="*/ 58673 h 3729586"/>
              <a:gd name="connsiteX1" fmla="*/ 6797992 w 6801423"/>
              <a:gd name="connsiteY1" fmla="*/ 603832 h 3729586"/>
              <a:gd name="connsiteX2" fmla="*/ 6797967 w 6801423"/>
              <a:gd name="connsiteY2" fmla="*/ 1467164 h 3729586"/>
              <a:gd name="connsiteX3" fmla="*/ 6801423 w 6801423"/>
              <a:gd name="connsiteY3" fmla="*/ 3276981 h 3729586"/>
              <a:gd name="connsiteX4" fmla="*/ 6002270 w 6801423"/>
              <a:gd name="connsiteY4" fmla="*/ 3141732 h 3729586"/>
              <a:gd name="connsiteX5" fmla="*/ 0 w 6801423"/>
              <a:gd name="connsiteY5" fmla="*/ 3729586 h 3729586"/>
              <a:gd name="connsiteX6" fmla="*/ 1100787 w 6801423"/>
              <a:gd name="connsiteY6" fmla="*/ 978371 h 3729586"/>
              <a:gd name="connsiteX7" fmla="*/ 1968701 w 6801423"/>
              <a:gd name="connsiteY7" fmla="*/ 0 h 3729586"/>
              <a:gd name="connsiteX8" fmla="*/ 4380628 w 6801423"/>
              <a:gd name="connsiteY8" fmla="*/ 717784 h 3729586"/>
              <a:gd name="connsiteX9" fmla="*/ 4970416 w 6801423"/>
              <a:gd name="connsiteY9" fmla="*/ 58673 h 3729586"/>
              <a:gd name="connsiteX0" fmla="*/ 4970416 w 6801423"/>
              <a:gd name="connsiteY0" fmla="*/ 58673 h 3970776"/>
              <a:gd name="connsiteX1" fmla="*/ 6797992 w 6801423"/>
              <a:gd name="connsiteY1" fmla="*/ 603832 h 3970776"/>
              <a:gd name="connsiteX2" fmla="*/ 6797967 w 6801423"/>
              <a:gd name="connsiteY2" fmla="*/ 1467164 h 3970776"/>
              <a:gd name="connsiteX3" fmla="*/ 6801423 w 6801423"/>
              <a:gd name="connsiteY3" fmla="*/ 3276981 h 3970776"/>
              <a:gd name="connsiteX4" fmla="*/ 6002270 w 6801423"/>
              <a:gd name="connsiteY4" fmla="*/ 3141732 h 3970776"/>
              <a:gd name="connsiteX5" fmla="*/ 0 w 6801423"/>
              <a:gd name="connsiteY5" fmla="*/ 3729586 h 3970776"/>
              <a:gd name="connsiteX6" fmla="*/ 1100787 w 6801423"/>
              <a:gd name="connsiteY6" fmla="*/ 978371 h 3970776"/>
              <a:gd name="connsiteX7" fmla="*/ 1968701 w 6801423"/>
              <a:gd name="connsiteY7" fmla="*/ 0 h 3970776"/>
              <a:gd name="connsiteX8" fmla="*/ 4380628 w 6801423"/>
              <a:gd name="connsiteY8" fmla="*/ 717784 h 3970776"/>
              <a:gd name="connsiteX9" fmla="*/ 4970416 w 6801423"/>
              <a:gd name="connsiteY9" fmla="*/ 58673 h 3970776"/>
              <a:gd name="connsiteX0" fmla="*/ 4970416 w 6801423"/>
              <a:gd name="connsiteY0" fmla="*/ 58673 h 4868008"/>
              <a:gd name="connsiteX1" fmla="*/ 6797992 w 6801423"/>
              <a:gd name="connsiteY1" fmla="*/ 603832 h 4868008"/>
              <a:gd name="connsiteX2" fmla="*/ 6797967 w 6801423"/>
              <a:gd name="connsiteY2" fmla="*/ 1467164 h 4868008"/>
              <a:gd name="connsiteX3" fmla="*/ 6801423 w 6801423"/>
              <a:gd name="connsiteY3" fmla="*/ 3276981 h 4868008"/>
              <a:gd name="connsiteX4" fmla="*/ 2759450 w 6801423"/>
              <a:gd name="connsiteY4" fmla="*/ 4829130 h 4868008"/>
              <a:gd name="connsiteX5" fmla="*/ 0 w 6801423"/>
              <a:gd name="connsiteY5" fmla="*/ 3729586 h 4868008"/>
              <a:gd name="connsiteX6" fmla="*/ 1100787 w 6801423"/>
              <a:gd name="connsiteY6" fmla="*/ 978371 h 4868008"/>
              <a:gd name="connsiteX7" fmla="*/ 1968701 w 6801423"/>
              <a:gd name="connsiteY7" fmla="*/ 0 h 4868008"/>
              <a:gd name="connsiteX8" fmla="*/ 4380628 w 6801423"/>
              <a:gd name="connsiteY8" fmla="*/ 717784 h 4868008"/>
              <a:gd name="connsiteX9" fmla="*/ 4970416 w 6801423"/>
              <a:gd name="connsiteY9" fmla="*/ 58673 h 4868008"/>
              <a:gd name="connsiteX0" fmla="*/ 4970416 w 6801423"/>
              <a:gd name="connsiteY0" fmla="*/ 58673 h 4829130"/>
              <a:gd name="connsiteX1" fmla="*/ 6797992 w 6801423"/>
              <a:gd name="connsiteY1" fmla="*/ 603832 h 4829130"/>
              <a:gd name="connsiteX2" fmla="*/ 6797967 w 6801423"/>
              <a:gd name="connsiteY2" fmla="*/ 1467164 h 4829130"/>
              <a:gd name="connsiteX3" fmla="*/ 6801423 w 6801423"/>
              <a:gd name="connsiteY3" fmla="*/ 3276981 h 4829130"/>
              <a:gd name="connsiteX4" fmla="*/ 2759450 w 6801423"/>
              <a:gd name="connsiteY4" fmla="*/ 4829130 h 4829130"/>
              <a:gd name="connsiteX5" fmla="*/ 0 w 6801423"/>
              <a:gd name="connsiteY5" fmla="*/ 3729586 h 4829130"/>
              <a:gd name="connsiteX6" fmla="*/ 1100787 w 6801423"/>
              <a:gd name="connsiteY6" fmla="*/ 978371 h 4829130"/>
              <a:gd name="connsiteX7" fmla="*/ 1968701 w 6801423"/>
              <a:gd name="connsiteY7" fmla="*/ 0 h 4829130"/>
              <a:gd name="connsiteX8" fmla="*/ 4380628 w 6801423"/>
              <a:gd name="connsiteY8" fmla="*/ 717784 h 4829130"/>
              <a:gd name="connsiteX9" fmla="*/ 4970416 w 6801423"/>
              <a:gd name="connsiteY9" fmla="*/ 58673 h 4829130"/>
              <a:gd name="connsiteX0" fmla="*/ 4970416 w 6801423"/>
              <a:gd name="connsiteY0" fmla="*/ 58673 h 4651330"/>
              <a:gd name="connsiteX1" fmla="*/ 6797992 w 6801423"/>
              <a:gd name="connsiteY1" fmla="*/ 603832 h 4651330"/>
              <a:gd name="connsiteX2" fmla="*/ 6797967 w 6801423"/>
              <a:gd name="connsiteY2" fmla="*/ 1467164 h 4651330"/>
              <a:gd name="connsiteX3" fmla="*/ 6801423 w 6801423"/>
              <a:gd name="connsiteY3" fmla="*/ 3276981 h 4651330"/>
              <a:gd name="connsiteX4" fmla="*/ 2856817 w 6801423"/>
              <a:gd name="connsiteY4" fmla="*/ 4651330 h 4651330"/>
              <a:gd name="connsiteX5" fmla="*/ 0 w 6801423"/>
              <a:gd name="connsiteY5" fmla="*/ 3729586 h 4651330"/>
              <a:gd name="connsiteX6" fmla="*/ 1100787 w 6801423"/>
              <a:gd name="connsiteY6" fmla="*/ 978371 h 4651330"/>
              <a:gd name="connsiteX7" fmla="*/ 1968701 w 6801423"/>
              <a:gd name="connsiteY7" fmla="*/ 0 h 4651330"/>
              <a:gd name="connsiteX8" fmla="*/ 4380628 w 6801423"/>
              <a:gd name="connsiteY8" fmla="*/ 717784 h 4651330"/>
              <a:gd name="connsiteX9" fmla="*/ 4970416 w 6801423"/>
              <a:gd name="connsiteY9" fmla="*/ 58673 h 4651330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78322"/>
              <a:gd name="connsiteX1" fmla="*/ 6797992 w 6801423"/>
              <a:gd name="connsiteY1" fmla="*/ 603832 h 4878322"/>
              <a:gd name="connsiteX2" fmla="*/ 6797967 w 6801423"/>
              <a:gd name="connsiteY2" fmla="*/ 1467164 h 4878322"/>
              <a:gd name="connsiteX3" fmla="*/ 6801423 w 6801423"/>
              <a:gd name="connsiteY3" fmla="*/ 3276981 h 4878322"/>
              <a:gd name="connsiteX4" fmla="*/ 2784851 w 6801423"/>
              <a:gd name="connsiteY4" fmla="*/ 4833363 h 4878322"/>
              <a:gd name="connsiteX5" fmla="*/ 0 w 6801423"/>
              <a:gd name="connsiteY5" fmla="*/ 3729586 h 4878322"/>
              <a:gd name="connsiteX6" fmla="*/ 1100787 w 6801423"/>
              <a:gd name="connsiteY6" fmla="*/ 978371 h 4878322"/>
              <a:gd name="connsiteX7" fmla="*/ 1968701 w 6801423"/>
              <a:gd name="connsiteY7" fmla="*/ 0 h 4878322"/>
              <a:gd name="connsiteX8" fmla="*/ 4380628 w 6801423"/>
              <a:gd name="connsiteY8" fmla="*/ 717784 h 4878322"/>
              <a:gd name="connsiteX9" fmla="*/ 4970416 w 6801423"/>
              <a:gd name="connsiteY9" fmla="*/ 58673 h 4878322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14671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46675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5538"/>
              <a:gd name="connsiteY0" fmla="*/ 58673 h 5688185"/>
              <a:gd name="connsiteX1" fmla="*/ 6797992 w 6805538"/>
              <a:gd name="connsiteY1" fmla="*/ 603832 h 5688185"/>
              <a:gd name="connsiteX2" fmla="*/ 6804843 w 6805538"/>
              <a:gd name="connsiteY2" fmla="*/ 5506337 h 5688185"/>
              <a:gd name="connsiteX3" fmla="*/ 4025173 w 6805538"/>
              <a:gd name="connsiteY3" fmla="*/ 4946036 h 5688185"/>
              <a:gd name="connsiteX4" fmla="*/ 2784851 w 6805538"/>
              <a:gd name="connsiteY4" fmla="*/ 4833363 h 5688185"/>
              <a:gd name="connsiteX5" fmla="*/ 0 w 6805538"/>
              <a:gd name="connsiteY5" fmla="*/ 3729586 h 5688185"/>
              <a:gd name="connsiteX6" fmla="*/ 1100787 w 6805538"/>
              <a:gd name="connsiteY6" fmla="*/ 978371 h 5688185"/>
              <a:gd name="connsiteX7" fmla="*/ 1968701 w 6805538"/>
              <a:gd name="connsiteY7" fmla="*/ 0 h 5688185"/>
              <a:gd name="connsiteX8" fmla="*/ 4380628 w 6805538"/>
              <a:gd name="connsiteY8" fmla="*/ 717784 h 5688185"/>
              <a:gd name="connsiteX9" fmla="*/ 4970416 w 6805538"/>
              <a:gd name="connsiteY9" fmla="*/ 58673 h 5688185"/>
              <a:gd name="connsiteX0" fmla="*/ 4970416 w 6805538"/>
              <a:gd name="connsiteY0" fmla="*/ 58673 h 5749538"/>
              <a:gd name="connsiteX1" fmla="*/ 6797992 w 6805538"/>
              <a:gd name="connsiteY1" fmla="*/ 603832 h 5749538"/>
              <a:gd name="connsiteX2" fmla="*/ 6804843 w 6805538"/>
              <a:gd name="connsiteY2" fmla="*/ 5506337 h 5749538"/>
              <a:gd name="connsiteX3" fmla="*/ 2932018 w 6805538"/>
              <a:gd name="connsiteY3" fmla="*/ 5537302 h 5749538"/>
              <a:gd name="connsiteX4" fmla="*/ 2784851 w 6805538"/>
              <a:gd name="connsiteY4" fmla="*/ 4833363 h 5749538"/>
              <a:gd name="connsiteX5" fmla="*/ 0 w 6805538"/>
              <a:gd name="connsiteY5" fmla="*/ 3729586 h 5749538"/>
              <a:gd name="connsiteX6" fmla="*/ 1100787 w 6805538"/>
              <a:gd name="connsiteY6" fmla="*/ 978371 h 5749538"/>
              <a:gd name="connsiteX7" fmla="*/ 1968701 w 6805538"/>
              <a:gd name="connsiteY7" fmla="*/ 0 h 5749538"/>
              <a:gd name="connsiteX8" fmla="*/ 4380628 w 6805538"/>
              <a:gd name="connsiteY8" fmla="*/ 717784 h 5749538"/>
              <a:gd name="connsiteX9" fmla="*/ 4970416 w 6805538"/>
              <a:gd name="connsiteY9" fmla="*/ 58673 h 5749538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972326"/>
              <a:gd name="connsiteY0" fmla="*/ 58673 h 5531737"/>
              <a:gd name="connsiteX1" fmla="*/ 6797992 w 6972326"/>
              <a:gd name="connsiteY1" fmla="*/ 603832 h 5531737"/>
              <a:gd name="connsiteX2" fmla="*/ 6801668 w 6972326"/>
              <a:gd name="connsiteY2" fmla="*/ 5531737 h 5531737"/>
              <a:gd name="connsiteX3" fmla="*/ 2928843 w 6972326"/>
              <a:gd name="connsiteY3" fmla="*/ 5527777 h 5531737"/>
              <a:gd name="connsiteX4" fmla="*/ 2784851 w 6972326"/>
              <a:gd name="connsiteY4" fmla="*/ 4833363 h 5531737"/>
              <a:gd name="connsiteX5" fmla="*/ 0 w 6972326"/>
              <a:gd name="connsiteY5" fmla="*/ 3729586 h 5531737"/>
              <a:gd name="connsiteX6" fmla="*/ 1100787 w 6972326"/>
              <a:gd name="connsiteY6" fmla="*/ 978371 h 5531737"/>
              <a:gd name="connsiteX7" fmla="*/ 1968701 w 6972326"/>
              <a:gd name="connsiteY7" fmla="*/ 0 h 5531737"/>
              <a:gd name="connsiteX8" fmla="*/ 4380628 w 6972326"/>
              <a:gd name="connsiteY8" fmla="*/ 717784 h 5531737"/>
              <a:gd name="connsiteX9" fmla="*/ 4970416 w 6972326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827921 w 6801668"/>
              <a:gd name="connsiteY4" fmla="*/ 4810171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1538 w 6801668"/>
              <a:gd name="connsiteY4" fmla="*/ 4826737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70704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70416 w 6801668"/>
              <a:gd name="connsiteY9" fmla="*/ 70704 h 5543768"/>
              <a:gd name="connsiteX0" fmla="*/ 4994479 w 6801668"/>
              <a:gd name="connsiteY0" fmla="*/ 6468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94479 w 6801668"/>
              <a:gd name="connsiteY9" fmla="*/ 64688 h 5543768"/>
              <a:gd name="connsiteX0" fmla="*/ 4958384 w 6801668"/>
              <a:gd name="connsiteY0" fmla="*/ 6468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58384 w 6801668"/>
              <a:gd name="connsiteY9" fmla="*/ 64688 h 5543768"/>
              <a:gd name="connsiteX0" fmla="*/ 4967909 w 6801668"/>
              <a:gd name="connsiteY0" fmla="*/ 5833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67909 w 6801668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29815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23799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73358 w 6806430"/>
              <a:gd name="connsiteY8" fmla="*/ 723799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72671 w 6806430"/>
              <a:gd name="connsiteY9" fmla="*/ 58338 h 5543768"/>
              <a:gd name="connsiteX0" fmla="*/ 4953621 w 6806430"/>
              <a:gd name="connsiteY0" fmla="*/ 6468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53621 w 6806430"/>
              <a:gd name="connsiteY9" fmla="*/ 64688 h 5543768"/>
              <a:gd name="connsiteX0" fmla="*/ 4953621 w 6806430"/>
              <a:gd name="connsiteY0" fmla="*/ 6468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53621 w 6806430"/>
              <a:gd name="connsiteY9" fmla="*/ 64688 h 5543768"/>
              <a:gd name="connsiteX0" fmla="*/ 4958383 w 6811192"/>
              <a:gd name="connsiteY0" fmla="*/ 64688 h 5543768"/>
              <a:gd name="connsiteX1" fmla="*/ 6807516 w 6811192"/>
              <a:gd name="connsiteY1" fmla="*/ 615863 h 5543768"/>
              <a:gd name="connsiteX2" fmla="*/ 6811192 w 6811192"/>
              <a:gd name="connsiteY2" fmla="*/ 5543768 h 5543768"/>
              <a:gd name="connsiteX3" fmla="*/ 2938367 w 6811192"/>
              <a:gd name="connsiteY3" fmla="*/ 5539808 h 5543768"/>
              <a:gd name="connsiteX4" fmla="*/ 2791062 w 6811192"/>
              <a:gd name="connsiteY4" fmla="*/ 4838768 h 5543768"/>
              <a:gd name="connsiteX5" fmla="*/ 0 w 6811192"/>
              <a:gd name="connsiteY5" fmla="*/ 3751142 h 5543768"/>
              <a:gd name="connsiteX6" fmla="*/ 1110311 w 6811192"/>
              <a:gd name="connsiteY6" fmla="*/ 990402 h 5543768"/>
              <a:gd name="connsiteX7" fmla="*/ 1984241 w 6811192"/>
              <a:gd name="connsiteY7" fmla="*/ 0 h 5543768"/>
              <a:gd name="connsiteX8" fmla="*/ 4390152 w 6811192"/>
              <a:gd name="connsiteY8" fmla="*/ 711768 h 5543768"/>
              <a:gd name="connsiteX9" fmla="*/ 4958383 w 6811192"/>
              <a:gd name="connsiteY9" fmla="*/ 64688 h 5543768"/>
              <a:gd name="connsiteX0" fmla="*/ 4958383 w 6811192"/>
              <a:gd name="connsiteY0" fmla="*/ 64688 h 5543768"/>
              <a:gd name="connsiteX1" fmla="*/ 6807516 w 6811192"/>
              <a:gd name="connsiteY1" fmla="*/ 615863 h 5543768"/>
              <a:gd name="connsiteX2" fmla="*/ 6811192 w 6811192"/>
              <a:gd name="connsiteY2" fmla="*/ 5543768 h 5543768"/>
              <a:gd name="connsiteX3" fmla="*/ 2938367 w 6811192"/>
              <a:gd name="connsiteY3" fmla="*/ 5539808 h 5543768"/>
              <a:gd name="connsiteX4" fmla="*/ 2776775 w 6811192"/>
              <a:gd name="connsiteY4" fmla="*/ 4843531 h 5543768"/>
              <a:gd name="connsiteX5" fmla="*/ 0 w 6811192"/>
              <a:gd name="connsiteY5" fmla="*/ 3751142 h 5543768"/>
              <a:gd name="connsiteX6" fmla="*/ 1110311 w 6811192"/>
              <a:gd name="connsiteY6" fmla="*/ 990402 h 5543768"/>
              <a:gd name="connsiteX7" fmla="*/ 1984241 w 6811192"/>
              <a:gd name="connsiteY7" fmla="*/ 0 h 5543768"/>
              <a:gd name="connsiteX8" fmla="*/ 4390152 w 6811192"/>
              <a:gd name="connsiteY8" fmla="*/ 711768 h 5543768"/>
              <a:gd name="connsiteX9" fmla="*/ 4958383 w 6811192"/>
              <a:gd name="connsiteY9" fmla="*/ 64688 h 554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11192" h="5543768">
                <a:moveTo>
                  <a:pt x="4958383" y="64688"/>
                </a:moveTo>
                <a:lnTo>
                  <a:pt x="6807516" y="615863"/>
                </a:lnTo>
                <a:cubicBezTo>
                  <a:pt x="6810214" y="2145966"/>
                  <a:pt x="6807031" y="4453746"/>
                  <a:pt x="6811192" y="5543768"/>
                </a:cubicBezTo>
                <a:lnTo>
                  <a:pt x="2938367" y="5539808"/>
                </a:lnTo>
                <a:cubicBezTo>
                  <a:pt x="2867720" y="5199729"/>
                  <a:pt x="2843850" y="5170863"/>
                  <a:pt x="2776775" y="4843531"/>
                </a:cubicBezTo>
                <a:lnTo>
                  <a:pt x="0" y="3751142"/>
                </a:lnTo>
                <a:lnTo>
                  <a:pt x="1110311" y="990402"/>
                </a:lnTo>
                <a:cubicBezTo>
                  <a:pt x="1518328" y="526314"/>
                  <a:pt x="1114212" y="979037"/>
                  <a:pt x="1984241" y="0"/>
                </a:cubicBezTo>
                <a:lnTo>
                  <a:pt x="4390152" y="711768"/>
                </a:lnTo>
                <a:cubicBezTo>
                  <a:pt x="4663749" y="402229"/>
                  <a:pt x="4655909" y="393477"/>
                  <a:pt x="4958383" y="64688"/>
                </a:cubicBezTo>
                <a:close/>
              </a:path>
            </a:pathLst>
          </a:custGeom>
          <a:solidFill>
            <a:schemeClr val="bg1"/>
          </a:solidFill>
        </p:spPr>
        <p:txBody>
          <a:bodyPr bIns="1440000" anchor="b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5D8D0C-014B-B12D-9A9F-6E48C9CE2968}"/>
              </a:ext>
            </a:extLst>
          </p:cNvPr>
          <p:cNvCxnSpPr>
            <a:cxnSpLocks/>
            <a:endCxn id="7" idx="5"/>
          </p:cNvCxnSpPr>
          <p:nvPr userDrawn="1"/>
        </p:nvCxnSpPr>
        <p:spPr>
          <a:xfrm>
            <a:off x="0" y="4188213"/>
            <a:ext cx="5380808" cy="8771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3A8053-4D34-A6A0-0BD4-884C9C932D2C}"/>
              </a:ext>
            </a:extLst>
          </p:cNvPr>
          <p:cNvCxnSpPr>
            <a:cxnSpLocks/>
          </p:cNvCxnSpPr>
          <p:nvPr userDrawn="1"/>
        </p:nvCxnSpPr>
        <p:spPr>
          <a:xfrm flipV="1">
            <a:off x="4418387" y="5065374"/>
            <a:ext cx="962421" cy="17926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BF2071-6C3C-66F6-6163-17528DB0ABC6}"/>
              </a:ext>
            </a:extLst>
          </p:cNvPr>
          <p:cNvCxnSpPr>
            <a:cxnSpLocks/>
            <a:stCxn id="7" idx="7"/>
          </p:cNvCxnSpPr>
          <p:nvPr userDrawn="1"/>
        </p:nvCxnSpPr>
        <p:spPr>
          <a:xfrm flipH="1" flipV="1">
            <a:off x="6567686" y="-2565"/>
            <a:ext cx="797363" cy="131679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4B548D-D8DF-CF20-E1C1-B07DBB85F4CF}"/>
              </a:ext>
            </a:extLst>
          </p:cNvPr>
          <p:cNvCxnSpPr>
            <a:cxnSpLocks/>
            <a:stCxn id="7" idx="0"/>
          </p:cNvCxnSpPr>
          <p:nvPr userDrawn="1"/>
        </p:nvCxnSpPr>
        <p:spPr>
          <a:xfrm flipH="1" flipV="1">
            <a:off x="6567686" y="-2565"/>
            <a:ext cx="3771505" cy="13814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13D4D4F-A433-221E-373D-8C737CBFAD99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8" name="Hexagon 34">
            <a:extLst>
              <a:ext uri="{FF2B5EF4-FFF2-40B4-BE49-F238E27FC236}">
                <a16:creationId xmlns:a16="http://schemas.microsoft.com/office/drawing/2014/main" id="{312AF42D-052A-6CD6-0F09-B9E4BC52C908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599EF2-82BE-7B49-35F3-86FC08BE964D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1" name="Hexagon 34">
              <a:extLst>
                <a:ext uri="{FF2B5EF4-FFF2-40B4-BE49-F238E27FC236}">
                  <a16:creationId xmlns:a16="http://schemas.microsoft.com/office/drawing/2014/main" id="{F6D85B13-37F7-03E2-A783-9E349487F4C4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Hexagon 34">
              <a:extLst>
                <a:ext uri="{FF2B5EF4-FFF2-40B4-BE49-F238E27FC236}">
                  <a16:creationId xmlns:a16="http://schemas.microsoft.com/office/drawing/2014/main" id="{54A02ACB-074C-8DCC-3296-30659F646E9C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Hexagon 34">
              <a:extLst>
                <a:ext uri="{FF2B5EF4-FFF2-40B4-BE49-F238E27FC236}">
                  <a16:creationId xmlns:a16="http://schemas.microsoft.com/office/drawing/2014/main" id="{0C122E8D-E6D7-D567-94E0-AA94EB6B12E7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2FAF4DE-AB2A-CDB9-40C9-ECE86E30E7E6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5" name="Hexagon 34">
            <a:extLst>
              <a:ext uri="{FF2B5EF4-FFF2-40B4-BE49-F238E27FC236}">
                <a16:creationId xmlns:a16="http://schemas.microsoft.com/office/drawing/2014/main" id="{5DF499C7-83FB-E15A-837C-AF466E4844CB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470664-36E4-0D8F-01F3-6A986CA1257B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8" name="Hexagon 34">
              <a:extLst>
                <a:ext uri="{FF2B5EF4-FFF2-40B4-BE49-F238E27FC236}">
                  <a16:creationId xmlns:a16="http://schemas.microsoft.com/office/drawing/2014/main" id="{5D1A17D7-6873-B31E-3029-64690197EE15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B58CBC1D-0547-FD3C-D6CD-91CD297E68BC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Hexagon 34">
              <a:extLst>
                <a:ext uri="{FF2B5EF4-FFF2-40B4-BE49-F238E27FC236}">
                  <a16:creationId xmlns:a16="http://schemas.microsoft.com/office/drawing/2014/main" id="{9420C6A7-4709-9E50-B03C-A54816DB95DF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E85A8D7-A161-9D4B-EBAA-5B996FFBB850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68" name="Hexagon 34">
              <a:extLst>
                <a:ext uri="{FF2B5EF4-FFF2-40B4-BE49-F238E27FC236}">
                  <a16:creationId xmlns:a16="http://schemas.microsoft.com/office/drawing/2014/main" id="{FB17F82B-B434-0387-5C37-9A34A98CDDF5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9" name="Hexagon 34">
              <a:extLst>
                <a:ext uri="{FF2B5EF4-FFF2-40B4-BE49-F238E27FC236}">
                  <a16:creationId xmlns:a16="http://schemas.microsoft.com/office/drawing/2014/main" id="{02AAE47F-B2D7-A001-4CFD-DD4EC553B56D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Hexagon 34">
              <a:extLst>
                <a:ext uri="{FF2B5EF4-FFF2-40B4-BE49-F238E27FC236}">
                  <a16:creationId xmlns:a16="http://schemas.microsoft.com/office/drawing/2014/main" id="{F5B8EC1F-6957-ABB5-F983-78E27614844B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Hexagon 34">
              <a:extLst>
                <a:ext uri="{FF2B5EF4-FFF2-40B4-BE49-F238E27FC236}">
                  <a16:creationId xmlns:a16="http://schemas.microsoft.com/office/drawing/2014/main" id="{A81FCC49-C747-8C7B-8396-799BE7CD131D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E0739AB-C4F9-DC62-4525-2099B6788737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73" name="Hexagon 34">
              <a:extLst>
                <a:ext uri="{FF2B5EF4-FFF2-40B4-BE49-F238E27FC236}">
                  <a16:creationId xmlns:a16="http://schemas.microsoft.com/office/drawing/2014/main" id="{37936DD3-1F4C-349D-86F0-7E24721CD87F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Hexagon 34">
              <a:extLst>
                <a:ext uri="{FF2B5EF4-FFF2-40B4-BE49-F238E27FC236}">
                  <a16:creationId xmlns:a16="http://schemas.microsoft.com/office/drawing/2014/main" id="{13104894-9328-64E7-C179-82F3BB132B5F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Hexagon 34">
              <a:extLst>
                <a:ext uri="{FF2B5EF4-FFF2-40B4-BE49-F238E27FC236}">
                  <a16:creationId xmlns:a16="http://schemas.microsoft.com/office/drawing/2014/main" id="{14611792-7654-9A1C-2C8B-A75B5776945D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Hexagon 34">
              <a:extLst>
                <a:ext uri="{FF2B5EF4-FFF2-40B4-BE49-F238E27FC236}">
                  <a16:creationId xmlns:a16="http://schemas.microsoft.com/office/drawing/2014/main" id="{1D4817C4-1FB0-4DB3-9EAB-36D87A6BF17F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7" name="Hexagon 34">
            <a:extLst>
              <a:ext uri="{FF2B5EF4-FFF2-40B4-BE49-F238E27FC236}">
                <a16:creationId xmlns:a16="http://schemas.microsoft.com/office/drawing/2014/main" id="{485D48DE-3ACB-107C-92D1-E5BDE2063C5A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3F3AB28-CB94-B85C-22FD-34124AAC88D0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79" name="Hexagon 34">
              <a:extLst>
                <a:ext uri="{FF2B5EF4-FFF2-40B4-BE49-F238E27FC236}">
                  <a16:creationId xmlns:a16="http://schemas.microsoft.com/office/drawing/2014/main" id="{ADB038EA-F209-5777-7C54-292AD0A72F7B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0" name="Hexagon 34">
              <a:extLst>
                <a:ext uri="{FF2B5EF4-FFF2-40B4-BE49-F238E27FC236}">
                  <a16:creationId xmlns:a16="http://schemas.microsoft.com/office/drawing/2014/main" id="{6BB3F13A-E67E-851A-BCA9-3CEA43EBBF45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Hexagon 34">
              <a:extLst>
                <a:ext uri="{FF2B5EF4-FFF2-40B4-BE49-F238E27FC236}">
                  <a16:creationId xmlns:a16="http://schemas.microsoft.com/office/drawing/2014/main" id="{556FA042-9198-E444-AA0A-0B903829CCB5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D569B8E-7408-0B49-BC7D-5FE18D97AB1F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1C593D89-A951-05B3-0538-90FE51584BED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Hexagon 34">
              <a:extLst>
                <a:ext uri="{FF2B5EF4-FFF2-40B4-BE49-F238E27FC236}">
                  <a16:creationId xmlns:a16="http://schemas.microsoft.com/office/drawing/2014/main" id="{8ABB844B-009A-B86E-C59C-41364CDF8F21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6DF07133-BE2E-E5CB-EC85-3A2E07ECC336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074022B-7328-72A3-0996-03B97B7E4333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ED753F9E-C4A0-AD5C-E0E5-6E7165B8D34C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933E1F1-C45B-44E5-DCED-E34A35A58F3A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89" name="Hexagon 34">
                <a:extLst>
                  <a:ext uri="{FF2B5EF4-FFF2-40B4-BE49-F238E27FC236}">
                    <a16:creationId xmlns:a16="http://schemas.microsoft.com/office/drawing/2014/main" id="{D30793DE-FD65-441A-8BB4-6872EC7111A6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Hexagon 34">
                <a:extLst>
                  <a:ext uri="{FF2B5EF4-FFF2-40B4-BE49-F238E27FC236}">
                    <a16:creationId xmlns:a16="http://schemas.microsoft.com/office/drawing/2014/main" id="{174733ED-D78C-095B-D6A2-09089548185A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B9EB233-9095-74FC-DE74-BBEE8E3ECF2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2B5078A-B9CC-8690-64B0-6B3F6A376E00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3" name="Hexagon 34">
              <a:extLst>
                <a:ext uri="{FF2B5EF4-FFF2-40B4-BE49-F238E27FC236}">
                  <a16:creationId xmlns:a16="http://schemas.microsoft.com/office/drawing/2014/main" id="{14C9C207-8742-D3FB-49D5-908471D211DA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0DF745B-9F57-5E95-9CD2-98C0EABA3060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5" name="Hexagon 34">
                <a:extLst>
                  <a:ext uri="{FF2B5EF4-FFF2-40B4-BE49-F238E27FC236}">
                    <a16:creationId xmlns:a16="http://schemas.microsoft.com/office/drawing/2014/main" id="{0D5B5E8B-31B5-0737-4DE5-CE85A37A9FBF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Hexagon 34">
                <a:extLst>
                  <a:ext uri="{FF2B5EF4-FFF2-40B4-BE49-F238E27FC236}">
                    <a16:creationId xmlns:a16="http://schemas.microsoft.com/office/drawing/2014/main" id="{D0967C19-3DEA-D338-F38A-FD72B5C2D735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CC2C3BD8-B140-5806-6EAD-C0D4E4332DFF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6AB8843-7643-8AB0-EBC6-DAF0A88452A3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99" name="Hexagon 34">
              <a:extLst>
                <a:ext uri="{FF2B5EF4-FFF2-40B4-BE49-F238E27FC236}">
                  <a16:creationId xmlns:a16="http://schemas.microsoft.com/office/drawing/2014/main" id="{69B31CF6-81EF-06CB-38E7-34CD5FC7E51D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Hexagon 34">
              <a:extLst>
                <a:ext uri="{FF2B5EF4-FFF2-40B4-BE49-F238E27FC236}">
                  <a16:creationId xmlns:a16="http://schemas.microsoft.com/office/drawing/2014/main" id="{A53563FE-9CF7-B644-A4A5-093533F0D37D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22650885-82A6-A02E-A661-2C2DEDF3B195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B2FC4C4C-F5E0-04C2-A86D-07BECFF08454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04508DF-050D-BFEA-03D9-68355C5B4A48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4" name="Hexagon 34">
              <a:extLst>
                <a:ext uri="{FF2B5EF4-FFF2-40B4-BE49-F238E27FC236}">
                  <a16:creationId xmlns:a16="http://schemas.microsoft.com/office/drawing/2014/main" id="{928B145A-CD79-D48F-66F3-55AC5EB19BD5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Hexagon 34">
              <a:extLst>
                <a:ext uri="{FF2B5EF4-FFF2-40B4-BE49-F238E27FC236}">
                  <a16:creationId xmlns:a16="http://schemas.microsoft.com/office/drawing/2014/main" id="{7B653F75-EF66-8B2D-56FE-97980F418A0D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F93B853F-9D80-FEE6-DF11-1C1988BD57B1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50542779-13E9-B157-C8D9-E37B3C802C5B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8C0D6413-9D29-579A-8A5F-F70E58437DC2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D1F86C2-73E3-E9B1-D395-4EA6C6DE3EAB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1401D1C-EB97-B660-A501-C0A2E6DF438A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1" name="Right Brace 110">
            <a:extLst>
              <a:ext uri="{FF2B5EF4-FFF2-40B4-BE49-F238E27FC236}">
                <a16:creationId xmlns:a16="http://schemas.microsoft.com/office/drawing/2014/main" id="{A2B16F4B-C3E3-43FC-62A7-43FDCA7BC824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5E03C5C-CE51-4519-6A7C-7B9BA3F17810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3" name="Right Brace 112">
            <a:extLst>
              <a:ext uri="{FF2B5EF4-FFF2-40B4-BE49-F238E27FC236}">
                <a16:creationId xmlns:a16="http://schemas.microsoft.com/office/drawing/2014/main" id="{66196719-477D-599F-DEFA-7625DE0E73D1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1653503-5908-2D85-0D43-A3913AF4B5F3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A84829B-4EE1-348E-4036-09DD540C6C49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6" name="Right Brace 115">
            <a:extLst>
              <a:ext uri="{FF2B5EF4-FFF2-40B4-BE49-F238E27FC236}">
                <a16:creationId xmlns:a16="http://schemas.microsoft.com/office/drawing/2014/main" id="{5E87FB90-1BBE-B934-46F1-07A6E5239A72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9467ADC9-AE0F-4E30-5942-A939AA527DC7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789FB2C8-D5BE-3285-B801-255D5FB2673B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5461099-1145-AAC9-A149-704C22566BC0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27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>
            <a:extLst>
              <a:ext uri="{FF2B5EF4-FFF2-40B4-BE49-F238E27FC236}">
                <a16:creationId xmlns:a16="http://schemas.microsoft.com/office/drawing/2014/main" id="{7776952E-4410-1567-37CB-E9C079AED2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296C15A9-FFF2-4158-9219-584044F50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01" y="5653321"/>
            <a:ext cx="1725961" cy="13609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B77889F0-9C04-35EC-D78A-03F11683272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92000" y="1628800"/>
            <a:ext cx="1007999" cy="1008112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A28277-CA4A-225F-D76F-54410E5CFA2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67608" y="0"/>
            <a:ext cx="1152128" cy="53012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6BC301-6B18-0A05-F144-F1643BD5C468}"/>
              </a:ext>
            </a:extLst>
          </p:cNvPr>
          <p:cNvCxnSpPr>
            <a:cxnSpLocks/>
          </p:cNvCxnSpPr>
          <p:nvPr userDrawn="1"/>
        </p:nvCxnSpPr>
        <p:spPr>
          <a:xfrm>
            <a:off x="2567608" y="5301208"/>
            <a:ext cx="2592288" cy="15567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76BED7-88F2-F64A-8DFC-323DB9CD01A7}"/>
              </a:ext>
            </a:extLst>
          </p:cNvPr>
          <p:cNvCxnSpPr>
            <a:cxnSpLocks/>
          </p:cNvCxnSpPr>
          <p:nvPr userDrawn="1"/>
        </p:nvCxnSpPr>
        <p:spPr>
          <a:xfrm flipV="1">
            <a:off x="-24680" y="5301208"/>
            <a:ext cx="2592288" cy="128313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DC666B-EE50-910F-879D-08B4F5605569}"/>
              </a:ext>
            </a:extLst>
          </p:cNvPr>
          <p:cNvCxnSpPr>
            <a:cxnSpLocks/>
          </p:cNvCxnSpPr>
          <p:nvPr userDrawn="1"/>
        </p:nvCxnSpPr>
        <p:spPr>
          <a:xfrm>
            <a:off x="0" y="4744997"/>
            <a:ext cx="2567608" cy="556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0E9306-0D47-A8B2-5540-098AA0B1484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12024" y="2132856"/>
            <a:ext cx="2736304" cy="47251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1E5588-E25E-E631-7BFA-2497417B8291}"/>
              </a:ext>
            </a:extLst>
          </p:cNvPr>
          <p:cNvCxnSpPr>
            <a:cxnSpLocks/>
          </p:cNvCxnSpPr>
          <p:nvPr userDrawn="1"/>
        </p:nvCxnSpPr>
        <p:spPr>
          <a:xfrm flipV="1">
            <a:off x="9048192" y="0"/>
            <a:ext cx="3143808" cy="21328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DDAC8D2-03B2-16FF-47C6-FBFE3B9C400F}"/>
              </a:ext>
            </a:extLst>
          </p:cNvPr>
          <p:cNvCxnSpPr>
            <a:cxnSpLocks/>
          </p:cNvCxnSpPr>
          <p:nvPr userDrawn="1"/>
        </p:nvCxnSpPr>
        <p:spPr>
          <a:xfrm>
            <a:off x="6565059" y="836712"/>
            <a:ext cx="2483133" cy="12961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1EACB3-D9FA-1E49-1C26-B62560601ACB}"/>
              </a:ext>
            </a:extLst>
          </p:cNvPr>
          <p:cNvCxnSpPr>
            <a:cxnSpLocks/>
          </p:cNvCxnSpPr>
          <p:nvPr userDrawn="1"/>
        </p:nvCxnSpPr>
        <p:spPr>
          <a:xfrm>
            <a:off x="6102970" y="0"/>
            <a:ext cx="461953" cy="8367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5C9642-231D-6F59-CC9D-5F4E2D40802A}"/>
              </a:ext>
            </a:extLst>
          </p:cNvPr>
          <p:cNvCxnSpPr>
            <a:cxnSpLocks/>
          </p:cNvCxnSpPr>
          <p:nvPr userDrawn="1"/>
        </p:nvCxnSpPr>
        <p:spPr>
          <a:xfrm>
            <a:off x="9048192" y="2132856"/>
            <a:ext cx="337375" cy="19442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740E47-01E2-FC6E-B6AE-2AF865A05248}"/>
              </a:ext>
            </a:extLst>
          </p:cNvPr>
          <p:cNvCxnSpPr>
            <a:cxnSpLocks/>
          </p:cNvCxnSpPr>
          <p:nvPr userDrawn="1"/>
        </p:nvCxnSpPr>
        <p:spPr>
          <a:xfrm>
            <a:off x="9385567" y="4050994"/>
            <a:ext cx="1549738" cy="28070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6">
            <a:extLst>
              <a:ext uri="{FF2B5EF4-FFF2-40B4-BE49-F238E27FC236}">
                <a16:creationId xmlns:a16="http://schemas.microsoft.com/office/drawing/2014/main" id="{BC5ACAA2-63AA-5F96-42FF-9F918ABA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6" y="3080091"/>
            <a:ext cx="10515600" cy="832453"/>
          </a:xfrm>
          <a:prstGeom prst="rect">
            <a:avLst/>
          </a:prstGeom>
        </p:spPr>
        <p:txBody>
          <a:bodyPr tIns="36000" bIns="0" anchor="b" anchorCtr="0">
            <a:normAutofit/>
          </a:bodyPr>
          <a:lstStyle>
            <a:lvl1pPr algn="ctr">
              <a:defRPr sz="4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/>
              <a:t>Click to edit Master title style</a:t>
            </a:r>
            <a:endParaRPr noProof="0" dirty="0"/>
          </a:p>
        </p:txBody>
      </p:sp>
      <p:sp>
        <p:nvSpPr>
          <p:cNvPr id="31" name="Sous-titre 2">
            <a:extLst>
              <a:ext uri="{FF2B5EF4-FFF2-40B4-BE49-F238E27FC236}">
                <a16:creationId xmlns:a16="http://schemas.microsoft.com/office/drawing/2014/main" id="{36EC7285-CE3D-EEB0-3035-BB5EB1432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046" y="3912544"/>
            <a:ext cx="10515600" cy="832453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Click to add a second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FFE29-965B-AB0C-F7A9-84AB03ABCBEA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5" name="Hexagon 34">
            <a:extLst>
              <a:ext uri="{FF2B5EF4-FFF2-40B4-BE49-F238E27FC236}">
                <a16:creationId xmlns:a16="http://schemas.microsoft.com/office/drawing/2014/main" id="{B9DA8056-61A6-98DB-B2E3-77BF68AD4825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E711F9-B9AA-1D92-E1B7-523789949E75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7" name="Hexagon 34">
              <a:extLst>
                <a:ext uri="{FF2B5EF4-FFF2-40B4-BE49-F238E27FC236}">
                  <a16:creationId xmlns:a16="http://schemas.microsoft.com/office/drawing/2014/main" id="{900A98C1-726B-3E7A-5407-BAB033553EAA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Hexagon 34">
              <a:extLst>
                <a:ext uri="{FF2B5EF4-FFF2-40B4-BE49-F238E27FC236}">
                  <a16:creationId xmlns:a16="http://schemas.microsoft.com/office/drawing/2014/main" id="{05B7CB8E-07E0-8750-B497-473AE4FEA0FA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Hexagon 34">
              <a:extLst>
                <a:ext uri="{FF2B5EF4-FFF2-40B4-BE49-F238E27FC236}">
                  <a16:creationId xmlns:a16="http://schemas.microsoft.com/office/drawing/2014/main" id="{9495B317-99A7-F020-1D0B-B9D6AE75249E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E52B90-1E25-9F1F-49B3-72D11571FA4C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3" name="Hexagon 34">
            <a:extLst>
              <a:ext uri="{FF2B5EF4-FFF2-40B4-BE49-F238E27FC236}">
                <a16:creationId xmlns:a16="http://schemas.microsoft.com/office/drawing/2014/main" id="{C92CD8E4-9BC9-3EAA-2E80-026BDB42E3B6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71F645-1161-5ACC-BB1E-42BCCF4A5A8E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6" name="Hexagon 34">
              <a:extLst>
                <a:ext uri="{FF2B5EF4-FFF2-40B4-BE49-F238E27FC236}">
                  <a16:creationId xmlns:a16="http://schemas.microsoft.com/office/drawing/2014/main" id="{1D80F29C-2C39-60FA-3551-0E10500EC7A7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Hexagon 34">
              <a:extLst>
                <a:ext uri="{FF2B5EF4-FFF2-40B4-BE49-F238E27FC236}">
                  <a16:creationId xmlns:a16="http://schemas.microsoft.com/office/drawing/2014/main" id="{CCBB1260-ACE1-5626-6F08-D47D45F31658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1F8373C4-8275-E8B4-0F7E-82AB2A13D9A9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9E8553-47C3-D39D-947C-4B21285B05AC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21" name="Hexagon 34">
              <a:extLst>
                <a:ext uri="{FF2B5EF4-FFF2-40B4-BE49-F238E27FC236}">
                  <a16:creationId xmlns:a16="http://schemas.microsoft.com/office/drawing/2014/main" id="{A5305DD6-4F3D-D265-485B-C985D551CC3B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3" name="Hexagon 34">
              <a:extLst>
                <a:ext uri="{FF2B5EF4-FFF2-40B4-BE49-F238E27FC236}">
                  <a16:creationId xmlns:a16="http://schemas.microsoft.com/office/drawing/2014/main" id="{AD46C22B-CD74-26F8-745B-507CE69858C5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Hexagon 34">
              <a:extLst>
                <a:ext uri="{FF2B5EF4-FFF2-40B4-BE49-F238E27FC236}">
                  <a16:creationId xmlns:a16="http://schemas.microsoft.com/office/drawing/2014/main" id="{EE3F9831-7C30-AC43-5AE2-88ECA6AC06D3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Hexagon 34">
              <a:extLst>
                <a:ext uri="{FF2B5EF4-FFF2-40B4-BE49-F238E27FC236}">
                  <a16:creationId xmlns:a16="http://schemas.microsoft.com/office/drawing/2014/main" id="{0D86A692-9CBB-C90F-B570-8DEEF90C6E07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2D6FEE-9379-23A1-BE41-45F7E2C749D9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28" name="Hexagon 34">
              <a:extLst>
                <a:ext uri="{FF2B5EF4-FFF2-40B4-BE49-F238E27FC236}">
                  <a16:creationId xmlns:a16="http://schemas.microsoft.com/office/drawing/2014/main" id="{775AEB9B-350A-D3E5-9E4A-3422AF81322D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Hexagon 34">
              <a:extLst>
                <a:ext uri="{FF2B5EF4-FFF2-40B4-BE49-F238E27FC236}">
                  <a16:creationId xmlns:a16="http://schemas.microsoft.com/office/drawing/2014/main" id="{EF4E0F01-C375-8E98-21E0-0F1E890715C6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2A3B744A-5C09-0092-204C-B3BFCEB836C0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Hexagon 34">
              <a:extLst>
                <a:ext uri="{FF2B5EF4-FFF2-40B4-BE49-F238E27FC236}">
                  <a16:creationId xmlns:a16="http://schemas.microsoft.com/office/drawing/2014/main" id="{2CBDDB7F-3EAF-3132-E0FD-A3B913CF99B6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8" name="Hexagon 34">
            <a:extLst>
              <a:ext uri="{FF2B5EF4-FFF2-40B4-BE49-F238E27FC236}">
                <a16:creationId xmlns:a16="http://schemas.microsoft.com/office/drawing/2014/main" id="{847DED18-B4C0-DDA9-56AA-A61F64775CA3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C21BC4-654D-2874-086C-2D19D626B6E1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41" name="Hexagon 34">
              <a:extLst>
                <a:ext uri="{FF2B5EF4-FFF2-40B4-BE49-F238E27FC236}">
                  <a16:creationId xmlns:a16="http://schemas.microsoft.com/office/drawing/2014/main" id="{4491E6B6-7CCC-F938-7967-E1662543808F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E8E9BFDE-891F-84A1-ECB4-1421E22693D6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Hexagon 34">
              <a:extLst>
                <a:ext uri="{FF2B5EF4-FFF2-40B4-BE49-F238E27FC236}">
                  <a16:creationId xmlns:a16="http://schemas.microsoft.com/office/drawing/2014/main" id="{228CCF3A-703A-7BCC-1AF0-9E4BD393F118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9C92A64-2D96-F5C8-D9BF-A75CACFE5196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90" name="Hexagon 34">
              <a:extLst>
                <a:ext uri="{FF2B5EF4-FFF2-40B4-BE49-F238E27FC236}">
                  <a16:creationId xmlns:a16="http://schemas.microsoft.com/office/drawing/2014/main" id="{CF719CDE-96FC-F13B-896F-F1937F92194B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Hexagon 34">
              <a:extLst>
                <a:ext uri="{FF2B5EF4-FFF2-40B4-BE49-F238E27FC236}">
                  <a16:creationId xmlns:a16="http://schemas.microsoft.com/office/drawing/2014/main" id="{EC49C7EA-D184-9688-5B40-6727DB85CFFB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Hexagon 34">
              <a:extLst>
                <a:ext uri="{FF2B5EF4-FFF2-40B4-BE49-F238E27FC236}">
                  <a16:creationId xmlns:a16="http://schemas.microsoft.com/office/drawing/2014/main" id="{007A11B8-3C0B-7ADD-2DF2-2AAE54D18149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6AA3C85-F048-6ABF-C8FE-CF5F50A490DD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94" name="Hexagon 34">
              <a:extLst>
                <a:ext uri="{FF2B5EF4-FFF2-40B4-BE49-F238E27FC236}">
                  <a16:creationId xmlns:a16="http://schemas.microsoft.com/office/drawing/2014/main" id="{4AE5CDB9-475A-8948-CECD-598798CF701B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08D2DF9-637C-1FCE-77BD-F6543FB253D6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6" name="Hexagon 34">
                <a:extLst>
                  <a:ext uri="{FF2B5EF4-FFF2-40B4-BE49-F238E27FC236}">
                    <a16:creationId xmlns:a16="http://schemas.microsoft.com/office/drawing/2014/main" id="{04CF3CC6-5A92-9937-DD4A-9015D13B9DE9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B7E676DC-714B-6BA9-77F2-265672DC7E96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755349C9-C483-6FD9-63BC-961AB191C212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0B115E4-B578-1924-3812-38AE32949076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100" name="Hexagon 34">
              <a:extLst>
                <a:ext uri="{FF2B5EF4-FFF2-40B4-BE49-F238E27FC236}">
                  <a16:creationId xmlns:a16="http://schemas.microsoft.com/office/drawing/2014/main" id="{396C1D28-155A-745A-B1E4-DFEFA722B258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5C992D8-78FE-C0B9-95AF-83E2427D8631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102" name="Hexagon 34">
                <a:extLst>
                  <a:ext uri="{FF2B5EF4-FFF2-40B4-BE49-F238E27FC236}">
                    <a16:creationId xmlns:a16="http://schemas.microsoft.com/office/drawing/2014/main" id="{8E9C0057-43D7-BE41-CB78-A98C22366912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Hexagon 34">
                <a:extLst>
                  <a:ext uri="{FF2B5EF4-FFF2-40B4-BE49-F238E27FC236}">
                    <a16:creationId xmlns:a16="http://schemas.microsoft.com/office/drawing/2014/main" id="{388F3176-4664-189D-9B55-1DE9B5651DE0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6195048D-ABA5-437E-8E5E-FE31E5D19A29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D263246-971E-6AF3-E832-9EB2A5B3A07A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79291828-D280-04BF-DCE6-47BBDE624D93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3B7DB0EB-4C8F-C3F9-8651-5490920759B1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84F9072D-28F9-A388-8413-87DB56B81832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Hexagon 34">
              <a:extLst>
                <a:ext uri="{FF2B5EF4-FFF2-40B4-BE49-F238E27FC236}">
                  <a16:creationId xmlns:a16="http://schemas.microsoft.com/office/drawing/2014/main" id="{733BD0DE-4D83-20DD-472F-F468978B43D9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83B2795-76C9-422A-A841-2AF6D28484B0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11" name="Hexagon 34">
              <a:extLst>
                <a:ext uri="{FF2B5EF4-FFF2-40B4-BE49-F238E27FC236}">
                  <a16:creationId xmlns:a16="http://schemas.microsoft.com/office/drawing/2014/main" id="{840A9047-372E-F4D4-B232-A1C061422F38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Hexagon 34">
              <a:extLst>
                <a:ext uri="{FF2B5EF4-FFF2-40B4-BE49-F238E27FC236}">
                  <a16:creationId xmlns:a16="http://schemas.microsoft.com/office/drawing/2014/main" id="{A3132B27-C936-5400-55BE-077FD8B84E7F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Hexagon 34">
              <a:extLst>
                <a:ext uri="{FF2B5EF4-FFF2-40B4-BE49-F238E27FC236}">
                  <a16:creationId xmlns:a16="http://schemas.microsoft.com/office/drawing/2014/main" id="{E5AE151C-A125-A408-B128-8292BC85AE4B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E2DFAB5A-023C-50EF-542C-C64D286C9FE3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7846A21C-1510-EFFF-4803-81B97BB69939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0FBA730-DBFD-1AAD-582E-672B96C2F8FF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33CF6B-13CE-5285-6270-A48096840275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87778DD7-5490-A878-C2A1-F599755488AD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FF3846F-51DB-FE33-E12F-30F315AE0B5B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930EC2AC-3473-A0DC-372F-31118A78AC7D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6D5D978-4966-C5C3-CE58-263C477F1953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6BDE6F7-39AF-0272-45B5-E92DDFBB0CAA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23" name="Right Brace 122">
            <a:extLst>
              <a:ext uri="{FF2B5EF4-FFF2-40B4-BE49-F238E27FC236}">
                <a16:creationId xmlns:a16="http://schemas.microsoft.com/office/drawing/2014/main" id="{DAC7C9AE-B290-1C65-38FE-1DA0168D2438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ight Brace 123">
            <a:extLst>
              <a:ext uri="{FF2B5EF4-FFF2-40B4-BE49-F238E27FC236}">
                <a16:creationId xmlns:a16="http://schemas.microsoft.com/office/drawing/2014/main" id="{2ACBF98D-8B34-D72E-1763-887C154275FA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ight Brace 124">
            <a:extLst>
              <a:ext uri="{FF2B5EF4-FFF2-40B4-BE49-F238E27FC236}">
                <a16:creationId xmlns:a16="http://schemas.microsoft.com/office/drawing/2014/main" id="{A7B109F6-65AA-9430-3677-1D063009BA78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C56FE2C-FACD-C9A2-A28D-E621CC0D290A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40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ark lines">
    <p:bg>
      <p:bgPr>
        <a:solidFill>
          <a:srgbClr val="FFC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314F373-7FA0-9E59-9F6D-54F01166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416" y="1374826"/>
            <a:ext cx="5256584" cy="614014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BC506A-D8AC-281C-4876-ACCCE7C68B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9416" y="2076668"/>
            <a:ext cx="5256584" cy="614014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2-line title</a:t>
            </a:r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BAAF1F0D-16DE-0C88-49DA-17D6FD926C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416" y="2963285"/>
            <a:ext cx="5256584" cy="2492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Click to insert a subtitle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2D5B08A-5AA2-6E44-76A9-A57CFCC3D98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9D98A6F-0F39-851D-4E80-85DB1B911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80808" y="1314232"/>
            <a:ext cx="6811192" cy="5543768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  <a:gd name="connsiteX0" fmla="*/ 4003652 w 7013757"/>
              <a:gd name="connsiteY0" fmla="*/ 26341 h 5835809"/>
              <a:gd name="connsiteX1" fmla="*/ 7008972 w 7013757"/>
              <a:gd name="connsiteY1" fmla="*/ 0 h 5835809"/>
              <a:gd name="connsiteX2" fmla="*/ 7012437 w 7013757"/>
              <a:gd name="connsiteY2" fmla="*/ 5835809 h 5835809"/>
              <a:gd name="connsiteX3" fmla="*/ 306078 w 7013757"/>
              <a:gd name="connsiteY3" fmla="*/ 5830023 h 5835809"/>
              <a:gd name="connsiteX4" fmla="*/ 0 w 7013757"/>
              <a:gd name="connsiteY4" fmla="*/ 4829430 h 5835809"/>
              <a:gd name="connsiteX5" fmla="*/ 63708 w 7013757"/>
              <a:gd name="connsiteY5" fmla="*/ 3532780 h 5835809"/>
              <a:gd name="connsiteX6" fmla="*/ 1435305 w 7013757"/>
              <a:gd name="connsiteY6" fmla="*/ 2963154 h 5835809"/>
              <a:gd name="connsiteX7" fmla="*/ 2859372 w 7013757"/>
              <a:gd name="connsiteY7" fmla="*/ 2371043 h 5835809"/>
              <a:gd name="connsiteX8" fmla="*/ 3251337 w 7013757"/>
              <a:gd name="connsiteY8" fmla="*/ 1058431 h 5835809"/>
              <a:gd name="connsiteX9" fmla="*/ 4003652 w 7013757"/>
              <a:gd name="connsiteY9" fmla="*/ 26341 h 5835809"/>
              <a:gd name="connsiteX0" fmla="*/ 4003652 w 7014162"/>
              <a:gd name="connsiteY0" fmla="*/ 2634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4003652 w 7014162"/>
              <a:gd name="connsiteY9" fmla="*/ 2634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200455 w 6710581"/>
              <a:gd name="connsiteY0" fmla="*/ 3481 h 6035000"/>
              <a:gd name="connsiteX1" fmla="*/ 6705391 w 6710581"/>
              <a:gd name="connsiteY1" fmla="*/ 0 h 6035000"/>
              <a:gd name="connsiteX2" fmla="*/ 6708856 w 6710581"/>
              <a:gd name="connsiteY2" fmla="*/ 5835809 h 6035000"/>
              <a:gd name="connsiteX3" fmla="*/ 2497 w 6710581"/>
              <a:gd name="connsiteY3" fmla="*/ 5830023 h 6035000"/>
              <a:gd name="connsiteX4" fmla="*/ 5919194 w 6710581"/>
              <a:gd name="connsiteY4" fmla="*/ 3623717 h 6035000"/>
              <a:gd name="connsiteX5" fmla="*/ 3669187 w 6710581"/>
              <a:gd name="connsiteY5" fmla="*/ 5978800 h 6035000"/>
              <a:gd name="connsiteX6" fmla="*/ 1346608 w 6710581"/>
              <a:gd name="connsiteY6" fmla="*/ 3776970 h 6035000"/>
              <a:gd name="connsiteX7" fmla="*/ 685843 w 6710581"/>
              <a:gd name="connsiteY7" fmla="*/ 2508203 h 6035000"/>
              <a:gd name="connsiteX8" fmla="*/ 2385400 w 6710581"/>
              <a:gd name="connsiteY8" fmla="*/ 349771 h 6035000"/>
              <a:gd name="connsiteX9" fmla="*/ 2200455 w 6710581"/>
              <a:gd name="connsiteY9" fmla="*/ 3481 h 6035000"/>
              <a:gd name="connsiteX0" fmla="*/ 1514612 w 6024738"/>
              <a:gd name="connsiteY0" fmla="*/ 3481 h 6035000"/>
              <a:gd name="connsiteX1" fmla="*/ 6019548 w 6024738"/>
              <a:gd name="connsiteY1" fmla="*/ 0 h 6035000"/>
              <a:gd name="connsiteX2" fmla="*/ 6023013 w 6024738"/>
              <a:gd name="connsiteY2" fmla="*/ 5835809 h 6035000"/>
              <a:gd name="connsiteX3" fmla="*/ 5855019 w 6024738"/>
              <a:gd name="connsiteY3" fmla="*/ 3701817 h 6035000"/>
              <a:gd name="connsiteX4" fmla="*/ 5233351 w 6024738"/>
              <a:gd name="connsiteY4" fmla="*/ 3623717 h 6035000"/>
              <a:gd name="connsiteX5" fmla="*/ 2983344 w 6024738"/>
              <a:gd name="connsiteY5" fmla="*/ 5978800 h 6035000"/>
              <a:gd name="connsiteX6" fmla="*/ 660765 w 6024738"/>
              <a:gd name="connsiteY6" fmla="*/ 3776970 h 6035000"/>
              <a:gd name="connsiteX7" fmla="*/ 0 w 6024738"/>
              <a:gd name="connsiteY7" fmla="*/ 2508203 h 6035000"/>
              <a:gd name="connsiteX8" fmla="*/ 1699557 w 6024738"/>
              <a:gd name="connsiteY8" fmla="*/ 349771 h 6035000"/>
              <a:gd name="connsiteX9" fmla="*/ 1514612 w 6024738"/>
              <a:gd name="connsiteY9" fmla="*/ 3481 h 6035000"/>
              <a:gd name="connsiteX0" fmla="*/ 1514612 w 6024738"/>
              <a:gd name="connsiteY0" fmla="*/ 3481 h 6081762"/>
              <a:gd name="connsiteX1" fmla="*/ 6019548 w 6024738"/>
              <a:gd name="connsiteY1" fmla="*/ 0 h 6081762"/>
              <a:gd name="connsiteX2" fmla="*/ 6023013 w 6024738"/>
              <a:gd name="connsiteY2" fmla="*/ 5835809 h 6081762"/>
              <a:gd name="connsiteX3" fmla="*/ 5855019 w 6024738"/>
              <a:gd name="connsiteY3" fmla="*/ 3701817 h 6081762"/>
              <a:gd name="connsiteX4" fmla="*/ 5233351 w 6024738"/>
              <a:gd name="connsiteY4" fmla="*/ 3623717 h 6081762"/>
              <a:gd name="connsiteX5" fmla="*/ 2983344 w 6024738"/>
              <a:gd name="connsiteY5" fmla="*/ 5978800 h 6081762"/>
              <a:gd name="connsiteX6" fmla="*/ 660765 w 6024738"/>
              <a:gd name="connsiteY6" fmla="*/ 3776970 h 6081762"/>
              <a:gd name="connsiteX7" fmla="*/ 0 w 6024738"/>
              <a:gd name="connsiteY7" fmla="*/ 2508203 h 6081762"/>
              <a:gd name="connsiteX8" fmla="*/ 1699557 w 6024738"/>
              <a:gd name="connsiteY8" fmla="*/ 349771 h 6081762"/>
              <a:gd name="connsiteX9" fmla="*/ 1514612 w 6024738"/>
              <a:gd name="connsiteY9" fmla="*/ 3481 h 6081762"/>
              <a:gd name="connsiteX0" fmla="*/ 1514612 w 6024738"/>
              <a:gd name="connsiteY0" fmla="*/ 3481 h 6080269"/>
              <a:gd name="connsiteX1" fmla="*/ 6019548 w 6024738"/>
              <a:gd name="connsiteY1" fmla="*/ 0 h 6080269"/>
              <a:gd name="connsiteX2" fmla="*/ 6023013 w 6024738"/>
              <a:gd name="connsiteY2" fmla="*/ 5835809 h 6080269"/>
              <a:gd name="connsiteX3" fmla="*/ 5855019 w 6024738"/>
              <a:gd name="connsiteY3" fmla="*/ 3701817 h 6080269"/>
              <a:gd name="connsiteX4" fmla="*/ 5230176 w 6024738"/>
              <a:gd name="connsiteY4" fmla="*/ 3591967 h 6080269"/>
              <a:gd name="connsiteX5" fmla="*/ 2983344 w 6024738"/>
              <a:gd name="connsiteY5" fmla="*/ 5978800 h 6080269"/>
              <a:gd name="connsiteX6" fmla="*/ 660765 w 6024738"/>
              <a:gd name="connsiteY6" fmla="*/ 3776970 h 6080269"/>
              <a:gd name="connsiteX7" fmla="*/ 0 w 6024738"/>
              <a:gd name="connsiteY7" fmla="*/ 2508203 h 6080269"/>
              <a:gd name="connsiteX8" fmla="*/ 1699557 w 6024738"/>
              <a:gd name="connsiteY8" fmla="*/ 349771 h 6080269"/>
              <a:gd name="connsiteX9" fmla="*/ 1514612 w 6024738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170715"/>
              <a:gd name="connsiteX1" fmla="*/ 6019548 w 6026469"/>
              <a:gd name="connsiteY1" fmla="*/ 0 h 6170715"/>
              <a:gd name="connsiteX2" fmla="*/ 6023013 w 6026469"/>
              <a:gd name="connsiteY2" fmla="*/ 5835809 h 6170715"/>
              <a:gd name="connsiteX3" fmla="*/ 6026469 w 6026469"/>
              <a:gd name="connsiteY3" fmla="*/ 3736742 h 6170715"/>
              <a:gd name="connsiteX4" fmla="*/ 5223826 w 6026469"/>
              <a:gd name="connsiteY4" fmla="*/ 3601492 h 6170715"/>
              <a:gd name="connsiteX5" fmla="*/ 2979854 w 6026469"/>
              <a:gd name="connsiteY5" fmla="*/ 6073032 h 6170715"/>
              <a:gd name="connsiteX6" fmla="*/ 660765 w 6026469"/>
              <a:gd name="connsiteY6" fmla="*/ 3776970 h 6170715"/>
              <a:gd name="connsiteX7" fmla="*/ 0 w 6026469"/>
              <a:gd name="connsiteY7" fmla="*/ 2508203 h 6170715"/>
              <a:gd name="connsiteX8" fmla="*/ 1699557 w 6026469"/>
              <a:gd name="connsiteY8" fmla="*/ 349771 h 6170715"/>
              <a:gd name="connsiteX9" fmla="*/ 1514612 w 6026469"/>
              <a:gd name="connsiteY9" fmla="*/ 3481 h 6170715"/>
              <a:gd name="connsiteX0" fmla="*/ 1514612 w 6026469"/>
              <a:gd name="connsiteY0" fmla="*/ 3481 h 6090695"/>
              <a:gd name="connsiteX1" fmla="*/ 6019548 w 6026469"/>
              <a:gd name="connsiteY1" fmla="*/ 0 h 6090695"/>
              <a:gd name="connsiteX2" fmla="*/ 6023013 w 6026469"/>
              <a:gd name="connsiteY2" fmla="*/ 5835809 h 6090695"/>
              <a:gd name="connsiteX3" fmla="*/ 6026469 w 6026469"/>
              <a:gd name="connsiteY3" fmla="*/ 3736742 h 6090695"/>
              <a:gd name="connsiteX4" fmla="*/ 5223826 w 6026469"/>
              <a:gd name="connsiteY4" fmla="*/ 3601492 h 6090695"/>
              <a:gd name="connsiteX5" fmla="*/ 3004285 w 6026469"/>
              <a:gd name="connsiteY5" fmla="*/ 5989270 h 6090695"/>
              <a:gd name="connsiteX6" fmla="*/ 660765 w 6026469"/>
              <a:gd name="connsiteY6" fmla="*/ 3776970 h 6090695"/>
              <a:gd name="connsiteX7" fmla="*/ 0 w 6026469"/>
              <a:gd name="connsiteY7" fmla="*/ 2508203 h 6090695"/>
              <a:gd name="connsiteX8" fmla="*/ 1699557 w 6026469"/>
              <a:gd name="connsiteY8" fmla="*/ 349771 h 6090695"/>
              <a:gd name="connsiteX9" fmla="*/ 1514612 w 6026469"/>
              <a:gd name="connsiteY9" fmla="*/ 3481 h 6090695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4738"/>
              <a:gd name="connsiteY0" fmla="*/ 3481 h 5989270"/>
              <a:gd name="connsiteX1" fmla="*/ 6019548 w 6024738"/>
              <a:gd name="connsiteY1" fmla="*/ 0 h 5989270"/>
              <a:gd name="connsiteX2" fmla="*/ 6023013 w 6024738"/>
              <a:gd name="connsiteY2" fmla="*/ 5835809 h 5989270"/>
              <a:gd name="connsiteX3" fmla="*/ 5939217 w 6024738"/>
              <a:gd name="connsiteY3" fmla="*/ 3726271 h 5989270"/>
              <a:gd name="connsiteX4" fmla="*/ 5223826 w 6024738"/>
              <a:gd name="connsiteY4" fmla="*/ 3601492 h 5989270"/>
              <a:gd name="connsiteX5" fmla="*/ 3004285 w 6024738"/>
              <a:gd name="connsiteY5" fmla="*/ 5989270 h 5989270"/>
              <a:gd name="connsiteX6" fmla="*/ 660765 w 6024738"/>
              <a:gd name="connsiteY6" fmla="*/ 3776970 h 5989270"/>
              <a:gd name="connsiteX7" fmla="*/ 0 w 6024738"/>
              <a:gd name="connsiteY7" fmla="*/ 2508203 h 5989270"/>
              <a:gd name="connsiteX8" fmla="*/ 1699557 w 6024738"/>
              <a:gd name="connsiteY8" fmla="*/ 349771 h 5989270"/>
              <a:gd name="connsiteX9" fmla="*/ 1514612 w 602473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58408"/>
              <a:gd name="connsiteY0" fmla="*/ 3481 h 5989270"/>
              <a:gd name="connsiteX1" fmla="*/ 6019548 w 6058408"/>
              <a:gd name="connsiteY1" fmla="*/ 0 h 5989270"/>
              <a:gd name="connsiteX2" fmla="*/ 6057914 w 6058408"/>
              <a:gd name="connsiteY2" fmla="*/ 3361345 h 5989270"/>
              <a:gd name="connsiteX3" fmla="*/ 6026469 w 6058408"/>
              <a:gd name="connsiteY3" fmla="*/ 3743722 h 5989270"/>
              <a:gd name="connsiteX4" fmla="*/ 5223826 w 6058408"/>
              <a:gd name="connsiteY4" fmla="*/ 3601492 h 5989270"/>
              <a:gd name="connsiteX5" fmla="*/ 3004285 w 6058408"/>
              <a:gd name="connsiteY5" fmla="*/ 5989270 h 5989270"/>
              <a:gd name="connsiteX6" fmla="*/ 660765 w 6058408"/>
              <a:gd name="connsiteY6" fmla="*/ 3776970 h 5989270"/>
              <a:gd name="connsiteX7" fmla="*/ 0 w 6058408"/>
              <a:gd name="connsiteY7" fmla="*/ 2508203 h 5989270"/>
              <a:gd name="connsiteX8" fmla="*/ 1699557 w 6058408"/>
              <a:gd name="connsiteY8" fmla="*/ 349771 h 5989270"/>
              <a:gd name="connsiteX9" fmla="*/ 1514612 w 605840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2706"/>
              <a:gd name="connsiteY0" fmla="*/ 3481 h 5989270"/>
              <a:gd name="connsiteX1" fmla="*/ 6019548 w 6022706"/>
              <a:gd name="connsiteY1" fmla="*/ 0 h 5989270"/>
              <a:gd name="connsiteX2" fmla="*/ 6019523 w 6022706"/>
              <a:gd name="connsiteY2" fmla="*/ 1926924 h 5989270"/>
              <a:gd name="connsiteX3" fmla="*/ 5984588 w 6022706"/>
              <a:gd name="connsiteY3" fmla="*/ 3680900 h 5989270"/>
              <a:gd name="connsiteX4" fmla="*/ 5223826 w 6022706"/>
              <a:gd name="connsiteY4" fmla="*/ 3601492 h 5989270"/>
              <a:gd name="connsiteX5" fmla="*/ 3004285 w 6022706"/>
              <a:gd name="connsiteY5" fmla="*/ 5989270 h 5989270"/>
              <a:gd name="connsiteX6" fmla="*/ 660765 w 6022706"/>
              <a:gd name="connsiteY6" fmla="*/ 3776970 h 5989270"/>
              <a:gd name="connsiteX7" fmla="*/ 0 w 6022706"/>
              <a:gd name="connsiteY7" fmla="*/ 2508203 h 5989270"/>
              <a:gd name="connsiteX8" fmla="*/ 1699557 w 6022706"/>
              <a:gd name="connsiteY8" fmla="*/ 349771 h 5989270"/>
              <a:gd name="connsiteX9" fmla="*/ 1514612 w 6022706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4415 w 6016629"/>
              <a:gd name="connsiteY6" fmla="*/ 3776970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60765 w 6016629"/>
              <a:gd name="connsiteY6" fmla="*/ 378014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718607 w 6016629"/>
              <a:gd name="connsiteY8" fmla="*/ 352946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705215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48065 w 6016629"/>
              <a:gd name="connsiteY6" fmla="*/ 376744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21503 w 5652510"/>
              <a:gd name="connsiteY0" fmla="*/ 63486 h 5534323"/>
              <a:gd name="connsiteX1" fmla="*/ 5649079 w 5652510"/>
              <a:gd name="connsiteY1" fmla="*/ 608645 h 5534323"/>
              <a:gd name="connsiteX2" fmla="*/ 5649054 w 5652510"/>
              <a:gd name="connsiteY2" fmla="*/ 1471977 h 5534323"/>
              <a:gd name="connsiteX3" fmla="*/ 5652510 w 5652510"/>
              <a:gd name="connsiteY3" fmla="*/ 3281794 h 5534323"/>
              <a:gd name="connsiteX4" fmla="*/ 4853357 w 5652510"/>
              <a:gd name="connsiteY4" fmla="*/ 3146545 h 5534323"/>
              <a:gd name="connsiteX5" fmla="*/ 2633816 w 5652510"/>
              <a:gd name="connsiteY5" fmla="*/ 5534323 h 5534323"/>
              <a:gd name="connsiteX6" fmla="*/ 0 w 5652510"/>
              <a:gd name="connsiteY6" fmla="*/ 1016872 h 5534323"/>
              <a:gd name="connsiteX7" fmla="*/ 814975 w 5652510"/>
              <a:gd name="connsiteY7" fmla="*/ 0 h 5534323"/>
              <a:gd name="connsiteX8" fmla="*/ 3231715 w 5652510"/>
              <a:gd name="connsiteY8" fmla="*/ 722597 h 5534323"/>
              <a:gd name="connsiteX9" fmla="*/ 3821503 w 5652510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720437 w 5551444"/>
              <a:gd name="connsiteY0" fmla="*/ 63486 h 5534323"/>
              <a:gd name="connsiteX1" fmla="*/ 5548013 w 5551444"/>
              <a:gd name="connsiteY1" fmla="*/ 608645 h 5534323"/>
              <a:gd name="connsiteX2" fmla="*/ 5547988 w 5551444"/>
              <a:gd name="connsiteY2" fmla="*/ 1471977 h 5534323"/>
              <a:gd name="connsiteX3" fmla="*/ 5551444 w 5551444"/>
              <a:gd name="connsiteY3" fmla="*/ 3281794 h 5534323"/>
              <a:gd name="connsiteX4" fmla="*/ 4752291 w 5551444"/>
              <a:gd name="connsiteY4" fmla="*/ 3146545 h 5534323"/>
              <a:gd name="connsiteX5" fmla="*/ 2532750 w 5551444"/>
              <a:gd name="connsiteY5" fmla="*/ 5534323 h 5534323"/>
              <a:gd name="connsiteX6" fmla="*/ 0 w 5551444"/>
              <a:gd name="connsiteY6" fmla="*/ 968746 h 5534323"/>
              <a:gd name="connsiteX7" fmla="*/ 713909 w 5551444"/>
              <a:gd name="connsiteY7" fmla="*/ 0 h 5534323"/>
              <a:gd name="connsiteX8" fmla="*/ 3130649 w 5551444"/>
              <a:gd name="connsiteY8" fmla="*/ 722597 h 5534323"/>
              <a:gd name="connsiteX9" fmla="*/ 3720437 w 555144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0 h 5470837"/>
              <a:gd name="connsiteX1" fmla="*/ 5697205 w 5700636"/>
              <a:gd name="connsiteY1" fmla="*/ 545159 h 5470837"/>
              <a:gd name="connsiteX2" fmla="*/ 5697180 w 5700636"/>
              <a:gd name="connsiteY2" fmla="*/ 1408491 h 5470837"/>
              <a:gd name="connsiteX3" fmla="*/ 5700636 w 5700636"/>
              <a:gd name="connsiteY3" fmla="*/ 3218308 h 5470837"/>
              <a:gd name="connsiteX4" fmla="*/ 4901483 w 5700636"/>
              <a:gd name="connsiteY4" fmla="*/ 3083059 h 5470837"/>
              <a:gd name="connsiteX5" fmla="*/ 2681942 w 5700636"/>
              <a:gd name="connsiteY5" fmla="*/ 5470837 h 5470837"/>
              <a:gd name="connsiteX6" fmla="*/ 0 w 5700636"/>
              <a:gd name="connsiteY6" fmla="*/ 919698 h 5470837"/>
              <a:gd name="connsiteX7" fmla="*/ 853476 w 5700636"/>
              <a:gd name="connsiteY7" fmla="*/ 133832 h 5470837"/>
              <a:gd name="connsiteX8" fmla="*/ 3279841 w 5700636"/>
              <a:gd name="connsiteY8" fmla="*/ 659111 h 5470837"/>
              <a:gd name="connsiteX9" fmla="*/ 3869629 w 5700636"/>
              <a:gd name="connsiteY9" fmla="*/ 0 h 5470837"/>
              <a:gd name="connsiteX0" fmla="*/ 3869629 w 5700636"/>
              <a:gd name="connsiteY0" fmla="*/ 58673 h 5529510"/>
              <a:gd name="connsiteX1" fmla="*/ 5697205 w 5700636"/>
              <a:gd name="connsiteY1" fmla="*/ 603832 h 5529510"/>
              <a:gd name="connsiteX2" fmla="*/ 5697180 w 5700636"/>
              <a:gd name="connsiteY2" fmla="*/ 1467164 h 5529510"/>
              <a:gd name="connsiteX3" fmla="*/ 5700636 w 5700636"/>
              <a:gd name="connsiteY3" fmla="*/ 3276981 h 5529510"/>
              <a:gd name="connsiteX4" fmla="*/ 4901483 w 5700636"/>
              <a:gd name="connsiteY4" fmla="*/ 3141732 h 5529510"/>
              <a:gd name="connsiteX5" fmla="*/ 2681942 w 5700636"/>
              <a:gd name="connsiteY5" fmla="*/ 5529510 h 5529510"/>
              <a:gd name="connsiteX6" fmla="*/ 0 w 5700636"/>
              <a:gd name="connsiteY6" fmla="*/ 978371 h 5529510"/>
              <a:gd name="connsiteX7" fmla="*/ 867914 w 5700636"/>
              <a:gd name="connsiteY7" fmla="*/ 0 h 5529510"/>
              <a:gd name="connsiteX8" fmla="*/ 3279841 w 5700636"/>
              <a:gd name="connsiteY8" fmla="*/ 717784 h 5529510"/>
              <a:gd name="connsiteX9" fmla="*/ 3869629 w 5700636"/>
              <a:gd name="connsiteY9" fmla="*/ 58673 h 5529510"/>
              <a:gd name="connsiteX0" fmla="*/ 4970416 w 6801423"/>
              <a:gd name="connsiteY0" fmla="*/ 58673 h 3729586"/>
              <a:gd name="connsiteX1" fmla="*/ 6797992 w 6801423"/>
              <a:gd name="connsiteY1" fmla="*/ 603832 h 3729586"/>
              <a:gd name="connsiteX2" fmla="*/ 6797967 w 6801423"/>
              <a:gd name="connsiteY2" fmla="*/ 1467164 h 3729586"/>
              <a:gd name="connsiteX3" fmla="*/ 6801423 w 6801423"/>
              <a:gd name="connsiteY3" fmla="*/ 3276981 h 3729586"/>
              <a:gd name="connsiteX4" fmla="*/ 6002270 w 6801423"/>
              <a:gd name="connsiteY4" fmla="*/ 3141732 h 3729586"/>
              <a:gd name="connsiteX5" fmla="*/ 0 w 6801423"/>
              <a:gd name="connsiteY5" fmla="*/ 3729586 h 3729586"/>
              <a:gd name="connsiteX6" fmla="*/ 1100787 w 6801423"/>
              <a:gd name="connsiteY6" fmla="*/ 978371 h 3729586"/>
              <a:gd name="connsiteX7" fmla="*/ 1968701 w 6801423"/>
              <a:gd name="connsiteY7" fmla="*/ 0 h 3729586"/>
              <a:gd name="connsiteX8" fmla="*/ 4380628 w 6801423"/>
              <a:gd name="connsiteY8" fmla="*/ 717784 h 3729586"/>
              <a:gd name="connsiteX9" fmla="*/ 4970416 w 6801423"/>
              <a:gd name="connsiteY9" fmla="*/ 58673 h 3729586"/>
              <a:gd name="connsiteX0" fmla="*/ 4970416 w 6801423"/>
              <a:gd name="connsiteY0" fmla="*/ 58673 h 3970776"/>
              <a:gd name="connsiteX1" fmla="*/ 6797992 w 6801423"/>
              <a:gd name="connsiteY1" fmla="*/ 603832 h 3970776"/>
              <a:gd name="connsiteX2" fmla="*/ 6797967 w 6801423"/>
              <a:gd name="connsiteY2" fmla="*/ 1467164 h 3970776"/>
              <a:gd name="connsiteX3" fmla="*/ 6801423 w 6801423"/>
              <a:gd name="connsiteY3" fmla="*/ 3276981 h 3970776"/>
              <a:gd name="connsiteX4" fmla="*/ 6002270 w 6801423"/>
              <a:gd name="connsiteY4" fmla="*/ 3141732 h 3970776"/>
              <a:gd name="connsiteX5" fmla="*/ 0 w 6801423"/>
              <a:gd name="connsiteY5" fmla="*/ 3729586 h 3970776"/>
              <a:gd name="connsiteX6" fmla="*/ 1100787 w 6801423"/>
              <a:gd name="connsiteY6" fmla="*/ 978371 h 3970776"/>
              <a:gd name="connsiteX7" fmla="*/ 1968701 w 6801423"/>
              <a:gd name="connsiteY7" fmla="*/ 0 h 3970776"/>
              <a:gd name="connsiteX8" fmla="*/ 4380628 w 6801423"/>
              <a:gd name="connsiteY8" fmla="*/ 717784 h 3970776"/>
              <a:gd name="connsiteX9" fmla="*/ 4970416 w 6801423"/>
              <a:gd name="connsiteY9" fmla="*/ 58673 h 3970776"/>
              <a:gd name="connsiteX0" fmla="*/ 4970416 w 6801423"/>
              <a:gd name="connsiteY0" fmla="*/ 58673 h 4868008"/>
              <a:gd name="connsiteX1" fmla="*/ 6797992 w 6801423"/>
              <a:gd name="connsiteY1" fmla="*/ 603832 h 4868008"/>
              <a:gd name="connsiteX2" fmla="*/ 6797967 w 6801423"/>
              <a:gd name="connsiteY2" fmla="*/ 1467164 h 4868008"/>
              <a:gd name="connsiteX3" fmla="*/ 6801423 w 6801423"/>
              <a:gd name="connsiteY3" fmla="*/ 3276981 h 4868008"/>
              <a:gd name="connsiteX4" fmla="*/ 2759450 w 6801423"/>
              <a:gd name="connsiteY4" fmla="*/ 4829130 h 4868008"/>
              <a:gd name="connsiteX5" fmla="*/ 0 w 6801423"/>
              <a:gd name="connsiteY5" fmla="*/ 3729586 h 4868008"/>
              <a:gd name="connsiteX6" fmla="*/ 1100787 w 6801423"/>
              <a:gd name="connsiteY6" fmla="*/ 978371 h 4868008"/>
              <a:gd name="connsiteX7" fmla="*/ 1968701 w 6801423"/>
              <a:gd name="connsiteY7" fmla="*/ 0 h 4868008"/>
              <a:gd name="connsiteX8" fmla="*/ 4380628 w 6801423"/>
              <a:gd name="connsiteY8" fmla="*/ 717784 h 4868008"/>
              <a:gd name="connsiteX9" fmla="*/ 4970416 w 6801423"/>
              <a:gd name="connsiteY9" fmla="*/ 58673 h 4868008"/>
              <a:gd name="connsiteX0" fmla="*/ 4970416 w 6801423"/>
              <a:gd name="connsiteY0" fmla="*/ 58673 h 4829130"/>
              <a:gd name="connsiteX1" fmla="*/ 6797992 w 6801423"/>
              <a:gd name="connsiteY1" fmla="*/ 603832 h 4829130"/>
              <a:gd name="connsiteX2" fmla="*/ 6797967 w 6801423"/>
              <a:gd name="connsiteY2" fmla="*/ 1467164 h 4829130"/>
              <a:gd name="connsiteX3" fmla="*/ 6801423 w 6801423"/>
              <a:gd name="connsiteY3" fmla="*/ 3276981 h 4829130"/>
              <a:gd name="connsiteX4" fmla="*/ 2759450 w 6801423"/>
              <a:gd name="connsiteY4" fmla="*/ 4829130 h 4829130"/>
              <a:gd name="connsiteX5" fmla="*/ 0 w 6801423"/>
              <a:gd name="connsiteY5" fmla="*/ 3729586 h 4829130"/>
              <a:gd name="connsiteX6" fmla="*/ 1100787 w 6801423"/>
              <a:gd name="connsiteY6" fmla="*/ 978371 h 4829130"/>
              <a:gd name="connsiteX7" fmla="*/ 1968701 w 6801423"/>
              <a:gd name="connsiteY7" fmla="*/ 0 h 4829130"/>
              <a:gd name="connsiteX8" fmla="*/ 4380628 w 6801423"/>
              <a:gd name="connsiteY8" fmla="*/ 717784 h 4829130"/>
              <a:gd name="connsiteX9" fmla="*/ 4970416 w 6801423"/>
              <a:gd name="connsiteY9" fmla="*/ 58673 h 4829130"/>
              <a:gd name="connsiteX0" fmla="*/ 4970416 w 6801423"/>
              <a:gd name="connsiteY0" fmla="*/ 58673 h 4651330"/>
              <a:gd name="connsiteX1" fmla="*/ 6797992 w 6801423"/>
              <a:gd name="connsiteY1" fmla="*/ 603832 h 4651330"/>
              <a:gd name="connsiteX2" fmla="*/ 6797967 w 6801423"/>
              <a:gd name="connsiteY2" fmla="*/ 1467164 h 4651330"/>
              <a:gd name="connsiteX3" fmla="*/ 6801423 w 6801423"/>
              <a:gd name="connsiteY3" fmla="*/ 3276981 h 4651330"/>
              <a:gd name="connsiteX4" fmla="*/ 2856817 w 6801423"/>
              <a:gd name="connsiteY4" fmla="*/ 4651330 h 4651330"/>
              <a:gd name="connsiteX5" fmla="*/ 0 w 6801423"/>
              <a:gd name="connsiteY5" fmla="*/ 3729586 h 4651330"/>
              <a:gd name="connsiteX6" fmla="*/ 1100787 w 6801423"/>
              <a:gd name="connsiteY6" fmla="*/ 978371 h 4651330"/>
              <a:gd name="connsiteX7" fmla="*/ 1968701 w 6801423"/>
              <a:gd name="connsiteY7" fmla="*/ 0 h 4651330"/>
              <a:gd name="connsiteX8" fmla="*/ 4380628 w 6801423"/>
              <a:gd name="connsiteY8" fmla="*/ 717784 h 4651330"/>
              <a:gd name="connsiteX9" fmla="*/ 4970416 w 6801423"/>
              <a:gd name="connsiteY9" fmla="*/ 58673 h 4651330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78322"/>
              <a:gd name="connsiteX1" fmla="*/ 6797992 w 6801423"/>
              <a:gd name="connsiteY1" fmla="*/ 603832 h 4878322"/>
              <a:gd name="connsiteX2" fmla="*/ 6797967 w 6801423"/>
              <a:gd name="connsiteY2" fmla="*/ 1467164 h 4878322"/>
              <a:gd name="connsiteX3" fmla="*/ 6801423 w 6801423"/>
              <a:gd name="connsiteY3" fmla="*/ 3276981 h 4878322"/>
              <a:gd name="connsiteX4" fmla="*/ 2784851 w 6801423"/>
              <a:gd name="connsiteY4" fmla="*/ 4833363 h 4878322"/>
              <a:gd name="connsiteX5" fmla="*/ 0 w 6801423"/>
              <a:gd name="connsiteY5" fmla="*/ 3729586 h 4878322"/>
              <a:gd name="connsiteX6" fmla="*/ 1100787 w 6801423"/>
              <a:gd name="connsiteY6" fmla="*/ 978371 h 4878322"/>
              <a:gd name="connsiteX7" fmla="*/ 1968701 w 6801423"/>
              <a:gd name="connsiteY7" fmla="*/ 0 h 4878322"/>
              <a:gd name="connsiteX8" fmla="*/ 4380628 w 6801423"/>
              <a:gd name="connsiteY8" fmla="*/ 717784 h 4878322"/>
              <a:gd name="connsiteX9" fmla="*/ 4970416 w 6801423"/>
              <a:gd name="connsiteY9" fmla="*/ 58673 h 4878322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14671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46675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5538"/>
              <a:gd name="connsiteY0" fmla="*/ 58673 h 5688185"/>
              <a:gd name="connsiteX1" fmla="*/ 6797992 w 6805538"/>
              <a:gd name="connsiteY1" fmla="*/ 603832 h 5688185"/>
              <a:gd name="connsiteX2" fmla="*/ 6804843 w 6805538"/>
              <a:gd name="connsiteY2" fmla="*/ 5506337 h 5688185"/>
              <a:gd name="connsiteX3" fmla="*/ 4025173 w 6805538"/>
              <a:gd name="connsiteY3" fmla="*/ 4946036 h 5688185"/>
              <a:gd name="connsiteX4" fmla="*/ 2784851 w 6805538"/>
              <a:gd name="connsiteY4" fmla="*/ 4833363 h 5688185"/>
              <a:gd name="connsiteX5" fmla="*/ 0 w 6805538"/>
              <a:gd name="connsiteY5" fmla="*/ 3729586 h 5688185"/>
              <a:gd name="connsiteX6" fmla="*/ 1100787 w 6805538"/>
              <a:gd name="connsiteY6" fmla="*/ 978371 h 5688185"/>
              <a:gd name="connsiteX7" fmla="*/ 1968701 w 6805538"/>
              <a:gd name="connsiteY7" fmla="*/ 0 h 5688185"/>
              <a:gd name="connsiteX8" fmla="*/ 4380628 w 6805538"/>
              <a:gd name="connsiteY8" fmla="*/ 717784 h 5688185"/>
              <a:gd name="connsiteX9" fmla="*/ 4970416 w 6805538"/>
              <a:gd name="connsiteY9" fmla="*/ 58673 h 5688185"/>
              <a:gd name="connsiteX0" fmla="*/ 4970416 w 6805538"/>
              <a:gd name="connsiteY0" fmla="*/ 58673 h 5749538"/>
              <a:gd name="connsiteX1" fmla="*/ 6797992 w 6805538"/>
              <a:gd name="connsiteY1" fmla="*/ 603832 h 5749538"/>
              <a:gd name="connsiteX2" fmla="*/ 6804843 w 6805538"/>
              <a:gd name="connsiteY2" fmla="*/ 5506337 h 5749538"/>
              <a:gd name="connsiteX3" fmla="*/ 2932018 w 6805538"/>
              <a:gd name="connsiteY3" fmla="*/ 5537302 h 5749538"/>
              <a:gd name="connsiteX4" fmla="*/ 2784851 w 6805538"/>
              <a:gd name="connsiteY4" fmla="*/ 4833363 h 5749538"/>
              <a:gd name="connsiteX5" fmla="*/ 0 w 6805538"/>
              <a:gd name="connsiteY5" fmla="*/ 3729586 h 5749538"/>
              <a:gd name="connsiteX6" fmla="*/ 1100787 w 6805538"/>
              <a:gd name="connsiteY6" fmla="*/ 978371 h 5749538"/>
              <a:gd name="connsiteX7" fmla="*/ 1968701 w 6805538"/>
              <a:gd name="connsiteY7" fmla="*/ 0 h 5749538"/>
              <a:gd name="connsiteX8" fmla="*/ 4380628 w 6805538"/>
              <a:gd name="connsiteY8" fmla="*/ 717784 h 5749538"/>
              <a:gd name="connsiteX9" fmla="*/ 4970416 w 6805538"/>
              <a:gd name="connsiteY9" fmla="*/ 58673 h 5749538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972326"/>
              <a:gd name="connsiteY0" fmla="*/ 58673 h 5531737"/>
              <a:gd name="connsiteX1" fmla="*/ 6797992 w 6972326"/>
              <a:gd name="connsiteY1" fmla="*/ 603832 h 5531737"/>
              <a:gd name="connsiteX2" fmla="*/ 6801668 w 6972326"/>
              <a:gd name="connsiteY2" fmla="*/ 5531737 h 5531737"/>
              <a:gd name="connsiteX3" fmla="*/ 2928843 w 6972326"/>
              <a:gd name="connsiteY3" fmla="*/ 5527777 h 5531737"/>
              <a:gd name="connsiteX4" fmla="*/ 2784851 w 6972326"/>
              <a:gd name="connsiteY4" fmla="*/ 4833363 h 5531737"/>
              <a:gd name="connsiteX5" fmla="*/ 0 w 6972326"/>
              <a:gd name="connsiteY5" fmla="*/ 3729586 h 5531737"/>
              <a:gd name="connsiteX6" fmla="*/ 1100787 w 6972326"/>
              <a:gd name="connsiteY6" fmla="*/ 978371 h 5531737"/>
              <a:gd name="connsiteX7" fmla="*/ 1968701 w 6972326"/>
              <a:gd name="connsiteY7" fmla="*/ 0 h 5531737"/>
              <a:gd name="connsiteX8" fmla="*/ 4380628 w 6972326"/>
              <a:gd name="connsiteY8" fmla="*/ 717784 h 5531737"/>
              <a:gd name="connsiteX9" fmla="*/ 4970416 w 6972326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827921 w 6801668"/>
              <a:gd name="connsiteY4" fmla="*/ 4810171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1538 w 6801668"/>
              <a:gd name="connsiteY4" fmla="*/ 4826737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70704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70416 w 6801668"/>
              <a:gd name="connsiteY9" fmla="*/ 70704 h 5543768"/>
              <a:gd name="connsiteX0" fmla="*/ 4994479 w 6801668"/>
              <a:gd name="connsiteY0" fmla="*/ 6468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94479 w 6801668"/>
              <a:gd name="connsiteY9" fmla="*/ 64688 h 5543768"/>
              <a:gd name="connsiteX0" fmla="*/ 4958384 w 6801668"/>
              <a:gd name="connsiteY0" fmla="*/ 6468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58384 w 6801668"/>
              <a:gd name="connsiteY9" fmla="*/ 64688 h 5543768"/>
              <a:gd name="connsiteX0" fmla="*/ 4967909 w 6801668"/>
              <a:gd name="connsiteY0" fmla="*/ 58338 h 5543768"/>
              <a:gd name="connsiteX1" fmla="*/ 6797992 w 6801668"/>
              <a:gd name="connsiteY1" fmla="*/ 615863 h 5543768"/>
              <a:gd name="connsiteX2" fmla="*/ 6801668 w 6801668"/>
              <a:gd name="connsiteY2" fmla="*/ 5543768 h 5543768"/>
              <a:gd name="connsiteX3" fmla="*/ 2928843 w 6801668"/>
              <a:gd name="connsiteY3" fmla="*/ 5539808 h 5543768"/>
              <a:gd name="connsiteX4" fmla="*/ 2781538 w 6801668"/>
              <a:gd name="connsiteY4" fmla="*/ 4838768 h 5543768"/>
              <a:gd name="connsiteX5" fmla="*/ 0 w 6801668"/>
              <a:gd name="connsiteY5" fmla="*/ 3741617 h 5543768"/>
              <a:gd name="connsiteX6" fmla="*/ 1100787 w 6801668"/>
              <a:gd name="connsiteY6" fmla="*/ 990402 h 5543768"/>
              <a:gd name="connsiteX7" fmla="*/ 1974717 w 6801668"/>
              <a:gd name="connsiteY7" fmla="*/ 0 h 5543768"/>
              <a:gd name="connsiteX8" fmla="*/ 4380628 w 6801668"/>
              <a:gd name="connsiteY8" fmla="*/ 729815 h 5543768"/>
              <a:gd name="connsiteX9" fmla="*/ 4967909 w 6801668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29815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23799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73358 w 6806430"/>
              <a:gd name="connsiteY8" fmla="*/ 723799 h 5543768"/>
              <a:gd name="connsiteX9" fmla="*/ 4972671 w 6806430"/>
              <a:gd name="connsiteY9" fmla="*/ 58338 h 5543768"/>
              <a:gd name="connsiteX0" fmla="*/ 4972671 w 6806430"/>
              <a:gd name="connsiteY0" fmla="*/ 5833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72671 w 6806430"/>
              <a:gd name="connsiteY9" fmla="*/ 58338 h 5543768"/>
              <a:gd name="connsiteX0" fmla="*/ 4953621 w 6806430"/>
              <a:gd name="connsiteY0" fmla="*/ 6468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53621 w 6806430"/>
              <a:gd name="connsiteY9" fmla="*/ 64688 h 5543768"/>
              <a:gd name="connsiteX0" fmla="*/ 4953621 w 6806430"/>
              <a:gd name="connsiteY0" fmla="*/ 64688 h 5543768"/>
              <a:gd name="connsiteX1" fmla="*/ 6802754 w 6806430"/>
              <a:gd name="connsiteY1" fmla="*/ 615863 h 5543768"/>
              <a:gd name="connsiteX2" fmla="*/ 6806430 w 6806430"/>
              <a:gd name="connsiteY2" fmla="*/ 5543768 h 5543768"/>
              <a:gd name="connsiteX3" fmla="*/ 2933605 w 6806430"/>
              <a:gd name="connsiteY3" fmla="*/ 5539808 h 5543768"/>
              <a:gd name="connsiteX4" fmla="*/ 2786300 w 6806430"/>
              <a:gd name="connsiteY4" fmla="*/ 4838768 h 5543768"/>
              <a:gd name="connsiteX5" fmla="*/ 0 w 6806430"/>
              <a:gd name="connsiteY5" fmla="*/ 3741617 h 5543768"/>
              <a:gd name="connsiteX6" fmla="*/ 1105549 w 6806430"/>
              <a:gd name="connsiteY6" fmla="*/ 990402 h 5543768"/>
              <a:gd name="connsiteX7" fmla="*/ 1979479 w 6806430"/>
              <a:gd name="connsiteY7" fmla="*/ 0 h 5543768"/>
              <a:gd name="connsiteX8" fmla="*/ 4385390 w 6806430"/>
              <a:gd name="connsiteY8" fmla="*/ 711768 h 5543768"/>
              <a:gd name="connsiteX9" fmla="*/ 4953621 w 6806430"/>
              <a:gd name="connsiteY9" fmla="*/ 64688 h 5543768"/>
              <a:gd name="connsiteX0" fmla="*/ 4958383 w 6811192"/>
              <a:gd name="connsiteY0" fmla="*/ 64688 h 5543768"/>
              <a:gd name="connsiteX1" fmla="*/ 6807516 w 6811192"/>
              <a:gd name="connsiteY1" fmla="*/ 615863 h 5543768"/>
              <a:gd name="connsiteX2" fmla="*/ 6811192 w 6811192"/>
              <a:gd name="connsiteY2" fmla="*/ 5543768 h 5543768"/>
              <a:gd name="connsiteX3" fmla="*/ 2938367 w 6811192"/>
              <a:gd name="connsiteY3" fmla="*/ 5539808 h 5543768"/>
              <a:gd name="connsiteX4" fmla="*/ 2791062 w 6811192"/>
              <a:gd name="connsiteY4" fmla="*/ 4838768 h 5543768"/>
              <a:gd name="connsiteX5" fmla="*/ 0 w 6811192"/>
              <a:gd name="connsiteY5" fmla="*/ 3751142 h 5543768"/>
              <a:gd name="connsiteX6" fmla="*/ 1110311 w 6811192"/>
              <a:gd name="connsiteY6" fmla="*/ 990402 h 5543768"/>
              <a:gd name="connsiteX7" fmla="*/ 1984241 w 6811192"/>
              <a:gd name="connsiteY7" fmla="*/ 0 h 5543768"/>
              <a:gd name="connsiteX8" fmla="*/ 4390152 w 6811192"/>
              <a:gd name="connsiteY8" fmla="*/ 711768 h 5543768"/>
              <a:gd name="connsiteX9" fmla="*/ 4958383 w 6811192"/>
              <a:gd name="connsiteY9" fmla="*/ 64688 h 5543768"/>
              <a:gd name="connsiteX0" fmla="*/ 4958383 w 6811192"/>
              <a:gd name="connsiteY0" fmla="*/ 64688 h 5543768"/>
              <a:gd name="connsiteX1" fmla="*/ 6807516 w 6811192"/>
              <a:gd name="connsiteY1" fmla="*/ 615863 h 5543768"/>
              <a:gd name="connsiteX2" fmla="*/ 6811192 w 6811192"/>
              <a:gd name="connsiteY2" fmla="*/ 5543768 h 5543768"/>
              <a:gd name="connsiteX3" fmla="*/ 2938367 w 6811192"/>
              <a:gd name="connsiteY3" fmla="*/ 5539808 h 5543768"/>
              <a:gd name="connsiteX4" fmla="*/ 2776775 w 6811192"/>
              <a:gd name="connsiteY4" fmla="*/ 4843531 h 5543768"/>
              <a:gd name="connsiteX5" fmla="*/ 0 w 6811192"/>
              <a:gd name="connsiteY5" fmla="*/ 3751142 h 5543768"/>
              <a:gd name="connsiteX6" fmla="*/ 1110311 w 6811192"/>
              <a:gd name="connsiteY6" fmla="*/ 990402 h 5543768"/>
              <a:gd name="connsiteX7" fmla="*/ 1984241 w 6811192"/>
              <a:gd name="connsiteY7" fmla="*/ 0 h 5543768"/>
              <a:gd name="connsiteX8" fmla="*/ 4390152 w 6811192"/>
              <a:gd name="connsiteY8" fmla="*/ 711768 h 5543768"/>
              <a:gd name="connsiteX9" fmla="*/ 4958383 w 6811192"/>
              <a:gd name="connsiteY9" fmla="*/ 64688 h 554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11192" h="5543768">
                <a:moveTo>
                  <a:pt x="4958383" y="64688"/>
                </a:moveTo>
                <a:lnTo>
                  <a:pt x="6807516" y="615863"/>
                </a:lnTo>
                <a:cubicBezTo>
                  <a:pt x="6810214" y="2145966"/>
                  <a:pt x="6807031" y="4453746"/>
                  <a:pt x="6811192" y="5543768"/>
                </a:cubicBezTo>
                <a:lnTo>
                  <a:pt x="2938367" y="5539808"/>
                </a:lnTo>
                <a:cubicBezTo>
                  <a:pt x="2867720" y="5199729"/>
                  <a:pt x="2843850" y="5170863"/>
                  <a:pt x="2776775" y="4843531"/>
                </a:cubicBezTo>
                <a:lnTo>
                  <a:pt x="0" y="3751142"/>
                </a:lnTo>
                <a:lnTo>
                  <a:pt x="1110311" y="990402"/>
                </a:lnTo>
                <a:cubicBezTo>
                  <a:pt x="1518328" y="526314"/>
                  <a:pt x="1114212" y="979037"/>
                  <a:pt x="1984241" y="0"/>
                </a:cubicBezTo>
                <a:lnTo>
                  <a:pt x="4390152" y="711768"/>
                </a:lnTo>
                <a:cubicBezTo>
                  <a:pt x="4663749" y="402229"/>
                  <a:pt x="4655909" y="393477"/>
                  <a:pt x="4958383" y="64688"/>
                </a:cubicBezTo>
                <a:close/>
              </a:path>
            </a:pathLst>
          </a:custGeom>
          <a:solidFill>
            <a:schemeClr val="bg1"/>
          </a:solidFill>
        </p:spPr>
        <p:txBody>
          <a:bodyPr bIns="1440000" anchor="b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5D8D0C-014B-B12D-9A9F-6E48C9CE2968}"/>
              </a:ext>
            </a:extLst>
          </p:cNvPr>
          <p:cNvCxnSpPr>
            <a:cxnSpLocks/>
            <a:endCxn id="7" idx="5"/>
          </p:cNvCxnSpPr>
          <p:nvPr userDrawn="1"/>
        </p:nvCxnSpPr>
        <p:spPr>
          <a:xfrm>
            <a:off x="0" y="4188213"/>
            <a:ext cx="5380808" cy="87716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3A8053-4D34-A6A0-0BD4-884C9C932D2C}"/>
              </a:ext>
            </a:extLst>
          </p:cNvPr>
          <p:cNvCxnSpPr>
            <a:cxnSpLocks/>
          </p:cNvCxnSpPr>
          <p:nvPr userDrawn="1"/>
        </p:nvCxnSpPr>
        <p:spPr>
          <a:xfrm flipV="1">
            <a:off x="4418387" y="5065374"/>
            <a:ext cx="962421" cy="17926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BF2071-6C3C-66F6-6163-17528DB0ABC6}"/>
              </a:ext>
            </a:extLst>
          </p:cNvPr>
          <p:cNvCxnSpPr>
            <a:cxnSpLocks/>
            <a:stCxn id="7" idx="7"/>
          </p:cNvCxnSpPr>
          <p:nvPr userDrawn="1"/>
        </p:nvCxnSpPr>
        <p:spPr>
          <a:xfrm flipH="1" flipV="1">
            <a:off x="6567686" y="-2565"/>
            <a:ext cx="797363" cy="13167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4B548D-D8DF-CF20-E1C1-B07DBB85F4CF}"/>
              </a:ext>
            </a:extLst>
          </p:cNvPr>
          <p:cNvCxnSpPr>
            <a:cxnSpLocks/>
            <a:stCxn id="7" idx="0"/>
          </p:cNvCxnSpPr>
          <p:nvPr userDrawn="1"/>
        </p:nvCxnSpPr>
        <p:spPr>
          <a:xfrm flipH="1" flipV="1">
            <a:off x="6567686" y="-2565"/>
            <a:ext cx="3771505" cy="138148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6AE9F6-2FAD-7922-22B1-6268B453C58A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9" name="Hexagon 34">
            <a:extLst>
              <a:ext uri="{FF2B5EF4-FFF2-40B4-BE49-F238E27FC236}">
                <a16:creationId xmlns:a16="http://schemas.microsoft.com/office/drawing/2014/main" id="{FEEDCA89-09B7-07D4-DD37-4C63E1D7F888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DB3AAD-D931-FC18-1C7F-F2F586E46949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2" name="Hexagon 34">
              <a:extLst>
                <a:ext uri="{FF2B5EF4-FFF2-40B4-BE49-F238E27FC236}">
                  <a16:creationId xmlns:a16="http://schemas.microsoft.com/office/drawing/2014/main" id="{A8E40400-B866-E202-7700-5FC8348D9CDC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Hexagon 34">
              <a:extLst>
                <a:ext uri="{FF2B5EF4-FFF2-40B4-BE49-F238E27FC236}">
                  <a16:creationId xmlns:a16="http://schemas.microsoft.com/office/drawing/2014/main" id="{D14A92D7-AAE1-1515-1292-B9C437F59ACC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Hexagon 34">
              <a:extLst>
                <a:ext uri="{FF2B5EF4-FFF2-40B4-BE49-F238E27FC236}">
                  <a16:creationId xmlns:a16="http://schemas.microsoft.com/office/drawing/2014/main" id="{175FB3ED-AA56-E979-1E0D-796E6E24CBE0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A362CD4-FD38-9D24-C77A-998CD6A7D548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6" name="Hexagon 34">
            <a:extLst>
              <a:ext uri="{FF2B5EF4-FFF2-40B4-BE49-F238E27FC236}">
                <a16:creationId xmlns:a16="http://schemas.microsoft.com/office/drawing/2014/main" id="{924DA207-42D0-A70D-8B80-35549CCD0A40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39EF1-F21D-BFDA-B641-EDDBD33C204E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631B0237-1943-DA0F-2ECB-59C5C996D181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Hexagon 34">
              <a:extLst>
                <a:ext uri="{FF2B5EF4-FFF2-40B4-BE49-F238E27FC236}">
                  <a16:creationId xmlns:a16="http://schemas.microsoft.com/office/drawing/2014/main" id="{BC5B514F-97F9-EED0-5C95-DBBBDDA85C4C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Hexagon 34">
              <a:extLst>
                <a:ext uri="{FF2B5EF4-FFF2-40B4-BE49-F238E27FC236}">
                  <a16:creationId xmlns:a16="http://schemas.microsoft.com/office/drawing/2014/main" id="{E6E1EF04-286F-B087-FA1D-6570A93A46E1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66AA544-31F9-9E49-0DC4-962B796A30AB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69" name="Hexagon 34">
              <a:extLst>
                <a:ext uri="{FF2B5EF4-FFF2-40B4-BE49-F238E27FC236}">
                  <a16:creationId xmlns:a16="http://schemas.microsoft.com/office/drawing/2014/main" id="{8AF6CC17-AE1D-A4B6-93D2-12BAAEF4A17C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0" name="Hexagon 34">
              <a:extLst>
                <a:ext uri="{FF2B5EF4-FFF2-40B4-BE49-F238E27FC236}">
                  <a16:creationId xmlns:a16="http://schemas.microsoft.com/office/drawing/2014/main" id="{077B579E-EFFA-35B5-87E8-2832AA9BB66E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Hexagon 34">
              <a:extLst>
                <a:ext uri="{FF2B5EF4-FFF2-40B4-BE49-F238E27FC236}">
                  <a16:creationId xmlns:a16="http://schemas.microsoft.com/office/drawing/2014/main" id="{68CC1750-9F30-81C9-1CF0-64F60EF96C25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Hexagon 34">
              <a:extLst>
                <a:ext uri="{FF2B5EF4-FFF2-40B4-BE49-F238E27FC236}">
                  <a16:creationId xmlns:a16="http://schemas.microsoft.com/office/drawing/2014/main" id="{1D69125A-558F-5D7C-55AC-9225DC82304D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DC3CA1D-23D6-56FB-B5E5-3F6270AB071A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74" name="Hexagon 34">
              <a:extLst>
                <a:ext uri="{FF2B5EF4-FFF2-40B4-BE49-F238E27FC236}">
                  <a16:creationId xmlns:a16="http://schemas.microsoft.com/office/drawing/2014/main" id="{5B7C2961-04A1-1AF6-8197-3EE66D0C1BF0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Hexagon 34">
              <a:extLst>
                <a:ext uri="{FF2B5EF4-FFF2-40B4-BE49-F238E27FC236}">
                  <a16:creationId xmlns:a16="http://schemas.microsoft.com/office/drawing/2014/main" id="{FF4D4794-5BE9-63AD-A29E-408D45C07845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Hexagon 34">
              <a:extLst>
                <a:ext uri="{FF2B5EF4-FFF2-40B4-BE49-F238E27FC236}">
                  <a16:creationId xmlns:a16="http://schemas.microsoft.com/office/drawing/2014/main" id="{E7929A28-C0A6-D87B-0953-54A81D871234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Hexagon 34">
              <a:extLst>
                <a:ext uri="{FF2B5EF4-FFF2-40B4-BE49-F238E27FC236}">
                  <a16:creationId xmlns:a16="http://schemas.microsoft.com/office/drawing/2014/main" id="{F1C69C98-E8A1-82E7-B3CC-D45A49054CA0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8" name="Hexagon 34">
            <a:extLst>
              <a:ext uri="{FF2B5EF4-FFF2-40B4-BE49-F238E27FC236}">
                <a16:creationId xmlns:a16="http://schemas.microsoft.com/office/drawing/2014/main" id="{E2CCB3DC-4CC7-F6B7-D080-AD8F680E0B3D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E46D5EF-4C4C-AB2A-C239-ACE94B2251B6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80" name="Hexagon 34">
              <a:extLst>
                <a:ext uri="{FF2B5EF4-FFF2-40B4-BE49-F238E27FC236}">
                  <a16:creationId xmlns:a16="http://schemas.microsoft.com/office/drawing/2014/main" id="{A4BDDBC1-4965-8929-EA5E-5C96ECABBD51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1" name="Hexagon 34">
              <a:extLst>
                <a:ext uri="{FF2B5EF4-FFF2-40B4-BE49-F238E27FC236}">
                  <a16:creationId xmlns:a16="http://schemas.microsoft.com/office/drawing/2014/main" id="{973EAB0D-04BC-144B-6453-1093236C2915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87DF8C5F-86A6-3026-46E3-F369AF731A2E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D78AB71-BEEE-346A-C6D6-425DA490AE75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4" name="Hexagon 34">
              <a:extLst>
                <a:ext uri="{FF2B5EF4-FFF2-40B4-BE49-F238E27FC236}">
                  <a16:creationId xmlns:a16="http://schemas.microsoft.com/office/drawing/2014/main" id="{C8DCA986-DE61-DC99-5904-C1D318197091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B435DF71-31AC-3422-C5FD-7A700D0AFF40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6DE405E6-557F-5360-89FD-DF97F14FA2AD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A01EA0E-9F29-0D69-BF5E-FA0121993A0E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8" name="Hexagon 34">
              <a:extLst>
                <a:ext uri="{FF2B5EF4-FFF2-40B4-BE49-F238E27FC236}">
                  <a16:creationId xmlns:a16="http://schemas.microsoft.com/office/drawing/2014/main" id="{3A06350B-3C54-3811-D217-59DE3B9E1322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35C015A-682D-5237-D340-34B45998C8C0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0" name="Hexagon 34">
                <a:extLst>
                  <a:ext uri="{FF2B5EF4-FFF2-40B4-BE49-F238E27FC236}">
                    <a16:creationId xmlns:a16="http://schemas.microsoft.com/office/drawing/2014/main" id="{DD0DB611-BFAE-1806-E89B-A1D8F8AE7646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Hexagon 34">
                <a:extLst>
                  <a:ext uri="{FF2B5EF4-FFF2-40B4-BE49-F238E27FC236}">
                    <a16:creationId xmlns:a16="http://schemas.microsoft.com/office/drawing/2014/main" id="{3F407F29-12A5-3F14-DEF7-8B46E0AE517E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F00BAEDF-0B6E-0E42-BEE5-783F8EEDF257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61AB856-7C55-DC07-7660-7A4B8AB6EE32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4" name="Hexagon 34">
              <a:extLst>
                <a:ext uri="{FF2B5EF4-FFF2-40B4-BE49-F238E27FC236}">
                  <a16:creationId xmlns:a16="http://schemas.microsoft.com/office/drawing/2014/main" id="{AAE17844-D13A-E075-B4A1-D3BCE4045EDB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933CB6D-D709-2548-9B7C-1BB766731902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6" name="Hexagon 34">
                <a:extLst>
                  <a:ext uri="{FF2B5EF4-FFF2-40B4-BE49-F238E27FC236}">
                    <a16:creationId xmlns:a16="http://schemas.microsoft.com/office/drawing/2014/main" id="{31F921CE-EDC1-F20C-368B-AECC11993CF0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0EA2BF2A-DFE6-7815-3AFC-CBEA74D790BC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D4D1630D-1AB5-18AB-5568-2EFB74042119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631CB53-1D53-2F8F-A596-5237CB125BC4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0" name="Hexagon 34">
              <a:extLst>
                <a:ext uri="{FF2B5EF4-FFF2-40B4-BE49-F238E27FC236}">
                  <a16:creationId xmlns:a16="http://schemas.microsoft.com/office/drawing/2014/main" id="{27A2CACE-99BD-FD87-A592-C63B31AABCB6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B430AD0B-403B-D6C0-0B85-D94A594BBF0F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FF4EB862-48D5-9D48-6EC6-E4436AC6BA05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74B16B18-A71B-EEEB-2C42-488F164C2725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A6184B7-DE9E-D113-EFB9-A7DB985E87F6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5" name="Hexagon 34">
              <a:extLst>
                <a:ext uri="{FF2B5EF4-FFF2-40B4-BE49-F238E27FC236}">
                  <a16:creationId xmlns:a16="http://schemas.microsoft.com/office/drawing/2014/main" id="{6B1024C5-069D-2247-C57B-2AF1D501CBB6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F9421B81-976E-A2A5-89C6-B0305DBCB0CD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0312093A-710A-236B-E0FB-5949D2078070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7EA6E810-BA29-9D04-3F90-FE526490E0E3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572D001F-2179-6EE1-6A42-EBC535C0547B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746641B-0F4C-3EF4-5866-7914B50E1D12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E9F4149-E465-66A7-E008-CD15CD83D0A5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2" name="Right Brace 111">
            <a:extLst>
              <a:ext uri="{FF2B5EF4-FFF2-40B4-BE49-F238E27FC236}">
                <a16:creationId xmlns:a16="http://schemas.microsoft.com/office/drawing/2014/main" id="{AA5257F6-8323-1E78-5A83-AEB61F24AA90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AF76F09-DCB9-D19A-B9CA-A3DEBAFB5511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4" name="Right Brace 113">
            <a:extLst>
              <a:ext uri="{FF2B5EF4-FFF2-40B4-BE49-F238E27FC236}">
                <a16:creationId xmlns:a16="http://schemas.microsoft.com/office/drawing/2014/main" id="{0DCE1D2A-03BB-A69C-D6D6-8C1A72E55E32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91FD5B1-16B3-F53B-0533-4124F43D7A7F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02DA00-C757-2A46-0227-A0CA9925E5F5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A28625EA-B69C-57BF-56C9-B68A0A55E3C3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DF290F11-7028-6659-C0AF-8FD88FA52D0C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847D6F43-17C0-EA1D-6962-789D8CEF7194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F0A7E27-705D-2ADA-EBEE-C67E01C021CB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04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ark lines 2">
    <p:bg>
      <p:bgPr>
        <a:solidFill>
          <a:srgbClr val="F77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314F373-7FA0-9E59-9F6D-54F01166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1864" y="1374826"/>
            <a:ext cx="6564090" cy="614014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BC506A-D8AC-281C-4876-ACCCE7C68B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1864" y="2076668"/>
            <a:ext cx="6564090" cy="614014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2-line title</a:t>
            </a:r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BAAF1F0D-16DE-0C88-49DA-17D6FD926C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1864" y="2963285"/>
            <a:ext cx="6564090" cy="2492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tabLst/>
              <a:defRPr sz="18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tabLst/>
              <a:defRPr/>
            </a:pPr>
            <a:r>
              <a:rPr noProof="0" dirty="0"/>
              <a:t>Click to insert a subtitle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ACBE76D-E7E7-F198-FEC3-2F74E880F8B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10" name="Espace réservé pour une image  6">
            <a:extLst>
              <a:ext uri="{FF2B5EF4-FFF2-40B4-BE49-F238E27FC236}">
                <a16:creationId xmlns:a16="http://schemas.microsoft.com/office/drawing/2014/main" id="{55D56658-8C19-D77E-8B22-1A04D3251C8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13744" y="1356125"/>
            <a:ext cx="7033086" cy="5504436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  <a:gd name="connsiteX0" fmla="*/ 4003652 w 7013757"/>
              <a:gd name="connsiteY0" fmla="*/ 26341 h 5835809"/>
              <a:gd name="connsiteX1" fmla="*/ 7008972 w 7013757"/>
              <a:gd name="connsiteY1" fmla="*/ 0 h 5835809"/>
              <a:gd name="connsiteX2" fmla="*/ 7012437 w 7013757"/>
              <a:gd name="connsiteY2" fmla="*/ 5835809 h 5835809"/>
              <a:gd name="connsiteX3" fmla="*/ 306078 w 7013757"/>
              <a:gd name="connsiteY3" fmla="*/ 5830023 h 5835809"/>
              <a:gd name="connsiteX4" fmla="*/ 0 w 7013757"/>
              <a:gd name="connsiteY4" fmla="*/ 4829430 h 5835809"/>
              <a:gd name="connsiteX5" fmla="*/ 63708 w 7013757"/>
              <a:gd name="connsiteY5" fmla="*/ 3532780 h 5835809"/>
              <a:gd name="connsiteX6" fmla="*/ 1435305 w 7013757"/>
              <a:gd name="connsiteY6" fmla="*/ 2963154 h 5835809"/>
              <a:gd name="connsiteX7" fmla="*/ 2859372 w 7013757"/>
              <a:gd name="connsiteY7" fmla="*/ 2371043 h 5835809"/>
              <a:gd name="connsiteX8" fmla="*/ 3251337 w 7013757"/>
              <a:gd name="connsiteY8" fmla="*/ 1058431 h 5835809"/>
              <a:gd name="connsiteX9" fmla="*/ 4003652 w 7013757"/>
              <a:gd name="connsiteY9" fmla="*/ 26341 h 5835809"/>
              <a:gd name="connsiteX0" fmla="*/ 4003652 w 7014162"/>
              <a:gd name="connsiteY0" fmla="*/ 2634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4003652 w 7014162"/>
              <a:gd name="connsiteY9" fmla="*/ 2634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3251337 w 7014162"/>
              <a:gd name="connsiteY8" fmla="*/ 105843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4409 w 7014162"/>
              <a:gd name="connsiteY8" fmla="*/ 354343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2859372 w 7014162"/>
              <a:gd name="connsiteY7" fmla="*/ 237104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98568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435305 w 7014162"/>
              <a:gd name="connsiteY6" fmla="*/ 2963154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63708 w 7014162"/>
              <a:gd name="connsiteY5" fmla="*/ 353278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5835809"/>
              <a:gd name="connsiteX1" fmla="*/ 7008972 w 7014162"/>
              <a:gd name="connsiteY1" fmla="*/ 0 h 5835809"/>
              <a:gd name="connsiteX2" fmla="*/ 7012437 w 7014162"/>
              <a:gd name="connsiteY2" fmla="*/ 5835809 h 5835809"/>
              <a:gd name="connsiteX3" fmla="*/ 306078 w 7014162"/>
              <a:gd name="connsiteY3" fmla="*/ 5830023 h 5835809"/>
              <a:gd name="connsiteX4" fmla="*/ 0 w 7014162"/>
              <a:gd name="connsiteY4" fmla="*/ 4829430 h 5835809"/>
              <a:gd name="connsiteX5" fmla="*/ 3149808 w 7014162"/>
              <a:gd name="connsiteY5" fmla="*/ 5155840 h 5835809"/>
              <a:gd name="connsiteX6" fmla="*/ 1650189 w 7014162"/>
              <a:gd name="connsiteY6" fmla="*/ 3776970 h 5835809"/>
              <a:gd name="connsiteX7" fmla="*/ 989424 w 7014162"/>
              <a:gd name="connsiteY7" fmla="*/ 2508203 h 5835809"/>
              <a:gd name="connsiteX8" fmla="*/ 2688981 w 7014162"/>
              <a:gd name="connsiteY8" fmla="*/ 349771 h 5835809"/>
              <a:gd name="connsiteX9" fmla="*/ 2504036 w 7014162"/>
              <a:gd name="connsiteY9" fmla="*/ 3481 h 5835809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504036 w 7014162"/>
              <a:gd name="connsiteY0" fmla="*/ 3481 h 6061093"/>
              <a:gd name="connsiteX1" fmla="*/ 7008972 w 7014162"/>
              <a:gd name="connsiteY1" fmla="*/ 0 h 6061093"/>
              <a:gd name="connsiteX2" fmla="*/ 7012437 w 7014162"/>
              <a:gd name="connsiteY2" fmla="*/ 5835809 h 6061093"/>
              <a:gd name="connsiteX3" fmla="*/ 306078 w 7014162"/>
              <a:gd name="connsiteY3" fmla="*/ 5830023 h 6061093"/>
              <a:gd name="connsiteX4" fmla="*/ 0 w 7014162"/>
              <a:gd name="connsiteY4" fmla="*/ 4829430 h 6061093"/>
              <a:gd name="connsiteX5" fmla="*/ 3972768 w 7014162"/>
              <a:gd name="connsiteY5" fmla="*/ 5978800 h 6061093"/>
              <a:gd name="connsiteX6" fmla="*/ 1650189 w 7014162"/>
              <a:gd name="connsiteY6" fmla="*/ 3776970 h 6061093"/>
              <a:gd name="connsiteX7" fmla="*/ 989424 w 7014162"/>
              <a:gd name="connsiteY7" fmla="*/ 2508203 h 6061093"/>
              <a:gd name="connsiteX8" fmla="*/ 2688981 w 7014162"/>
              <a:gd name="connsiteY8" fmla="*/ 349771 h 6061093"/>
              <a:gd name="connsiteX9" fmla="*/ 2504036 w 7014162"/>
              <a:gd name="connsiteY9" fmla="*/ 3481 h 6061093"/>
              <a:gd name="connsiteX0" fmla="*/ 2200455 w 6710581"/>
              <a:gd name="connsiteY0" fmla="*/ 3481 h 6035000"/>
              <a:gd name="connsiteX1" fmla="*/ 6705391 w 6710581"/>
              <a:gd name="connsiteY1" fmla="*/ 0 h 6035000"/>
              <a:gd name="connsiteX2" fmla="*/ 6708856 w 6710581"/>
              <a:gd name="connsiteY2" fmla="*/ 5835809 h 6035000"/>
              <a:gd name="connsiteX3" fmla="*/ 2497 w 6710581"/>
              <a:gd name="connsiteY3" fmla="*/ 5830023 h 6035000"/>
              <a:gd name="connsiteX4" fmla="*/ 5919194 w 6710581"/>
              <a:gd name="connsiteY4" fmla="*/ 3623717 h 6035000"/>
              <a:gd name="connsiteX5" fmla="*/ 3669187 w 6710581"/>
              <a:gd name="connsiteY5" fmla="*/ 5978800 h 6035000"/>
              <a:gd name="connsiteX6" fmla="*/ 1346608 w 6710581"/>
              <a:gd name="connsiteY6" fmla="*/ 3776970 h 6035000"/>
              <a:gd name="connsiteX7" fmla="*/ 685843 w 6710581"/>
              <a:gd name="connsiteY7" fmla="*/ 2508203 h 6035000"/>
              <a:gd name="connsiteX8" fmla="*/ 2385400 w 6710581"/>
              <a:gd name="connsiteY8" fmla="*/ 349771 h 6035000"/>
              <a:gd name="connsiteX9" fmla="*/ 2200455 w 6710581"/>
              <a:gd name="connsiteY9" fmla="*/ 3481 h 6035000"/>
              <a:gd name="connsiteX0" fmla="*/ 1514612 w 6024738"/>
              <a:gd name="connsiteY0" fmla="*/ 3481 h 6035000"/>
              <a:gd name="connsiteX1" fmla="*/ 6019548 w 6024738"/>
              <a:gd name="connsiteY1" fmla="*/ 0 h 6035000"/>
              <a:gd name="connsiteX2" fmla="*/ 6023013 w 6024738"/>
              <a:gd name="connsiteY2" fmla="*/ 5835809 h 6035000"/>
              <a:gd name="connsiteX3" fmla="*/ 5855019 w 6024738"/>
              <a:gd name="connsiteY3" fmla="*/ 3701817 h 6035000"/>
              <a:gd name="connsiteX4" fmla="*/ 5233351 w 6024738"/>
              <a:gd name="connsiteY4" fmla="*/ 3623717 h 6035000"/>
              <a:gd name="connsiteX5" fmla="*/ 2983344 w 6024738"/>
              <a:gd name="connsiteY5" fmla="*/ 5978800 h 6035000"/>
              <a:gd name="connsiteX6" fmla="*/ 660765 w 6024738"/>
              <a:gd name="connsiteY6" fmla="*/ 3776970 h 6035000"/>
              <a:gd name="connsiteX7" fmla="*/ 0 w 6024738"/>
              <a:gd name="connsiteY7" fmla="*/ 2508203 h 6035000"/>
              <a:gd name="connsiteX8" fmla="*/ 1699557 w 6024738"/>
              <a:gd name="connsiteY8" fmla="*/ 349771 h 6035000"/>
              <a:gd name="connsiteX9" fmla="*/ 1514612 w 6024738"/>
              <a:gd name="connsiteY9" fmla="*/ 3481 h 6035000"/>
              <a:gd name="connsiteX0" fmla="*/ 1514612 w 6024738"/>
              <a:gd name="connsiteY0" fmla="*/ 3481 h 6081762"/>
              <a:gd name="connsiteX1" fmla="*/ 6019548 w 6024738"/>
              <a:gd name="connsiteY1" fmla="*/ 0 h 6081762"/>
              <a:gd name="connsiteX2" fmla="*/ 6023013 w 6024738"/>
              <a:gd name="connsiteY2" fmla="*/ 5835809 h 6081762"/>
              <a:gd name="connsiteX3" fmla="*/ 5855019 w 6024738"/>
              <a:gd name="connsiteY3" fmla="*/ 3701817 h 6081762"/>
              <a:gd name="connsiteX4" fmla="*/ 5233351 w 6024738"/>
              <a:gd name="connsiteY4" fmla="*/ 3623717 h 6081762"/>
              <a:gd name="connsiteX5" fmla="*/ 2983344 w 6024738"/>
              <a:gd name="connsiteY5" fmla="*/ 5978800 h 6081762"/>
              <a:gd name="connsiteX6" fmla="*/ 660765 w 6024738"/>
              <a:gd name="connsiteY6" fmla="*/ 3776970 h 6081762"/>
              <a:gd name="connsiteX7" fmla="*/ 0 w 6024738"/>
              <a:gd name="connsiteY7" fmla="*/ 2508203 h 6081762"/>
              <a:gd name="connsiteX8" fmla="*/ 1699557 w 6024738"/>
              <a:gd name="connsiteY8" fmla="*/ 349771 h 6081762"/>
              <a:gd name="connsiteX9" fmla="*/ 1514612 w 6024738"/>
              <a:gd name="connsiteY9" fmla="*/ 3481 h 6081762"/>
              <a:gd name="connsiteX0" fmla="*/ 1514612 w 6024738"/>
              <a:gd name="connsiteY0" fmla="*/ 3481 h 6080269"/>
              <a:gd name="connsiteX1" fmla="*/ 6019548 w 6024738"/>
              <a:gd name="connsiteY1" fmla="*/ 0 h 6080269"/>
              <a:gd name="connsiteX2" fmla="*/ 6023013 w 6024738"/>
              <a:gd name="connsiteY2" fmla="*/ 5835809 h 6080269"/>
              <a:gd name="connsiteX3" fmla="*/ 5855019 w 6024738"/>
              <a:gd name="connsiteY3" fmla="*/ 3701817 h 6080269"/>
              <a:gd name="connsiteX4" fmla="*/ 5230176 w 6024738"/>
              <a:gd name="connsiteY4" fmla="*/ 3591967 h 6080269"/>
              <a:gd name="connsiteX5" fmla="*/ 2983344 w 6024738"/>
              <a:gd name="connsiteY5" fmla="*/ 5978800 h 6080269"/>
              <a:gd name="connsiteX6" fmla="*/ 660765 w 6024738"/>
              <a:gd name="connsiteY6" fmla="*/ 3776970 h 6080269"/>
              <a:gd name="connsiteX7" fmla="*/ 0 w 6024738"/>
              <a:gd name="connsiteY7" fmla="*/ 2508203 h 6080269"/>
              <a:gd name="connsiteX8" fmla="*/ 1699557 w 6024738"/>
              <a:gd name="connsiteY8" fmla="*/ 349771 h 6080269"/>
              <a:gd name="connsiteX9" fmla="*/ 1514612 w 6024738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269"/>
              <a:gd name="connsiteX1" fmla="*/ 6019548 w 6026469"/>
              <a:gd name="connsiteY1" fmla="*/ 0 h 6080269"/>
              <a:gd name="connsiteX2" fmla="*/ 6023013 w 6026469"/>
              <a:gd name="connsiteY2" fmla="*/ 5835809 h 6080269"/>
              <a:gd name="connsiteX3" fmla="*/ 6026469 w 6026469"/>
              <a:gd name="connsiteY3" fmla="*/ 3736742 h 6080269"/>
              <a:gd name="connsiteX4" fmla="*/ 5230176 w 6026469"/>
              <a:gd name="connsiteY4" fmla="*/ 3591967 h 6080269"/>
              <a:gd name="connsiteX5" fmla="*/ 2983344 w 6026469"/>
              <a:gd name="connsiteY5" fmla="*/ 5978800 h 6080269"/>
              <a:gd name="connsiteX6" fmla="*/ 660765 w 6026469"/>
              <a:gd name="connsiteY6" fmla="*/ 3776970 h 6080269"/>
              <a:gd name="connsiteX7" fmla="*/ 0 w 6026469"/>
              <a:gd name="connsiteY7" fmla="*/ 2508203 h 6080269"/>
              <a:gd name="connsiteX8" fmla="*/ 1699557 w 6026469"/>
              <a:gd name="connsiteY8" fmla="*/ 349771 h 6080269"/>
              <a:gd name="connsiteX9" fmla="*/ 1514612 w 6026469"/>
              <a:gd name="connsiteY9" fmla="*/ 3481 h 6080269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080713"/>
              <a:gd name="connsiteX1" fmla="*/ 6019548 w 6026469"/>
              <a:gd name="connsiteY1" fmla="*/ 0 h 6080713"/>
              <a:gd name="connsiteX2" fmla="*/ 6023013 w 6026469"/>
              <a:gd name="connsiteY2" fmla="*/ 5835809 h 6080713"/>
              <a:gd name="connsiteX3" fmla="*/ 6026469 w 6026469"/>
              <a:gd name="connsiteY3" fmla="*/ 3736742 h 6080713"/>
              <a:gd name="connsiteX4" fmla="*/ 5223826 w 6026469"/>
              <a:gd name="connsiteY4" fmla="*/ 3601492 h 6080713"/>
              <a:gd name="connsiteX5" fmla="*/ 2983344 w 6026469"/>
              <a:gd name="connsiteY5" fmla="*/ 5978800 h 6080713"/>
              <a:gd name="connsiteX6" fmla="*/ 660765 w 6026469"/>
              <a:gd name="connsiteY6" fmla="*/ 3776970 h 6080713"/>
              <a:gd name="connsiteX7" fmla="*/ 0 w 6026469"/>
              <a:gd name="connsiteY7" fmla="*/ 2508203 h 6080713"/>
              <a:gd name="connsiteX8" fmla="*/ 1699557 w 6026469"/>
              <a:gd name="connsiteY8" fmla="*/ 349771 h 6080713"/>
              <a:gd name="connsiteX9" fmla="*/ 1514612 w 6026469"/>
              <a:gd name="connsiteY9" fmla="*/ 3481 h 6080713"/>
              <a:gd name="connsiteX0" fmla="*/ 1514612 w 6026469"/>
              <a:gd name="connsiteY0" fmla="*/ 3481 h 6170715"/>
              <a:gd name="connsiteX1" fmla="*/ 6019548 w 6026469"/>
              <a:gd name="connsiteY1" fmla="*/ 0 h 6170715"/>
              <a:gd name="connsiteX2" fmla="*/ 6023013 w 6026469"/>
              <a:gd name="connsiteY2" fmla="*/ 5835809 h 6170715"/>
              <a:gd name="connsiteX3" fmla="*/ 6026469 w 6026469"/>
              <a:gd name="connsiteY3" fmla="*/ 3736742 h 6170715"/>
              <a:gd name="connsiteX4" fmla="*/ 5223826 w 6026469"/>
              <a:gd name="connsiteY4" fmla="*/ 3601492 h 6170715"/>
              <a:gd name="connsiteX5" fmla="*/ 2979854 w 6026469"/>
              <a:gd name="connsiteY5" fmla="*/ 6073032 h 6170715"/>
              <a:gd name="connsiteX6" fmla="*/ 660765 w 6026469"/>
              <a:gd name="connsiteY6" fmla="*/ 3776970 h 6170715"/>
              <a:gd name="connsiteX7" fmla="*/ 0 w 6026469"/>
              <a:gd name="connsiteY7" fmla="*/ 2508203 h 6170715"/>
              <a:gd name="connsiteX8" fmla="*/ 1699557 w 6026469"/>
              <a:gd name="connsiteY8" fmla="*/ 349771 h 6170715"/>
              <a:gd name="connsiteX9" fmla="*/ 1514612 w 6026469"/>
              <a:gd name="connsiteY9" fmla="*/ 3481 h 6170715"/>
              <a:gd name="connsiteX0" fmla="*/ 1514612 w 6026469"/>
              <a:gd name="connsiteY0" fmla="*/ 3481 h 6090695"/>
              <a:gd name="connsiteX1" fmla="*/ 6019548 w 6026469"/>
              <a:gd name="connsiteY1" fmla="*/ 0 h 6090695"/>
              <a:gd name="connsiteX2" fmla="*/ 6023013 w 6026469"/>
              <a:gd name="connsiteY2" fmla="*/ 5835809 h 6090695"/>
              <a:gd name="connsiteX3" fmla="*/ 6026469 w 6026469"/>
              <a:gd name="connsiteY3" fmla="*/ 3736742 h 6090695"/>
              <a:gd name="connsiteX4" fmla="*/ 5223826 w 6026469"/>
              <a:gd name="connsiteY4" fmla="*/ 3601492 h 6090695"/>
              <a:gd name="connsiteX5" fmla="*/ 3004285 w 6026469"/>
              <a:gd name="connsiteY5" fmla="*/ 5989270 h 6090695"/>
              <a:gd name="connsiteX6" fmla="*/ 660765 w 6026469"/>
              <a:gd name="connsiteY6" fmla="*/ 3776970 h 6090695"/>
              <a:gd name="connsiteX7" fmla="*/ 0 w 6026469"/>
              <a:gd name="connsiteY7" fmla="*/ 2508203 h 6090695"/>
              <a:gd name="connsiteX8" fmla="*/ 1699557 w 6026469"/>
              <a:gd name="connsiteY8" fmla="*/ 349771 h 6090695"/>
              <a:gd name="connsiteX9" fmla="*/ 1514612 w 6026469"/>
              <a:gd name="connsiteY9" fmla="*/ 3481 h 6090695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3674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4738"/>
              <a:gd name="connsiteY0" fmla="*/ 3481 h 5989270"/>
              <a:gd name="connsiteX1" fmla="*/ 6019548 w 6024738"/>
              <a:gd name="connsiteY1" fmla="*/ 0 h 5989270"/>
              <a:gd name="connsiteX2" fmla="*/ 6023013 w 6024738"/>
              <a:gd name="connsiteY2" fmla="*/ 5835809 h 5989270"/>
              <a:gd name="connsiteX3" fmla="*/ 5939217 w 6024738"/>
              <a:gd name="connsiteY3" fmla="*/ 3726271 h 5989270"/>
              <a:gd name="connsiteX4" fmla="*/ 5223826 w 6024738"/>
              <a:gd name="connsiteY4" fmla="*/ 3601492 h 5989270"/>
              <a:gd name="connsiteX5" fmla="*/ 3004285 w 6024738"/>
              <a:gd name="connsiteY5" fmla="*/ 5989270 h 5989270"/>
              <a:gd name="connsiteX6" fmla="*/ 660765 w 6024738"/>
              <a:gd name="connsiteY6" fmla="*/ 3776970 h 5989270"/>
              <a:gd name="connsiteX7" fmla="*/ 0 w 6024738"/>
              <a:gd name="connsiteY7" fmla="*/ 2508203 h 5989270"/>
              <a:gd name="connsiteX8" fmla="*/ 1699557 w 6024738"/>
              <a:gd name="connsiteY8" fmla="*/ 349771 h 5989270"/>
              <a:gd name="connsiteX9" fmla="*/ 1514612 w 602473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23013 w 6026469"/>
              <a:gd name="connsiteY2" fmla="*/ 5835809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58408"/>
              <a:gd name="connsiteY0" fmla="*/ 3481 h 5989270"/>
              <a:gd name="connsiteX1" fmla="*/ 6019548 w 6058408"/>
              <a:gd name="connsiteY1" fmla="*/ 0 h 5989270"/>
              <a:gd name="connsiteX2" fmla="*/ 6057914 w 6058408"/>
              <a:gd name="connsiteY2" fmla="*/ 3361345 h 5989270"/>
              <a:gd name="connsiteX3" fmla="*/ 6026469 w 6058408"/>
              <a:gd name="connsiteY3" fmla="*/ 3743722 h 5989270"/>
              <a:gd name="connsiteX4" fmla="*/ 5223826 w 6058408"/>
              <a:gd name="connsiteY4" fmla="*/ 3601492 h 5989270"/>
              <a:gd name="connsiteX5" fmla="*/ 3004285 w 6058408"/>
              <a:gd name="connsiteY5" fmla="*/ 5989270 h 5989270"/>
              <a:gd name="connsiteX6" fmla="*/ 660765 w 6058408"/>
              <a:gd name="connsiteY6" fmla="*/ 3776970 h 5989270"/>
              <a:gd name="connsiteX7" fmla="*/ 0 w 6058408"/>
              <a:gd name="connsiteY7" fmla="*/ 2508203 h 5989270"/>
              <a:gd name="connsiteX8" fmla="*/ 1699557 w 6058408"/>
              <a:gd name="connsiteY8" fmla="*/ 349771 h 5989270"/>
              <a:gd name="connsiteX9" fmla="*/ 1514612 w 6058408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668658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6469"/>
              <a:gd name="connsiteY0" fmla="*/ 3481 h 5989270"/>
              <a:gd name="connsiteX1" fmla="*/ 6019548 w 6026469"/>
              <a:gd name="connsiteY1" fmla="*/ 0 h 5989270"/>
              <a:gd name="connsiteX2" fmla="*/ 6019523 w 6026469"/>
              <a:gd name="connsiteY2" fmla="*/ 1926924 h 5989270"/>
              <a:gd name="connsiteX3" fmla="*/ 6026469 w 6026469"/>
              <a:gd name="connsiteY3" fmla="*/ 3743722 h 5989270"/>
              <a:gd name="connsiteX4" fmla="*/ 5223826 w 6026469"/>
              <a:gd name="connsiteY4" fmla="*/ 3601492 h 5989270"/>
              <a:gd name="connsiteX5" fmla="*/ 3004285 w 6026469"/>
              <a:gd name="connsiteY5" fmla="*/ 5989270 h 5989270"/>
              <a:gd name="connsiteX6" fmla="*/ 660765 w 6026469"/>
              <a:gd name="connsiteY6" fmla="*/ 3776970 h 5989270"/>
              <a:gd name="connsiteX7" fmla="*/ 0 w 6026469"/>
              <a:gd name="connsiteY7" fmla="*/ 2508203 h 5989270"/>
              <a:gd name="connsiteX8" fmla="*/ 1699557 w 6026469"/>
              <a:gd name="connsiteY8" fmla="*/ 349771 h 5989270"/>
              <a:gd name="connsiteX9" fmla="*/ 1514612 w 6026469"/>
              <a:gd name="connsiteY9" fmla="*/ 3481 h 5989270"/>
              <a:gd name="connsiteX0" fmla="*/ 1514612 w 6022706"/>
              <a:gd name="connsiteY0" fmla="*/ 3481 h 5989270"/>
              <a:gd name="connsiteX1" fmla="*/ 6019548 w 6022706"/>
              <a:gd name="connsiteY1" fmla="*/ 0 h 5989270"/>
              <a:gd name="connsiteX2" fmla="*/ 6019523 w 6022706"/>
              <a:gd name="connsiteY2" fmla="*/ 1926924 h 5989270"/>
              <a:gd name="connsiteX3" fmla="*/ 5984588 w 6022706"/>
              <a:gd name="connsiteY3" fmla="*/ 3680900 h 5989270"/>
              <a:gd name="connsiteX4" fmla="*/ 5223826 w 6022706"/>
              <a:gd name="connsiteY4" fmla="*/ 3601492 h 5989270"/>
              <a:gd name="connsiteX5" fmla="*/ 3004285 w 6022706"/>
              <a:gd name="connsiteY5" fmla="*/ 5989270 h 5989270"/>
              <a:gd name="connsiteX6" fmla="*/ 660765 w 6022706"/>
              <a:gd name="connsiteY6" fmla="*/ 3776970 h 5989270"/>
              <a:gd name="connsiteX7" fmla="*/ 0 w 6022706"/>
              <a:gd name="connsiteY7" fmla="*/ 2508203 h 5989270"/>
              <a:gd name="connsiteX8" fmla="*/ 1699557 w 6022706"/>
              <a:gd name="connsiteY8" fmla="*/ 349771 h 5989270"/>
              <a:gd name="connsiteX9" fmla="*/ 1514612 w 6022706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14612 w 6022979"/>
              <a:gd name="connsiteY0" fmla="*/ 3481 h 5989270"/>
              <a:gd name="connsiteX1" fmla="*/ 6019548 w 6022979"/>
              <a:gd name="connsiteY1" fmla="*/ 0 h 5989270"/>
              <a:gd name="connsiteX2" fmla="*/ 6019523 w 6022979"/>
              <a:gd name="connsiteY2" fmla="*/ 1926924 h 5989270"/>
              <a:gd name="connsiteX3" fmla="*/ 6022979 w 6022979"/>
              <a:gd name="connsiteY3" fmla="*/ 3736741 h 5989270"/>
              <a:gd name="connsiteX4" fmla="*/ 5223826 w 6022979"/>
              <a:gd name="connsiteY4" fmla="*/ 3601492 h 5989270"/>
              <a:gd name="connsiteX5" fmla="*/ 3004285 w 6022979"/>
              <a:gd name="connsiteY5" fmla="*/ 5989270 h 5989270"/>
              <a:gd name="connsiteX6" fmla="*/ 660765 w 6022979"/>
              <a:gd name="connsiteY6" fmla="*/ 3776970 h 5989270"/>
              <a:gd name="connsiteX7" fmla="*/ 0 w 6022979"/>
              <a:gd name="connsiteY7" fmla="*/ 2508203 h 5989270"/>
              <a:gd name="connsiteX8" fmla="*/ 1699557 w 6022979"/>
              <a:gd name="connsiteY8" fmla="*/ 349771 h 5989270"/>
              <a:gd name="connsiteX9" fmla="*/ 1514612 w 602297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4415 w 6016629"/>
              <a:gd name="connsiteY6" fmla="*/ 3776970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60765 w 6016629"/>
              <a:gd name="connsiteY6" fmla="*/ 378014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0826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0826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3207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718607 w 6016629"/>
              <a:gd name="connsiteY8" fmla="*/ 352946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51240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705215 w 6016629"/>
              <a:gd name="connsiteY6" fmla="*/ 377379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3481 h 5989270"/>
              <a:gd name="connsiteX1" fmla="*/ 6013198 w 6016629"/>
              <a:gd name="connsiteY1" fmla="*/ 0 h 5989270"/>
              <a:gd name="connsiteX2" fmla="*/ 6013173 w 6016629"/>
              <a:gd name="connsiteY2" fmla="*/ 1926924 h 5989270"/>
              <a:gd name="connsiteX3" fmla="*/ 6016629 w 6016629"/>
              <a:gd name="connsiteY3" fmla="*/ 3736741 h 5989270"/>
              <a:gd name="connsiteX4" fmla="*/ 5217476 w 6016629"/>
              <a:gd name="connsiteY4" fmla="*/ 3601492 h 5989270"/>
              <a:gd name="connsiteX5" fmla="*/ 2997935 w 6016629"/>
              <a:gd name="connsiteY5" fmla="*/ 5989270 h 5989270"/>
              <a:gd name="connsiteX6" fmla="*/ 648065 w 6016629"/>
              <a:gd name="connsiteY6" fmla="*/ 3767445 h 5989270"/>
              <a:gd name="connsiteX7" fmla="*/ 0 w 6016629"/>
              <a:gd name="connsiteY7" fmla="*/ 2495503 h 5989270"/>
              <a:gd name="connsiteX8" fmla="*/ 1690032 w 6016629"/>
              <a:gd name="connsiteY8" fmla="*/ 349771 h 5989270"/>
              <a:gd name="connsiteX9" fmla="*/ 1514612 w 6016629"/>
              <a:gd name="connsiteY9" fmla="*/ 3481 h 5989270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1514612 w 6016629"/>
              <a:gd name="connsiteY0" fmla="*/ 0 h 5985789"/>
              <a:gd name="connsiteX1" fmla="*/ 6013198 w 6016629"/>
              <a:gd name="connsiteY1" fmla="*/ 1060111 h 5985789"/>
              <a:gd name="connsiteX2" fmla="*/ 6013173 w 6016629"/>
              <a:gd name="connsiteY2" fmla="*/ 1923443 h 5985789"/>
              <a:gd name="connsiteX3" fmla="*/ 6016629 w 6016629"/>
              <a:gd name="connsiteY3" fmla="*/ 3733260 h 5985789"/>
              <a:gd name="connsiteX4" fmla="*/ 5217476 w 6016629"/>
              <a:gd name="connsiteY4" fmla="*/ 3598011 h 5985789"/>
              <a:gd name="connsiteX5" fmla="*/ 2997935 w 6016629"/>
              <a:gd name="connsiteY5" fmla="*/ 5985789 h 5985789"/>
              <a:gd name="connsiteX6" fmla="*/ 648065 w 6016629"/>
              <a:gd name="connsiteY6" fmla="*/ 3763964 h 5985789"/>
              <a:gd name="connsiteX7" fmla="*/ 0 w 6016629"/>
              <a:gd name="connsiteY7" fmla="*/ 2492022 h 5985789"/>
              <a:gd name="connsiteX8" fmla="*/ 1690032 w 6016629"/>
              <a:gd name="connsiteY8" fmla="*/ 346290 h 5985789"/>
              <a:gd name="connsiteX9" fmla="*/ 1514612 w 6016629"/>
              <a:gd name="connsiteY9" fmla="*/ 0 h 598578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168662 h 5639499"/>
              <a:gd name="connsiteX1" fmla="*/ 6013198 w 6016629"/>
              <a:gd name="connsiteY1" fmla="*/ 713821 h 5639499"/>
              <a:gd name="connsiteX2" fmla="*/ 6013173 w 6016629"/>
              <a:gd name="connsiteY2" fmla="*/ 1577153 h 5639499"/>
              <a:gd name="connsiteX3" fmla="*/ 6016629 w 6016629"/>
              <a:gd name="connsiteY3" fmla="*/ 3386970 h 5639499"/>
              <a:gd name="connsiteX4" fmla="*/ 5217476 w 6016629"/>
              <a:gd name="connsiteY4" fmla="*/ 3251721 h 5639499"/>
              <a:gd name="connsiteX5" fmla="*/ 2997935 w 6016629"/>
              <a:gd name="connsiteY5" fmla="*/ 5639499 h 5639499"/>
              <a:gd name="connsiteX6" fmla="*/ 648065 w 6016629"/>
              <a:gd name="connsiteY6" fmla="*/ 3417674 h 5639499"/>
              <a:gd name="connsiteX7" fmla="*/ 0 w 6016629"/>
              <a:gd name="connsiteY7" fmla="*/ 2145732 h 5639499"/>
              <a:gd name="connsiteX8" fmla="*/ 1690032 w 6016629"/>
              <a:gd name="connsiteY8" fmla="*/ 0 h 5639499"/>
              <a:gd name="connsiteX9" fmla="*/ 4185622 w 6016629"/>
              <a:gd name="connsiteY9" fmla="*/ 168662 h 5639499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4185622 w 6016629"/>
              <a:gd name="connsiteY0" fmla="*/ 0 h 5470837"/>
              <a:gd name="connsiteX1" fmla="*/ 6013198 w 6016629"/>
              <a:gd name="connsiteY1" fmla="*/ 545159 h 5470837"/>
              <a:gd name="connsiteX2" fmla="*/ 6013173 w 6016629"/>
              <a:gd name="connsiteY2" fmla="*/ 1408491 h 5470837"/>
              <a:gd name="connsiteX3" fmla="*/ 6016629 w 6016629"/>
              <a:gd name="connsiteY3" fmla="*/ 3218308 h 5470837"/>
              <a:gd name="connsiteX4" fmla="*/ 5217476 w 6016629"/>
              <a:gd name="connsiteY4" fmla="*/ 3083059 h 5470837"/>
              <a:gd name="connsiteX5" fmla="*/ 2997935 w 6016629"/>
              <a:gd name="connsiteY5" fmla="*/ 5470837 h 5470837"/>
              <a:gd name="connsiteX6" fmla="*/ 648065 w 6016629"/>
              <a:gd name="connsiteY6" fmla="*/ 3249012 h 5470837"/>
              <a:gd name="connsiteX7" fmla="*/ 0 w 6016629"/>
              <a:gd name="connsiteY7" fmla="*/ 1977070 h 5470837"/>
              <a:gd name="connsiteX8" fmla="*/ 3595834 w 6016629"/>
              <a:gd name="connsiteY8" fmla="*/ 659111 h 5470837"/>
              <a:gd name="connsiteX9" fmla="*/ 4185622 w 6016629"/>
              <a:gd name="connsiteY9" fmla="*/ 0 h 5470837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537557 w 5368564"/>
              <a:gd name="connsiteY0" fmla="*/ 63486 h 5534323"/>
              <a:gd name="connsiteX1" fmla="*/ 5365133 w 5368564"/>
              <a:gd name="connsiteY1" fmla="*/ 608645 h 5534323"/>
              <a:gd name="connsiteX2" fmla="*/ 5365108 w 5368564"/>
              <a:gd name="connsiteY2" fmla="*/ 1471977 h 5534323"/>
              <a:gd name="connsiteX3" fmla="*/ 5368564 w 5368564"/>
              <a:gd name="connsiteY3" fmla="*/ 3281794 h 5534323"/>
              <a:gd name="connsiteX4" fmla="*/ 4569411 w 5368564"/>
              <a:gd name="connsiteY4" fmla="*/ 3146545 h 5534323"/>
              <a:gd name="connsiteX5" fmla="*/ 2349870 w 5368564"/>
              <a:gd name="connsiteY5" fmla="*/ 5534323 h 5534323"/>
              <a:gd name="connsiteX6" fmla="*/ 0 w 5368564"/>
              <a:gd name="connsiteY6" fmla="*/ 3312498 h 5534323"/>
              <a:gd name="connsiteX7" fmla="*/ 531029 w 5368564"/>
              <a:gd name="connsiteY7" fmla="*/ 0 h 5534323"/>
              <a:gd name="connsiteX8" fmla="*/ 2947769 w 5368564"/>
              <a:gd name="connsiteY8" fmla="*/ 722597 h 5534323"/>
              <a:gd name="connsiteX9" fmla="*/ 3537557 w 536856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21503 w 5652510"/>
              <a:gd name="connsiteY0" fmla="*/ 63486 h 5534323"/>
              <a:gd name="connsiteX1" fmla="*/ 5649079 w 5652510"/>
              <a:gd name="connsiteY1" fmla="*/ 608645 h 5534323"/>
              <a:gd name="connsiteX2" fmla="*/ 5649054 w 5652510"/>
              <a:gd name="connsiteY2" fmla="*/ 1471977 h 5534323"/>
              <a:gd name="connsiteX3" fmla="*/ 5652510 w 5652510"/>
              <a:gd name="connsiteY3" fmla="*/ 3281794 h 5534323"/>
              <a:gd name="connsiteX4" fmla="*/ 4853357 w 5652510"/>
              <a:gd name="connsiteY4" fmla="*/ 3146545 h 5534323"/>
              <a:gd name="connsiteX5" fmla="*/ 2633816 w 5652510"/>
              <a:gd name="connsiteY5" fmla="*/ 5534323 h 5534323"/>
              <a:gd name="connsiteX6" fmla="*/ 0 w 5652510"/>
              <a:gd name="connsiteY6" fmla="*/ 1016872 h 5534323"/>
              <a:gd name="connsiteX7" fmla="*/ 814975 w 5652510"/>
              <a:gd name="connsiteY7" fmla="*/ 0 h 5534323"/>
              <a:gd name="connsiteX8" fmla="*/ 3231715 w 5652510"/>
              <a:gd name="connsiteY8" fmla="*/ 722597 h 5534323"/>
              <a:gd name="connsiteX9" fmla="*/ 3821503 w 5652510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7996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720437 w 5551444"/>
              <a:gd name="connsiteY0" fmla="*/ 63486 h 5534323"/>
              <a:gd name="connsiteX1" fmla="*/ 5548013 w 5551444"/>
              <a:gd name="connsiteY1" fmla="*/ 608645 h 5534323"/>
              <a:gd name="connsiteX2" fmla="*/ 5547988 w 5551444"/>
              <a:gd name="connsiteY2" fmla="*/ 1471977 h 5534323"/>
              <a:gd name="connsiteX3" fmla="*/ 5551444 w 5551444"/>
              <a:gd name="connsiteY3" fmla="*/ 3281794 h 5534323"/>
              <a:gd name="connsiteX4" fmla="*/ 4752291 w 5551444"/>
              <a:gd name="connsiteY4" fmla="*/ 3146545 h 5534323"/>
              <a:gd name="connsiteX5" fmla="*/ 2532750 w 5551444"/>
              <a:gd name="connsiteY5" fmla="*/ 5534323 h 5534323"/>
              <a:gd name="connsiteX6" fmla="*/ 0 w 5551444"/>
              <a:gd name="connsiteY6" fmla="*/ 968746 h 5534323"/>
              <a:gd name="connsiteX7" fmla="*/ 713909 w 5551444"/>
              <a:gd name="connsiteY7" fmla="*/ 0 h 5534323"/>
              <a:gd name="connsiteX8" fmla="*/ 3130649 w 5551444"/>
              <a:gd name="connsiteY8" fmla="*/ 722597 h 5534323"/>
              <a:gd name="connsiteX9" fmla="*/ 3720437 w 5551444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63486 h 5534323"/>
              <a:gd name="connsiteX1" fmla="*/ 5697205 w 5700636"/>
              <a:gd name="connsiteY1" fmla="*/ 608645 h 5534323"/>
              <a:gd name="connsiteX2" fmla="*/ 5697180 w 5700636"/>
              <a:gd name="connsiteY2" fmla="*/ 1471977 h 5534323"/>
              <a:gd name="connsiteX3" fmla="*/ 5700636 w 5700636"/>
              <a:gd name="connsiteY3" fmla="*/ 3281794 h 5534323"/>
              <a:gd name="connsiteX4" fmla="*/ 4901483 w 5700636"/>
              <a:gd name="connsiteY4" fmla="*/ 3146545 h 5534323"/>
              <a:gd name="connsiteX5" fmla="*/ 2681942 w 5700636"/>
              <a:gd name="connsiteY5" fmla="*/ 5534323 h 5534323"/>
              <a:gd name="connsiteX6" fmla="*/ 0 w 5700636"/>
              <a:gd name="connsiteY6" fmla="*/ 983184 h 5534323"/>
              <a:gd name="connsiteX7" fmla="*/ 863101 w 5700636"/>
              <a:gd name="connsiteY7" fmla="*/ 0 h 5534323"/>
              <a:gd name="connsiteX8" fmla="*/ 3279841 w 5700636"/>
              <a:gd name="connsiteY8" fmla="*/ 722597 h 5534323"/>
              <a:gd name="connsiteX9" fmla="*/ 3869629 w 5700636"/>
              <a:gd name="connsiteY9" fmla="*/ 63486 h 5534323"/>
              <a:gd name="connsiteX0" fmla="*/ 3869629 w 5700636"/>
              <a:gd name="connsiteY0" fmla="*/ 0 h 5470837"/>
              <a:gd name="connsiteX1" fmla="*/ 5697205 w 5700636"/>
              <a:gd name="connsiteY1" fmla="*/ 545159 h 5470837"/>
              <a:gd name="connsiteX2" fmla="*/ 5697180 w 5700636"/>
              <a:gd name="connsiteY2" fmla="*/ 1408491 h 5470837"/>
              <a:gd name="connsiteX3" fmla="*/ 5700636 w 5700636"/>
              <a:gd name="connsiteY3" fmla="*/ 3218308 h 5470837"/>
              <a:gd name="connsiteX4" fmla="*/ 4901483 w 5700636"/>
              <a:gd name="connsiteY4" fmla="*/ 3083059 h 5470837"/>
              <a:gd name="connsiteX5" fmla="*/ 2681942 w 5700636"/>
              <a:gd name="connsiteY5" fmla="*/ 5470837 h 5470837"/>
              <a:gd name="connsiteX6" fmla="*/ 0 w 5700636"/>
              <a:gd name="connsiteY6" fmla="*/ 919698 h 5470837"/>
              <a:gd name="connsiteX7" fmla="*/ 853476 w 5700636"/>
              <a:gd name="connsiteY7" fmla="*/ 133832 h 5470837"/>
              <a:gd name="connsiteX8" fmla="*/ 3279841 w 5700636"/>
              <a:gd name="connsiteY8" fmla="*/ 659111 h 5470837"/>
              <a:gd name="connsiteX9" fmla="*/ 3869629 w 5700636"/>
              <a:gd name="connsiteY9" fmla="*/ 0 h 5470837"/>
              <a:gd name="connsiteX0" fmla="*/ 3869629 w 5700636"/>
              <a:gd name="connsiteY0" fmla="*/ 58673 h 5529510"/>
              <a:gd name="connsiteX1" fmla="*/ 5697205 w 5700636"/>
              <a:gd name="connsiteY1" fmla="*/ 603832 h 5529510"/>
              <a:gd name="connsiteX2" fmla="*/ 5697180 w 5700636"/>
              <a:gd name="connsiteY2" fmla="*/ 1467164 h 5529510"/>
              <a:gd name="connsiteX3" fmla="*/ 5700636 w 5700636"/>
              <a:gd name="connsiteY3" fmla="*/ 3276981 h 5529510"/>
              <a:gd name="connsiteX4" fmla="*/ 4901483 w 5700636"/>
              <a:gd name="connsiteY4" fmla="*/ 3141732 h 5529510"/>
              <a:gd name="connsiteX5" fmla="*/ 2681942 w 5700636"/>
              <a:gd name="connsiteY5" fmla="*/ 5529510 h 5529510"/>
              <a:gd name="connsiteX6" fmla="*/ 0 w 5700636"/>
              <a:gd name="connsiteY6" fmla="*/ 978371 h 5529510"/>
              <a:gd name="connsiteX7" fmla="*/ 867914 w 5700636"/>
              <a:gd name="connsiteY7" fmla="*/ 0 h 5529510"/>
              <a:gd name="connsiteX8" fmla="*/ 3279841 w 5700636"/>
              <a:gd name="connsiteY8" fmla="*/ 717784 h 5529510"/>
              <a:gd name="connsiteX9" fmla="*/ 3869629 w 5700636"/>
              <a:gd name="connsiteY9" fmla="*/ 58673 h 5529510"/>
              <a:gd name="connsiteX0" fmla="*/ 4970416 w 6801423"/>
              <a:gd name="connsiteY0" fmla="*/ 58673 h 3729586"/>
              <a:gd name="connsiteX1" fmla="*/ 6797992 w 6801423"/>
              <a:gd name="connsiteY1" fmla="*/ 603832 h 3729586"/>
              <a:gd name="connsiteX2" fmla="*/ 6797967 w 6801423"/>
              <a:gd name="connsiteY2" fmla="*/ 1467164 h 3729586"/>
              <a:gd name="connsiteX3" fmla="*/ 6801423 w 6801423"/>
              <a:gd name="connsiteY3" fmla="*/ 3276981 h 3729586"/>
              <a:gd name="connsiteX4" fmla="*/ 6002270 w 6801423"/>
              <a:gd name="connsiteY4" fmla="*/ 3141732 h 3729586"/>
              <a:gd name="connsiteX5" fmla="*/ 0 w 6801423"/>
              <a:gd name="connsiteY5" fmla="*/ 3729586 h 3729586"/>
              <a:gd name="connsiteX6" fmla="*/ 1100787 w 6801423"/>
              <a:gd name="connsiteY6" fmla="*/ 978371 h 3729586"/>
              <a:gd name="connsiteX7" fmla="*/ 1968701 w 6801423"/>
              <a:gd name="connsiteY7" fmla="*/ 0 h 3729586"/>
              <a:gd name="connsiteX8" fmla="*/ 4380628 w 6801423"/>
              <a:gd name="connsiteY8" fmla="*/ 717784 h 3729586"/>
              <a:gd name="connsiteX9" fmla="*/ 4970416 w 6801423"/>
              <a:gd name="connsiteY9" fmla="*/ 58673 h 3729586"/>
              <a:gd name="connsiteX0" fmla="*/ 4970416 w 6801423"/>
              <a:gd name="connsiteY0" fmla="*/ 58673 h 3970776"/>
              <a:gd name="connsiteX1" fmla="*/ 6797992 w 6801423"/>
              <a:gd name="connsiteY1" fmla="*/ 603832 h 3970776"/>
              <a:gd name="connsiteX2" fmla="*/ 6797967 w 6801423"/>
              <a:gd name="connsiteY2" fmla="*/ 1467164 h 3970776"/>
              <a:gd name="connsiteX3" fmla="*/ 6801423 w 6801423"/>
              <a:gd name="connsiteY3" fmla="*/ 3276981 h 3970776"/>
              <a:gd name="connsiteX4" fmla="*/ 6002270 w 6801423"/>
              <a:gd name="connsiteY4" fmla="*/ 3141732 h 3970776"/>
              <a:gd name="connsiteX5" fmla="*/ 0 w 6801423"/>
              <a:gd name="connsiteY5" fmla="*/ 3729586 h 3970776"/>
              <a:gd name="connsiteX6" fmla="*/ 1100787 w 6801423"/>
              <a:gd name="connsiteY6" fmla="*/ 978371 h 3970776"/>
              <a:gd name="connsiteX7" fmla="*/ 1968701 w 6801423"/>
              <a:gd name="connsiteY7" fmla="*/ 0 h 3970776"/>
              <a:gd name="connsiteX8" fmla="*/ 4380628 w 6801423"/>
              <a:gd name="connsiteY8" fmla="*/ 717784 h 3970776"/>
              <a:gd name="connsiteX9" fmla="*/ 4970416 w 6801423"/>
              <a:gd name="connsiteY9" fmla="*/ 58673 h 3970776"/>
              <a:gd name="connsiteX0" fmla="*/ 4970416 w 6801423"/>
              <a:gd name="connsiteY0" fmla="*/ 58673 h 4868008"/>
              <a:gd name="connsiteX1" fmla="*/ 6797992 w 6801423"/>
              <a:gd name="connsiteY1" fmla="*/ 603832 h 4868008"/>
              <a:gd name="connsiteX2" fmla="*/ 6797967 w 6801423"/>
              <a:gd name="connsiteY2" fmla="*/ 1467164 h 4868008"/>
              <a:gd name="connsiteX3" fmla="*/ 6801423 w 6801423"/>
              <a:gd name="connsiteY3" fmla="*/ 3276981 h 4868008"/>
              <a:gd name="connsiteX4" fmla="*/ 2759450 w 6801423"/>
              <a:gd name="connsiteY4" fmla="*/ 4829130 h 4868008"/>
              <a:gd name="connsiteX5" fmla="*/ 0 w 6801423"/>
              <a:gd name="connsiteY5" fmla="*/ 3729586 h 4868008"/>
              <a:gd name="connsiteX6" fmla="*/ 1100787 w 6801423"/>
              <a:gd name="connsiteY6" fmla="*/ 978371 h 4868008"/>
              <a:gd name="connsiteX7" fmla="*/ 1968701 w 6801423"/>
              <a:gd name="connsiteY7" fmla="*/ 0 h 4868008"/>
              <a:gd name="connsiteX8" fmla="*/ 4380628 w 6801423"/>
              <a:gd name="connsiteY8" fmla="*/ 717784 h 4868008"/>
              <a:gd name="connsiteX9" fmla="*/ 4970416 w 6801423"/>
              <a:gd name="connsiteY9" fmla="*/ 58673 h 4868008"/>
              <a:gd name="connsiteX0" fmla="*/ 4970416 w 6801423"/>
              <a:gd name="connsiteY0" fmla="*/ 58673 h 4829130"/>
              <a:gd name="connsiteX1" fmla="*/ 6797992 w 6801423"/>
              <a:gd name="connsiteY1" fmla="*/ 603832 h 4829130"/>
              <a:gd name="connsiteX2" fmla="*/ 6797967 w 6801423"/>
              <a:gd name="connsiteY2" fmla="*/ 1467164 h 4829130"/>
              <a:gd name="connsiteX3" fmla="*/ 6801423 w 6801423"/>
              <a:gd name="connsiteY3" fmla="*/ 3276981 h 4829130"/>
              <a:gd name="connsiteX4" fmla="*/ 2759450 w 6801423"/>
              <a:gd name="connsiteY4" fmla="*/ 4829130 h 4829130"/>
              <a:gd name="connsiteX5" fmla="*/ 0 w 6801423"/>
              <a:gd name="connsiteY5" fmla="*/ 3729586 h 4829130"/>
              <a:gd name="connsiteX6" fmla="*/ 1100787 w 6801423"/>
              <a:gd name="connsiteY6" fmla="*/ 978371 h 4829130"/>
              <a:gd name="connsiteX7" fmla="*/ 1968701 w 6801423"/>
              <a:gd name="connsiteY7" fmla="*/ 0 h 4829130"/>
              <a:gd name="connsiteX8" fmla="*/ 4380628 w 6801423"/>
              <a:gd name="connsiteY8" fmla="*/ 717784 h 4829130"/>
              <a:gd name="connsiteX9" fmla="*/ 4970416 w 6801423"/>
              <a:gd name="connsiteY9" fmla="*/ 58673 h 4829130"/>
              <a:gd name="connsiteX0" fmla="*/ 4970416 w 6801423"/>
              <a:gd name="connsiteY0" fmla="*/ 58673 h 4651330"/>
              <a:gd name="connsiteX1" fmla="*/ 6797992 w 6801423"/>
              <a:gd name="connsiteY1" fmla="*/ 603832 h 4651330"/>
              <a:gd name="connsiteX2" fmla="*/ 6797967 w 6801423"/>
              <a:gd name="connsiteY2" fmla="*/ 1467164 h 4651330"/>
              <a:gd name="connsiteX3" fmla="*/ 6801423 w 6801423"/>
              <a:gd name="connsiteY3" fmla="*/ 3276981 h 4651330"/>
              <a:gd name="connsiteX4" fmla="*/ 2856817 w 6801423"/>
              <a:gd name="connsiteY4" fmla="*/ 4651330 h 4651330"/>
              <a:gd name="connsiteX5" fmla="*/ 0 w 6801423"/>
              <a:gd name="connsiteY5" fmla="*/ 3729586 h 4651330"/>
              <a:gd name="connsiteX6" fmla="*/ 1100787 w 6801423"/>
              <a:gd name="connsiteY6" fmla="*/ 978371 h 4651330"/>
              <a:gd name="connsiteX7" fmla="*/ 1968701 w 6801423"/>
              <a:gd name="connsiteY7" fmla="*/ 0 h 4651330"/>
              <a:gd name="connsiteX8" fmla="*/ 4380628 w 6801423"/>
              <a:gd name="connsiteY8" fmla="*/ 717784 h 4651330"/>
              <a:gd name="connsiteX9" fmla="*/ 4970416 w 6801423"/>
              <a:gd name="connsiteY9" fmla="*/ 58673 h 4651330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33363"/>
              <a:gd name="connsiteX1" fmla="*/ 6797992 w 6801423"/>
              <a:gd name="connsiteY1" fmla="*/ 603832 h 4833363"/>
              <a:gd name="connsiteX2" fmla="*/ 6797967 w 6801423"/>
              <a:gd name="connsiteY2" fmla="*/ 1467164 h 4833363"/>
              <a:gd name="connsiteX3" fmla="*/ 6801423 w 6801423"/>
              <a:gd name="connsiteY3" fmla="*/ 3276981 h 4833363"/>
              <a:gd name="connsiteX4" fmla="*/ 2784851 w 6801423"/>
              <a:gd name="connsiteY4" fmla="*/ 4833363 h 4833363"/>
              <a:gd name="connsiteX5" fmla="*/ 0 w 6801423"/>
              <a:gd name="connsiteY5" fmla="*/ 3729586 h 4833363"/>
              <a:gd name="connsiteX6" fmla="*/ 1100787 w 6801423"/>
              <a:gd name="connsiteY6" fmla="*/ 978371 h 4833363"/>
              <a:gd name="connsiteX7" fmla="*/ 1968701 w 6801423"/>
              <a:gd name="connsiteY7" fmla="*/ 0 h 4833363"/>
              <a:gd name="connsiteX8" fmla="*/ 4380628 w 6801423"/>
              <a:gd name="connsiteY8" fmla="*/ 717784 h 4833363"/>
              <a:gd name="connsiteX9" fmla="*/ 4970416 w 6801423"/>
              <a:gd name="connsiteY9" fmla="*/ 58673 h 4833363"/>
              <a:gd name="connsiteX0" fmla="*/ 4970416 w 6801423"/>
              <a:gd name="connsiteY0" fmla="*/ 58673 h 4878322"/>
              <a:gd name="connsiteX1" fmla="*/ 6797992 w 6801423"/>
              <a:gd name="connsiteY1" fmla="*/ 603832 h 4878322"/>
              <a:gd name="connsiteX2" fmla="*/ 6797967 w 6801423"/>
              <a:gd name="connsiteY2" fmla="*/ 1467164 h 4878322"/>
              <a:gd name="connsiteX3" fmla="*/ 6801423 w 6801423"/>
              <a:gd name="connsiteY3" fmla="*/ 3276981 h 4878322"/>
              <a:gd name="connsiteX4" fmla="*/ 2784851 w 6801423"/>
              <a:gd name="connsiteY4" fmla="*/ 4833363 h 4878322"/>
              <a:gd name="connsiteX5" fmla="*/ 0 w 6801423"/>
              <a:gd name="connsiteY5" fmla="*/ 3729586 h 4878322"/>
              <a:gd name="connsiteX6" fmla="*/ 1100787 w 6801423"/>
              <a:gd name="connsiteY6" fmla="*/ 978371 h 4878322"/>
              <a:gd name="connsiteX7" fmla="*/ 1968701 w 6801423"/>
              <a:gd name="connsiteY7" fmla="*/ 0 h 4878322"/>
              <a:gd name="connsiteX8" fmla="*/ 4380628 w 6801423"/>
              <a:gd name="connsiteY8" fmla="*/ 717784 h 4878322"/>
              <a:gd name="connsiteX9" fmla="*/ 4970416 w 6801423"/>
              <a:gd name="connsiteY9" fmla="*/ 58673 h 4878322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14671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1150"/>
              <a:gd name="connsiteY0" fmla="*/ 58673 h 5219317"/>
              <a:gd name="connsiteX1" fmla="*/ 6797992 w 6801150"/>
              <a:gd name="connsiteY1" fmla="*/ 603832 h 5219317"/>
              <a:gd name="connsiteX2" fmla="*/ 6797967 w 6801150"/>
              <a:gd name="connsiteY2" fmla="*/ 4667564 h 5219317"/>
              <a:gd name="connsiteX3" fmla="*/ 4025173 w 6801150"/>
              <a:gd name="connsiteY3" fmla="*/ 4946036 h 5219317"/>
              <a:gd name="connsiteX4" fmla="*/ 2784851 w 6801150"/>
              <a:gd name="connsiteY4" fmla="*/ 4833363 h 5219317"/>
              <a:gd name="connsiteX5" fmla="*/ 0 w 6801150"/>
              <a:gd name="connsiteY5" fmla="*/ 3729586 h 5219317"/>
              <a:gd name="connsiteX6" fmla="*/ 1100787 w 6801150"/>
              <a:gd name="connsiteY6" fmla="*/ 978371 h 5219317"/>
              <a:gd name="connsiteX7" fmla="*/ 1968701 w 6801150"/>
              <a:gd name="connsiteY7" fmla="*/ 0 h 5219317"/>
              <a:gd name="connsiteX8" fmla="*/ 4380628 w 6801150"/>
              <a:gd name="connsiteY8" fmla="*/ 717784 h 5219317"/>
              <a:gd name="connsiteX9" fmla="*/ 4970416 w 6801150"/>
              <a:gd name="connsiteY9" fmla="*/ 58673 h 5219317"/>
              <a:gd name="connsiteX0" fmla="*/ 4970416 w 6805538"/>
              <a:gd name="connsiteY0" fmla="*/ 58673 h 5688185"/>
              <a:gd name="connsiteX1" fmla="*/ 6797992 w 6805538"/>
              <a:gd name="connsiteY1" fmla="*/ 603832 h 5688185"/>
              <a:gd name="connsiteX2" fmla="*/ 6804843 w 6805538"/>
              <a:gd name="connsiteY2" fmla="*/ 5506337 h 5688185"/>
              <a:gd name="connsiteX3" fmla="*/ 4025173 w 6805538"/>
              <a:gd name="connsiteY3" fmla="*/ 4946036 h 5688185"/>
              <a:gd name="connsiteX4" fmla="*/ 2784851 w 6805538"/>
              <a:gd name="connsiteY4" fmla="*/ 4833363 h 5688185"/>
              <a:gd name="connsiteX5" fmla="*/ 0 w 6805538"/>
              <a:gd name="connsiteY5" fmla="*/ 3729586 h 5688185"/>
              <a:gd name="connsiteX6" fmla="*/ 1100787 w 6805538"/>
              <a:gd name="connsiteY6" fmla="*/ 978371 h 5688185"/>
              <a:gd name="connsiteX7" fmla="*/ 1968701 w 6805538"/>
              <a:gd name="connsiteY7" fmla="*/ 0 h 5688185"/>
              <a:gd name="connsiteX8" fmla="*/ 4380628 w 6805538"/>
              <a:gd name="connsiteY8" fmla="*/ 717784 h 5688185"/>
              <a:gd name="connsiteX9" fmla="*/ 4970416 w 6805538"/>
              <a:gd name="connsiteY9" fmla="*/ 58673 h 5688185"/>
              <a:gd name="connsiteX0" fmla="*/ 4970416 w 6805538"/>
              <a:gd name="connsiteY0" fmla="*/ 58673 h 5749538"/>
              <a:gd name="connsiteX1" fmla="*/ 6797992 w 6805538"/>
              <a:gd name="connsiteY1" fmla="*/ 603832 h 5749538"/>
              <a:gd name="connsiteX2" fmla="*/ 6804843 w 6805538"/>
              <a:gd name="connsiteY2" fmla="*/ 5506337 h 5749538"/>
              <a:gd name="connsiteX3" fmla="*/ 2932018 w 6805538"/>
              <a:gd name="connsiteY3" fmla="*/ 5537302 h 5749538"/>
              <a:gd name="connsiteX4" fmla="*/ 2784851 w 6805538"/>
              <a:gd name="connsiteY4" fmla="*/ 4833363 h 5749538"/>
              <a:gd name="connsiteX5" fmla="*/ 0 w 6805538"/>
              <a:gd name="connsiteY5" fmla="*/ 3729586 h 5749538"/>
              <a:gd name="connsiteX6" fmla="*/ 1100787 w 6805538"/>
              <a:gd name="connsiteY6" fmla="*/ 978371 h 5749538"/>
              <a:gd name="connsiteX7" fmla="*/ 1968701 w 6805538"/>
              <a:gd name="connsiteY7" fmla="*/ 0 h 5749538"/>
              <a:gd name="connsiteX8" fmla="*/ 4380628 w 6805538"/>
              <a:gd name="connsiteY8" fmla="*/ 717784 h 5749538"/>
              <a:gd name="connsiteX9" fmla="*/ 4970416 w 6805538"/>
              <a:gd name="connsiteY9" fmla="*/ 58673 h 5749538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766266"/>
              <a:gd name="connsiteX1" fmla="*/ 6797992 w 6805538"/>
              <a:gd name="connsiteY1" fmla="*/ 603832 h 5766266"/>
              <a:gd name="connsiteX2" fmla="*/ 6804843 w 6805538"/>
              <a:gd name="connsiteY2" fmla="*/ 5506337 h 5766266"/>
              <a:gd name="connsiteX3" fmla="*/ 2932018 w 6805538"/>
              <a:gd name="connsiteY3" fmla="*/ 5537302 h 5766266"/>
              <a:gd name="connsiteX4" fmla="*/ 2784851 w 6805538"/>
              <a:gd name="connsiteY4" fmla="*/ 4833363 h 5766266"/>
              <a:gd name="connsiteX5" fmla="*/ 0 w 6805538"/>
              <a:gd name="connsiteY5" fmla="*/ 3729586 h 5766266"/>
              <a:gd name="connsiteX6" fmla="*/ 1100787 w 6805538"/>
              <a:gd name="connsiteY6" fmla="*/ 978371 h 5766266"/>
              <a:gd name="connsiteX7" fmla="*/ 1968701 w 6805538"/>
              <a:gd name="connsiteY7" fmla="*/ 0 h 5766266"/>
              <a:gd name="connsiteX8" fmla="*/ 4380628 w 6805538"/>
              <a:gd name="connsiteY8" fmla="*/ 717784 h 5766266"/>
              <a:gd name="connsiteX9" fmla="*/ 4970416 w 6805538"/>
              <a:gd name="connsiteY9" fmla="*/ 58673 h 5766266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37302"/>
              <a:gd name="connsiteX1" fmla="*/ 6797992 w 6805538"/>
              <a:gd name="connsiteY1" fmla="*/ 603832 h 5537302"/>
              <a:gd name="connsiteX2" fmla="*/ 6804843 w 6805538"/>
              <a:gd name="connsiteY2" fmla="*/ 5506337 h 5537302"/>
              <a:gd name="connsiteX3" fmla="*/ 2932018 w 6805538"/>
              <a:gd name="connsiteY3" fmla="*/ 5537302 h 5537302"/>
              <a:gd name="connsiteX4" fmla="*/ 2784851 w 6805538"/>
              <a:gd name="connsiteY4" fmla="*/ 4833363 h 5537302"/>
              <a:gd name="connsiteX5" fmla="*/ 0 w 6805538"/>
              <a:gd name="connsiteY5" fmla="*/ 3729586 h 5537302"/>
              <a:gd name="connsiteX6" fmla="*/ 1100787 w 6805538"/>
              <a:gd name="connsiteY6" fmla="*/ 978371 h 5537302"/>
              <a:gd name="connsiteX7" fmla="*/ 1968701 w 6805538"/>
              <a:gd name="connsiteY7" fmla="*/ 0 h 5537302"/>
              <a:gd name="connsiteX8" fmla="*/ 4380628 w 6805538"/>
              <a:gd name="connsiteY8" fmla="*/ 717784 h 5537302"/>
              <a:gd name="connsiteX9" fmla="*/ 4970416 w 6805538"/>
              <a:gd name="connsiteY9" fmla="*/ 58673 h 5537302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5538"/>
              <a:gd name="connsiteY0" fmla="*/ 58673 h 5527777"/>
              <a:gd name="connsiteX1" fmla="*/ 6797992 w 6805538"/>
              <a:gd name="connsiteY1" fmla="*/ 603832 h 5527777"/>
              <a:gd name="connsiteX2" fmla="*/ 6804843 w 6805538"/>
              <a:gd name="connsiteY2" fmla="*/ 5506337 h 5527777"/>
              <a:gd name="connsiteX3" fmla="*/ 2928843 w 6805538"/>
              <a:gd name="connsiteY3" fmla="*/ 5527777 h 5527777"/>
              <a:gd name="connsiteX4" fmla="*/ 2784851 w 6805538"/>
              <a:gd name="connsiteY4" fmla="*/ 4833363 h 5527777"/>
              <a:gd name="connsiteX5" fmla="*/ 0 w 6805538"/>
              <a:gd name="connsiteY5" fmla="*/ 3729586 h 5527777"/>
              <a:gd name="connsiteX6" fmla="*/ 1100787 w 6805538"/>
              <a:gd name="connsiteY6" fmla="*/ 978371 h 5527777"/>
              <a:gd name="connsiteX7" fmla="*/ 1968701 w 6805538"/>
              <a:gd name="connsiteY7" fmla="*/ 0 h 5527777"/>
              <a:gd name="connsiteX8" fmla="*/ 4380628 w 6805538"/>
              <a:gd name="connsiteY8" fmla="*/ 717784 h 5527777"/>
              <a:gd name="connsiteX9" fmla="*/ 4970416 w 6805538"/>
              <a:gd name="connsiteY9" fmla="*/ 58673 h 552777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803015"/>
              <a:gd name="connsiteY0" fmla="*/ 58673 h 5531737"/>
              <a:gd name="connsiteX1" fmla="*/ 6797992 w 6803015"/>
              <a:gd name="connsiteY1" fmla="*/ 603832 h 5531737"/>
              <a:gd name="connsiteX2" fmla="*/ 6801668 w 6803015"/>
              <a:gd name="connsiteY2" fmla="*/ 5531737 h 5531737"/>
              <a:gd name="connsiteX3" fmla="*/ 2928843 w 6803015"/>
              <a:gd name="connsiteY3" fmla="*/ 5527777 h 5531737"/>
              <a:gd name="connsiteX4" fmla="*/ 2784851 w 6803015"/>
              <a:gd name="connsiteY4" fmla="*/ 4833363 h 5531737"/>
              <a:gd name="connsiteX5" fmla="*/ 0 w 6803015"/>
              <a:gd name="connsiteY5" fmla="*/ 3729586 h 5531737"/>
              <a:gd name="connsiteX6" fmla="*/ 1100787 w 6803015"/>
              <a:gd name="connsiteY6" fmla="*/ 978371 h 5531737"/>
              <a:gd name="connsiteX7" fmla="*/ 1968701 w 6803015"/>
              <a:gd name="connsiteY7" fmla="*/ 0 h 5531737"/>
              <a:gd name="connsiteX8" fmla="*/ 4380628 w 6803015"/>
              <a:gd name="connsiteY8" fmla="*/ 717784 h 5531737"/>
              <a:gd name="connsiteX9" fmla="*/ 4970416 w 6803015"/>
              <a:gd name="connsiteY9" fmla="*/ 58673 h 5531737"/>
              <a:gd name="connsiteX0" fmla="*/ 4970416 w 6972326"/>
              <a:gd name="connsiteY0" fmla="*/ 58673 h 5531737"/>
              <a:gd name="connsiteX1" fmla="*/ 6797992 w 6972326"/>
              <a:gd name="connsiteY1" fmla="*/ 603832 h 5531737"/>
              <a:gd name="connsiteX2" fmla="*/ 6801668 w 6972326"/>
              <a:gd name="connsiteY2" fmla="*/ 5531737 h 5531737"/>
              <a:gd name="connsiteX3" fmla="*/ 2928843 w 6972326"/>
              <a:gd name="connsiteY3" fmla="*/ 5527777 h 5531737"/>
              <a:gd name="connsiteX4" fmla="*/ 2784851 w 6972326"/>
              <a:gd name="connsiteY4" fmla="*/ 4833363 h 5531737"/>
              <a:gd name="connsiteX5" fmla="*/ 0 w 6972326"/>
              <a:gd name="connsiteY5" fmla="*/ 3729586 h 5531737"/>
              <a:gd name="connsiteX6" fmla="*/ 1100787 w 6972326"/>
              <a:gd name="connsiteY6" fmla="*/ 978371 h 5531737"/>
              <a:gd name="connsiteX7" fmla="*/ 1968701 w 6972326"/>
              <a:gd name="connsiteY7" fmla="*/ 0 h 5531737"/>
              <a:gd name="connsiteX8" fmla="*/ 4380628 w 6972326"/>
              <a:gd name="connsiteY8" fmla="*/ 717784 h 5531737"/>
              <a:gd name="connsiteX9" fmla="*/ 4970416 w 6972326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801668"/>
              <a:gd name="connsiteY0" fmla="*/ 58673 h 5531737"/>
              <a:gd name="connsiteX1" fmla="*/ 6797992 w 6801668"/>
              <a:gd name="connsiteY1" fmla="*/ 603832 h 5531737"/>
              <a:gd name="connsiteX2" fmla="*/ 6801668 w 6801668"/>
              <a:gd name="connsiteY2" fmla="*/ 5531737 h 5531737"/>
              <a:gd name="connsiteX3" fmla="*/ 2928843 w 6801668"/>
              <a:gd name="connsiteY3" fmla="*/ 5527777 h 5531737"/>
              <a:gd name="connsiteX4" fmla="*/ 2784851 w 6801668"/>
              <a:gd name="connsiteY4" fmla="*/ 4833363 h 5531737"/>
              <a:gd name="connsiteX5" fmla="*/ 0 w 6801668"/>
              <a:gd name="connsiteY5" fmla="*/ 3729586 h 5531737"/>
              <a:gd name="connsiteX6" fmla="*/ 1100787 w 6801668"/>
              <a:gd name="connsiteY6" fmla="*/ 978371 h 5531737"/>
              <a:gd name="connsiteX7" fmla="*/ 1968701 w 6801668"/>
              <a:gd name="connsiteY7" fmla="*/ 0 h 5531737"/>
              <a:gd name="connsiteX8" fmla="*/ 4380628 w 6801668"/>
              <a:gd name="connsiteY8" fmla="*/ 717784 h 5531737"/>
              <a:gd name="connsiteX9" fmla="*/ 4970416 w 6801668"/>
              <a:gd name="connsiteY9" fmla="*/ 58673 h 5531737"/>
              <a:gd name="connsiteX0" fmla="*/ 4970416 w 6798007"/>
              <a:gd name="connsiteY0" fmla="*/ 58673 h 5531737"/>
              <a:gd name="connsiteX1" fmla="*/ 6797992 w 6798007"/>
              <a:gd name="connsiteY1" fmla="*/ 603832 h 5531737"/>
              <a:gd name="connsiteX2" fmla="*/ 6453939 w 6798007"/>
              <a:gd name="connsiteY2" fmla="*/ 5531737 h 5531737"/>
              <a:gd name="connsiteX3" fmla="*/ 2928843 w 6798007"/>
              <a:gd name="connsiteY3" fmla="*/ 5527777 h 5531737"/>
              <a:gd name="connsiteX4" fmla="*/ 2784851 w 6798007"/>
              <a:gd name="connsiteY4" fmla="*/ 4833363 h 5531737"/>
              <a:gd name="connsiteX5" fmla="*/ 0 w 6798007"/>
              <a:gd name="connsiteY5" fmla="*/ 3729586 h 5531737"/>
              <a:gd name="connsiteX6" fmla="*/ 1100787 w 6798007"/>
              <a:gd name="connsiteY6" fmla="*/ 978371 h 5531737"/>
              <a:gd name="connsiteX7" fmla="*/ 1968701 w 6798007"/>
              <a:gd name="connsiteY7" fmla="*/ 0 h 5531737"/>
              <a:gd name="connsiteX8" fmla="*/ 4380628 w 6798007"/>
              <a:gd name="connsiteY8" fmla="*/ 717784 h 5531737"/>
              <a:gd name="connsiteX9" fmla="*/ 4970416 w 6798007"/>
              <a:gd name="connsiteY9" fmla="*/ 58673 h 5531737"/>
              <a:gd name="connsiteX0" fmla="*/ 4970416 w 6798007"/>
              <a:gd name="connsiteY0" fmla="*/ 58673 h 5532070"/>
              <a:gd name="connsiteX1" fmla="*/ 6797992 w 6798007"/>
              <a:gd name="connsiteY1" fmla="*/ 603832 h 5532070"/>
              <a:gd name="connsiteX2" fmla="*/ 6453939 w 6798007"/>
              <a:gd name="connsiteY2" fmla="*/ 5531737 h 5532070"/>
              <a:gd name="connsiteX3" fmla="*/ 22511 w 6798007"/>
              <a:gd name="connsiteY3" fmla="*/ 5532070 h 5532070"/>
              <a:gd name="connsiteX4" fmla="*/ 2784851 w 6798007"/>
              <a:gd name="connsiteY4" fmla="*/ 4833363 h 5532070"/>
              <a:gd name="connsiteX5" fmla="*/ 0 w 6798007"/>
              <a:gd name="connsiteY5" fmla="*/ 3729586 h 5532070"/>
              <a:gd name="connsiteX6" fmla="*/ 1100787 w 6798007"/>
              <a:gd name="connsiteY6" fmla="*/ 978371 h 5532070"/>
              <a:gd name="connsiteX7" fmla="*/ 1968701 w 6798007"/>
              <a:gd name="connsiteY7" fmla="*/ 0 h 5532070"/>
              <a:gd name="connsiteX8" fmla="*/ 4380628 w 6798007"/>
              <a:gd name="connsiteY8" fmla="*/ 717784 h 5532070"/>
              <a:gd name="connsiteX9" fmla="*/ 4970416 w 6798007"/>
              <a:gd name="connsiteY9" fmla="*/ 58673 h 5532070"/>
              <a:gd name="connsiteX0" fmla="*/ 4970416 w 6798007"/>
              <a:gd name="connsiteY0" fmla="*/ 58673 h 5532070"/>
              <a:gd name="connsiteX1" fmla="*/ 6797992 w 6798007"/>
              <a:gd name="connsiteY1" fmla="*/ 603832 h 5532070"/>
              <a:gd name="connsiteX2" fmla="*/ 6453939 w 6798007"/>
              <a:gd name="connsiteY2" fmla="*/ 5531737 h 5532070"/>
              <a:gd name="connsiteX3" fmla="*/ 22511 w 6798007"/>
              <a:gd name="connsiteY3" fmla="*/ 5532070 h 5532070"/>
              <a:gd name="connsiteX4" fmla="*/ 243420 w 6798007"/>
              <a:gd name="connsiteY4" fmla="*/ 3996237 h 5532070"/>
              <a:gd name="connsiteX5" fmla="*/ 0 w 6798007"/>
              <a:gd name="connsiteY5" fmla="*/ 3729586 h 5532070"/>
              <a:gd name="connsiteX6" fmla="*/ 1100787 w 6798007"/>
              <a:gd name="connsiteY6" fmla="*/ 978371 h 5532070"/>
              <a:gd name="connsiteX7" fmla="*/ 1968701 w 6798007"/>
              <a:gd name="connsiteY7" fmla="*/ 0 h 5532070"/>
              <a:gd name="connsiteX8" fmla="*/ 4380628 w 6798007"/>
              <a:gd name="connsiteY8" fmla="*/ 717784 h 5532070"/>
              <a:gd name="connsiteX9" fmla="*/ 4970416 w 6798007"/>
              <a:gd name="connsiteY9" fmla="*/ 58673 h 5532070"/>
              <a:gd name="connsiteX0" fmla="*/ 4957172 w 6784763"/>
              <a:gd name="connsiteY0" fmla="*/ 58673 h 5532070"/>
              <a:gd name="connsiteX1" fmla="*/ 6784748 w 6784763"/>
              <a:gd name="connsiteY1" fmla="*/ 603832 h 5532070"/>
              <a:gd name="connsiteX2" fmla="*/ 6440695 w 6784763"/>
              <a:gd name="connsiteY2" fmla="*/ 5531737 h 5532070"/>
              <a:gd name="connsiteX3" fmla="*/ 9267 w 6784763"/>
              <a:gd name="connsiteY3" fmla="*/ 5532070 h 5532070"/>
              <a:gd name="connsiteX4" fmla="*/ 230176 w 6784763"/>
              <a:gd name="connsiteY4" fmla="*/ 3996237 h 5532070"/>
              <a:gd name="connsiteX5" fmla="*/ 480447 w 6784763"/>
              <a:gd name="connsiteY5" fmla="*/ 1565936 h 5532070"/>
              <a:gd name="connsiteX6" fmla="*/ 1087543 w 6784763"/>
              <a:gd name="connsiteY6" fmla="*/ 978371 h 5532070"/>
              <a:gd name="connsiteX7" fmla="*/ 1955457 w 6784763"/>
              <a:gd name="connsiteY7" fmla="*/ 0 h 5532070"/>
              <a:gd name="connsiteX8" fmla="*/ 4367384 w 6784763"/>
              <a:gd name="connsiteY8" fmla="*/ 717784 h 5532070"/>
              <a:gd name="connsiteX9" fmla="*/ 4957172 w 6784763"/>
              <a:gd name="connsiteY9" fmla="*/ 58673 h 5532070"/>
              <a:gd name="connsiteX0" fmla="*/ 4957920 w 6785511"/>
              <a:gd name="connsiteY0" fmla="*/ 58673 h 5532070"/>
              <a:gd name="connsiteX1" fmla="*/ 6785496 w 6785511"/>
              <a:gd name="connsiteY1" fmla="*/ 603832 h 5532070"/>
              <a:gd name="connsiteX2" fmla="*/ 6441443 w 6785511"/>
              <a:gd name="connsiteY2" fmla="*/ 5531737 h 5532070"/>
              <a:gd name="connsiteX3" fmla="*/ 10015 w 6785511"/>
              <a:gd name="connsiteY3" fmla="*/ 5532070 h 5532070"/>
              <a:gd name="connsiteX4" fmla="*/ 200873 w 6785511"/>
              <a:gd name="connsiteY4" fmla="*/ 2030062 h 5532070"/>
              <a:gd name="connsiteX5" fmla="*/ 481195 w 6785511"/>
              <a:gd name="connsiteY5" fmla="*/ 1565936 h 5532070"/>
              <a:gd name="connsiteX6" fmla="*/ 1088291 w 6785511"/>
              <a:gd name="connsiteY6" fmla="*/ 978371 h 5532070"/>
              <a:gd name="connsiteX7" fmla="*/ 1956205 w 6785511"/>
              <a:gd name="connsiteY7" fmla="*/ 0 h 5532070"/>
              <a:gd name="connsiteX8" fmla="*/ 4368132 w 6785511"/>
              <a:gd name="connsiteY8" fmla="*/ 717784 h 5532070"/>
              <a:gd name="connsiteX9" fmla="*/ 4957920 w 6785511"/>
              <a:gd name="connsiteY9" fmla="*/ 58673 h 5532070"/>
              <a:gd name="connsiteX0" fmla="*/ 4962240 w 6789831"/>
              <a:gd name="connsiteY0" fmla="*/ 58673 h 5532070"/>
              <a:gd name="connsiteX1" fmla="*/ 6789816 w 6789831"/>
              <a:gd name="connsiteY1" fmla="*/ 603832 h 5532070"/>
              <a:gd name="connsiteX2" fmla="*/ 6445763 w 6789831"/>
              <a:gd name="connsiteY2" fmla="*/ 5531737 h 5532070"/>
              <a:gd name="connsiteX3" fmla="*/ 14335 w 6789831"/>
              <a:gd name="connsiteY3" fmla="*/ 5532070 h 5532070"/>
              <a:gd name="connsiteX4" fmla="*/ 93576 w 6789831"/>
              <a:gd name="connsiteY4" fmla="*/ 1141420 h 5532070"/>
              <a:gd name="connsiteX5" fmla="*/ 485515 w 6789831"/>
              <a:gd name="connsiteY5" fmla="*/ 1565936 h 5532070"/>
              <a:gd name="connsiteX6" fmla="*/ 1092611 w 6789831"/>
              <a:gd name="connsiteY6" fmla="*/ 978371 h 5532070"/>
              <a:gd name="connsiteX7" fmla="*/ 1960525 w 6789831"/>
              <a:gd name="connsiteY7" fmla="*/ 0 h 5532070"/>
              <a:gd name="connsiteX8" fmla="*/ 4372452 w 6789831"/>
              <a:gd name="connsiteY8" fmla="*/ 717784 h 5532070"/>
              <a:gd name="connsiteX9" fmla="*/ 4962240 w 6789831"/>
              <a:gd name="connsiteY9" fmla="*/ 58673 h 5532070"/>
              <a:gd name="connsiteX0" fmla="*/ 4967054 w 6794645"/>
              <a:gd name="connsiteY0" fmla="*/ 58673 h 5532070"/>
              <a:gd name="connsiteX1" fmla="*/ 6794630 w 6794645"/>
              <a:gd name="connsiteY1" fmla="*/ 603832 h 5532070"/>
              <a:gd name="connsiteX2" fmla="*/ 6450577 w 6794645"/>
              <a:gd name="connsiteY2" fmla="*/ 5531737 h 5532070"/>
              <a:gd name="connsiteX3" fmla="*/ 19149 w 6794645"/>
              <a:gd name="connsiteY3" fmla="*/ 5532070 h 5532070"/>
              <a:gd name="connsiteX4" fmla="*/ 33996 w 6794645"/>
              <a:gd name="connsiteY4" fmla="*/ 1192935 h 5532070"/>
              <a:gd name="connsiteX5" fmla="*/ 490329 w 6794645"/>
              <a:gd name="connsiteY5" fmla="*/ 1565936 h 5532070"/>
              <a:gd name="connsiteX6" fmla="*/ 1097425 w 6794645"/>
              <a:gd name="connsiteY6" fmla="*/ 978371 h 5532070"/>
              <a:gd name="connsiteX7" fmla="*/ 1965339 w 6794645"/>
              <a:gd name="connsiteY7" fmla="*/ 0 h 5532070"/>
              <a:gd name="connsiteX8" fmla="*/ 4377266 w 6794645"/>
              <a:gd name="connsiteY8" fmla="*/ 717784 h 5532070"/>
              <a:gd name="connsiteX9" fmla="*/ 4967054 w 6794645"/>
              <a:gd name="connsiteY9" fmla="*/ 58673 h 5532070"/>
              <a:gd name="connsiteX0" fmla="*/ 4967054 w 6794645"/>
              <a:gd name="connsiteY0" fmla="*/ 58673 h 5532070"/>
              <a:gd name="connsiteX1" fmla="*/ 6794630 w 6794645"/>
              <a:gd name="connsiteY1" fmla="*/ 603832 h 5532070"/>
              <a:gd name="connsiteX2" fmla="*/ 6450577 w 6794645"/>
              <a:gd name="connsiteY2" fmla="*/ 5531737 h 5532070"/>
              <a:gd name="connsiteX3" fmla="*/ 19149 w 6794645"/>
              <a:gd name="connsiteY3" fmla="*/ 5532070 h 5532070"/>
              <a:gd name="connsiteX4" fmla="*/ 33996 w 6794645"/>
              <a:gd name="connsiteY4" fmla="*/ 1192935 h 5532070"/>
              <a:gd name="connsiteX5" fmla="*/ 752200 w 6794645"/>
              <a:gd name="connsiteY5" fmla="*/ 720224 h 5532070"/>
              <a:gd name="connsiteX6" fmla="*/ 1097425 w 6794645"/>
              <a:gd name="connsiteY6" fmla="*/ 978371 h 5532070"/>
              <a:gd name="connsiteX7" fmla="*/ 1965339 w 6794645"/>
              <a:gd name="connsiteY7" fmla="*/ 0 h 5532070"/>
              <a:gd name="connsiteX8" fmla="*/ 4377266 w 6794645"/>
              <a:gd name="connsiteY8" fmla="*/ 717784 h 5532070"/>
              <a:gd name="connsiteX9" fmla="*/ 4967054 w 6794645"/>
              <a:gd name="connsiteY9" fmla="*/ 58673 h 5532070"/>
              <a:gd name="connsiteX0" fmla="*/ 4967054 w 6794645"/>
              <a:gd name="connsiteY0" fmla="*/ 0 h 5473397"/>
              <a:gd name="connsiteX1" fmla="*/ 6794630 w 6794645"/>
              <a:gd name="connsiteY1" fmla="*/ 545159 h 5473397"/>
              <a:gd name="connsiteX2" fmla="*/ 6450577 w 6794645"/>
              <a:gd name="connsiteY2" fmla="*/ 5473064 h 5473397"/>
              <a:gd name="connsiteX3" fmla="*/ 19149 w 6794645"/>
              <a:gd name="connsiteY3" fmla="*/ 5473397 h 5473397"/>
              <a:gd name="connsiteX4" fmla="*/ 33996 w 6794645"/>
              <a:gd name="connsiteY4" fmla="*/ 1134262 h 5473397"/>
              <a:gd name="connsiteX5" fmla="*/ 752200 w 6794645"/>
              <a:gd name="connsiteY5" fmla="*/ 661551 h 5473397"/>
              <a:gd name="connsiteX6" fmla="*/ 1097425 w 6794645"/>
              <a:gd name="connsiteY6" fmla="*/ 919698 h 5473397"/>
              <a:gd name="connsiteX7" fmla="*/ 4077474 w 6794645"/>
              <a:gd name="connsiteY7" fmla="*/ 1783006 h 5473397"/>
              <a:gd name="connsiteX8" fmla="*/ 4377266 w 6794645"/>
              <a:gd name="connsiteY8" fmla="*/ 659111 h 5473397"/>
              <a:gd name="connsiteX9" fmla="*/ 4967054 w 6794645"/>
              <a:gd name="connsiteY9" fmla="*/ 0 h 5473397"/>
              <a:gd name="connsiteX0" fmla="*/ 4967054 w 6794645"/>
              <a:gd name="connsiteY0" fmla="*/ 61921 h 5535318"/>
              <a:gd name="connsiteX1" fmla="*/ 6794630 w 6794645"/>
              <a:gd name="connsiteY1" fmla="*/ 607080 h 5535318"/>
              <a:gd name="connsiteX2" fmla="*/ 6450577 w 6794645"/>
              <a:gd name="connsiteY2" fmla="*/ 5534985 h 5535318"/>
              <a:gd name="connsiteX3" fmla="*/ 19149 w 6794645"/>
              <a:gd name="connsiteY3" fmla="*/ 5535318 h 5535318"/>
              <a:gd name="connsiteX4" fmla="*/ 33996 w 6794645"/>
              <a:gd name="connsiteY4" fmla="*/ 1196183 h 5535318"/>
              <a:gd name="connsiteX5" fmla="*/ 752200 w 6794645"/>
              <a:gd name="connsiteY5" fmla="*/ 723472 h 5535318"/>
              <a:gd name="connsiteX6" fmla="*/ 3625977 w 6794645"/>
              <a:gd name="connsiteY6" fmla="*/ 45754 h 5535318"/>
              <a:gd name="connsiteX7" fmla="*/ 4077474 w 6794645"/>
              <a:gd name="connsiteY7" fmla="*/ 1844927 h 5535318"/>
              <a:gd name="connsiteX8" fmla="*/ 4377266 w 6794645"/>
              <a:gd name="connsiteY8" fmla="*/ 721032 h 5535318"/>
              <a:gd name="connsiteX9" fmla="*/ 4967054 w 6794645"/>
              <a:gd name="connsiteY9" fmla="*/ 61921 h 5535318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077474 w 6794645"/>
              <a:gd name="connsiteY7" fmla="*/ 1799173 h 5489564"/>
              <a:gd name="connsiteX8" fmla="*/ 4377266 w 6794645"/>
              <a:gd name="connsiteY8" fmla="*/ 675278 h 5489564"/>
              <a:gd name="connsiteX9" fmla="*/ 4967054 w 6794645"/>
              <a:gd name="connsiteY9" fmla="*/ 16167 h 5489564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305001 w 6794645"/>
              <a:gd name="connsiteY7" fmla="*/ 2919635 h 5489564"/>
              <a:gd name="connsiteX8" fmla="*/ 4377266 w 6794645"/>
              <a:gd name="connsiteY8" fmla="*/ 675278 h 5489564"/>
              <a:gd name="connsiteX9" fmla="*/ 4967054 w 6794645"/>
              <a:gd name="connsiteY9" fmla="*/ 16167 h 5489564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305001 w 6794645"/>
              <a:gd name="connsiteY7" fmla="*/ 2919635 h 5489564"/>
              <a:gd name="connsiteX8" fmla="*/ 4377266 w 6794645"/>
              <a:gd name="connsiteY8" fmla="*/ 675278 h 5489564"/>
              <a:gd name="connsiteX9" fmla="*/ 4967054 w 6794645"/>
              <a:gd name="connsiteY9" fmla="*/ 16167 h 5489564"/>
              <a:gd name="connsiteX0" fmla="*/ 4967054 w 6794645"/>
              <a:gd name="connsiteY0" fmla="*/ 16167 h 5489564"/>
              <a:gd name="connsiteX1" fmla="*/ 6794630 w 6794645"/>
              <a:gd name="connsiteY1" fmla="*/ 561326 h 5489564"/>
              <a:gd name="connsiteX2" fmla="*/ 6450577 w 6794645"/>
              <a:gd name="connsiteY2" fmla="*/ 5489231 h 5489564"/>
              <a:gd name="connsiteX3" fmla="*/ 19149 w 6794645"/>
              <a:gd name="connsiteY3" fmla="*/ 5489564 h 5489564"/>
              <a:gd name="connsiteX4" fmla="*/ 33996 w 6794645"/>
              <a:gd name="connsiteY4" fmla="*/ 1150429 h 5489564"/>
              <a:gd name="connsiteX5" fmla="*/ 752200 w 6794645"/>
              <a:gd name="connsiteY5" fmla="*/ 677718 h 5489564"/>
              <a:gd name="connsiteX6" fmla="*/ 3625977 w 6794645"/>
              <a:gd name="connsiteY6" fmla="*/ 0 h 5489564"/>
              <a:gd name="connsiteX7" fmla="*/ 4305001 w 6794645"/>
              <a:gd name="connsiteY7" fmla="*/ 2919635 h 5489564"/>
              <a:gd name="connsiteX8" fmla="*/ 6343441 w 6794645"/>
              <a:gd name="connsiteY8" fmla="*/ 3461408 h 5489564"/>
              <a:gd name="connsiteX9" fmla="*/ 4967054 w 6794645"/>
              <a:gd name="connsiteY9" fmla="*/ 16167 h 5489564"/>
              <a:gd name="connsiteX0" fmla="*/ 4967054 w 7019610"/>
              <a:gd name="connsiteY0" fmla="*/ 16167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6343441 w 7019610"/>
              <a:gd name="connsiteY8" fmla="*/ 3461408 h 5489564"/>
              <a:gd name="connsiteX9" fmla="*/ 4967054 w 7019610"/>
              <a:gd name="connsiteY9" fmla="*/ 16167 h 5489564"/>
              <a:gd name="connsiteX0" fmla="*/ 4967054 w 7019610"/>
              <a:gd name="connsiteY0" fmla="*/ 16167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4921041 w 7019610"/>
              <a:gd name="connsiteY8" fmla="*/ 3142094 h 5489564"/>
              <a:gd name="connsiteX9" fmla="*/ 4967054 w 7019610"/>
              <a:gd name="connsiteY9" fmla="*/ 16167 h 5489564"/>
              <a:gd name="connsiteX0" fmla="*/ 6229796 w 7019610"/>
              <a:gd name="connsiteY0" fmla="*/ 3630224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4921041 w 7019610"/>
              <a:gd name="connsiteY8" fmla="*/ 3142094 h 5489564"/>
              <a:gd name="connsiteX9" fmla="*/ 6229796 w 7019610"/>
              <a:gd name="connsiteY9" fmla="*/ 3630224 h 5489564"/>
              <a:gd name="connsiteX0" fmla="*/ 4921041 w 7019610"/>
              <a:gd name="connsiteY0" fmla="*/ 3142094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8" fmla="*/ 4921041 w 7019610"/>
              <a:gd name="connsiteY8" fmla="*/ 3142094 h 5489564"/>
              <a:gd name="connsiteX0" fmla="*/ 4305001 w 7019610"/>
              <a:gd name="connsiteY0" fmla="*/ 2919635 h 5489564"/>
              <a:gd name="connsiteX1" fmla="*/ 7019601 w 7019610"/>
              <a:gd name="connsiteY1" fmla="*/ 3935897 h 5489564"/>
              <a:gd name="connsiteX2" fmla="*/ 6450577 w 7019610"/>
              <a:gd name="connsiteY2" fmla="*/ 5489231 h 5489564"/>
              <a:gd name="connsiteX3" fmla="*/ 19149 w 7019610"/>
              <a:gd name="connsiteY3" fmla="*/ 5489564 h 5489564"/>
              <a:gd name="connsiteX4" fmla="*/ 33996 w 7019610"/>
              <a:gd name="connsiteY4" fmla="*/ 1150429 h 5489564"/>
              <a:gd name="connsiteX5" fmla="*/ 752200 w 7019610"/>
              <a:gd name="connsiteY5" fmla="*/ 677718 h 5489564"/>
              <a:gd name="connsiteX6" fmla="*/ 3625977 w 7019610"/>
              <a:gd name="connsiteY6" fmla="*/ 0 h 5489564"/>
              <a:gd name="connsiteX7" fmla="*/ 4305001 w 7019610"/>
              <a:gd name="connsiteY7" fmla="*/ 2919635 h 5489564"/>
              <a:gd name="connsiteX0" fmla="*/ 4305001 w 7019621"/>
              <a:gd name="connsiteY0" fmla="*/ 2919635 h 5489564"/>
              <a:gd name="connsiteX1" fmla="*/ 7019601 w 7019621"/>
              <a:gd name="connsiteY1" fmla="*/ 3935897 h 5489564"/>
              <a:gd name="connsiteX2" fmla="*/ 6450577 w 7019621"/>
              <a:gd name="connsiteY2" fmla="*/ 5489231 h 5489564"/>
              <a:gd name="connsiteX3" fmla="*/ 19149 w 7019621"/>
              <a:gd name="connsiteY3" fmla="*/ 5489564 h 5489564"/>
              <a:gd name="connsiteX4" fmla="*/ 33996 w 7019621"/>
              <a:gd name="connsiteY4" fmla="*/ 1150429 h 5489564"/>
              <a:gd name="connsiteX5" fmla="*/ 752200 w 7019621"/>
              <a:gd name="connsiteY5" fmla="*/ 677718 h 5489564"/>
              <a:gd name="connsiteX6" fmla="*/ 3625977 w 7019621"/>
              <a:gd name="connsiteY6" fmla="*/ 0 h 5489564"/>
              <a:gd name="connsiteX7" fmla="*/ 4305001 w 7019621"/>
              <a:gd name="connsiteY7" fmla="*/ 2919635 h 5489564"/>
              <a:gd name="connsiteX0" fmla="*/ 4305001 w 7046356"/>
              <a:gd name="connsiteY0" fmla="*/ 2919635 h 5489564"/>
              <a:gd name="connsiteX1" fmla="*/ 7046338 w 7046356"/>
              <a:gd name="connsiteY1" fmla="*/ 3935897 h 5489564"/>
              <a:gd name="connsiteX2" fmla="*/ 6450577 w 7046356"/>
              <a:gd name="connsiteY2" fmla="*/ 5489231 h 5489564"/>
              <a:gd name="connsiteX3" fmla="*/ 19149 w 7046356"/>
              <a:gd name="connsiteY3" fmla="*/ 5489564 h 5489564"/>
              <a:gd name="connsiteX4" fmla="*/ 33996 w 7046356"/>
              <a:gd name="connsiteY4" fmla="*/ 1150429 h 5489564"/>
              <a:gd name="connsiteX5" fmla="*/ 752200 w 7046356"/>
              <a:gd name="connsiteY5" fmla="*/ 677718 h 5489564"/>
              <a:gd name="connsiteX6" fmla="*/ 3625977 w 7046356"/>
              <a:gd name="connsiteY6" fmla="*/ 0 h 5489564"/>
              <a:gd name="connsiteX7" fmla="*/ 4305001 w 7046356"/>
              <a:gd name="connsiteY7" fmla="*/ 2919635 h 5489564"/>
              <a:gd name="connsiteX0" fmla="*/ 4305001 w 7046338"/>
              <a:gd name="connsiteY0" fmla="*/ 2919635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05001 w 7046338"/>
              <a:gd name="connsiteY7" fmla="*/ 2919635 h 5489564"/>
              <a:gd name="connsiteX0" fmla="*/ 4305001 w 7046338"/>
              <a:gd name="connsiteY0" fmla="*/ 2919635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05001 w 7046338"/>
              <a:gd name="connsiteY7" fmla="*/ 2919635 h 5489564"/>
              <a:gd name="connsiteX0" fmla="*/ 4454727 w 7046338"/>
              <a:gd name="connsiteY0" fmla="*/ 2882204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454727 w 7046338"/>
              <a:gd name="connsiteY7" fmla="*/ 2882204 h 5489564"/>
              <a:gd name="connsiteX0" fmla="*/ 4310348 w 7046338"/>
              <a:gd name="connsiteY0" fmla="*/ 2903593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10348 w 7046338"/>
              <a:gd name="connsiteY7" fmla="*/ 2903593 h 5489564"/>
              <a:gd name="connsiteX0" fmla="*/ 4310348 w 7046338"/>
              <a:gd name="connsiteY0" fmla="*/ 2903593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10348 w 7046338"/>
              <a:gd name="connsiteY7" fmla="*/ 2903593 h 5489564"/>
              <a:gd name="connsiteX0" fmla="*/ 4310348 w 7046338"/>
              <a:gd name="connsiteY0" fmla="*/ 2903593 h 5489564"/>
              <a:gd name="connsiteX1" fmla="*/ 7046338 w 7046338"/>
              <a:gd name="connsiteY1" fmla="*/ 3935897 h 5489564"/>
              <a:gd name="connsiteX2" fmla="*/ 6450577 w 7046338"/>
              <a:gd name="connsiteY2" fmla="*/ 5489231 h 5489564"/>
              <a:gd name="connsiteX3" fmla="*/ 19149 w 7046338"/>
              <a:gd name="connsiteY3" fmla="*/ 5489564 h 5489564"/>
              <a:gd name="connsiteX4" fmla="*/ 33996 w 7046338"/>
              <a:gd name="connsiteY4" fmla="*/ 1150429 h 5489564"/>
              <a:gd name="connsiteX5" fmla="*/ 752200 w 7046338"/>
              <a:gd name="connsiteY5" fmla="*/ 677718 h 5489564"/>
              <a:gd name="connsiteX6" fmla="*/ 3625977 w 7046338"/>
              <a:gd name="connsiteY6" fmla="*/ 0 h 5489564"/>
              <a:gd name="connsiteX7" fmla="*/ 4310348 w 7046338"/>
              <a:gd name="connsiteY7" fmla="*/ 2903593 h 5489564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10348 w 7046338"/>
              <a:gd name="connsiteY0" fmla="*/ 2908940 h 5494911"/>
              <a:gd name="connsiteX1" fmla="*/ 7046338 w 7046338"/>
              <a:gd name="connsiteY1" fmla="*/ 3941244 h 5494911"/>
              <a:gd name="connsiteX2" fmla="*/ 6450577 w 7046338"/>
              <a:gd name="connsiteY2" fmla="*/ 5494578 h 5494911"/>
              <a:gd name="connsiteX3" fmla="*/ 19149 w 7046338"/>
              <a:gd name="connsiteY3" fmla="*/ 5494911 h 5494911"/>
              <a:gd name="connsiteX4" fmla="*/ 33996 w 7046338"/>
              <a:gd name="connsiteY4" fmla="*/ 1155776 h 5494911"/>
              <a:gd name="connsiteX5" fmla="*/ 752200 w 7046338"/>
              <a:gd name="connsiteY5" fmla="*/ 683065 h 5494911"/>
              <a:gd name="connsiteX6" fmla="*/ 3652714 w 7046338"/>
              <a:gd name="connsiteY6" fmla="*/ 0 h 5494911"/>
              <a:gd name="connsiteX7" fmla="*/ 4310348 w 7046338"/>
              <a:gd name="connsiteY7" fmla="*/ 2908940 h 5494911"/>
              <a:gd name="connsiteX0" fmla="*/ 4321715 w 7057705"/>
              <a:gd name="connsiteY0" fmla="*/ 2908940 h 5494911"/>
              <a:gd name="connsiteX1" fmla="*/ 7057705 w 7057705"/>
              <a:gd name="connsiteY1" fmla="*/ 3941244 h 5494911"/>
              <a:gd name="connsiteX2" fmla="*/ 6461944 w 7057705"/>
              <a:gd name="connsiteY2" fmla="*/ 5494578 h 5494911"/>
              <a:gd name="connsiteX3" fmla="*/ 30516 w 7057705"/>
              <a:gd name="connsiteY3" fmla="*/ 5494911 h 5494911"/>
              <a:gd name="connsiteX4" fmla="*/ 45363 w 7057705"/>
              <a:gd name="connsiteY4" fmla="*/ 1155776 h 5494911"/>
              <a:gd name="connsiteX5" fmla="*/ 763567 w 7057705"/>
              <a:gd name="connsiteY5" fmla="*/ 683065 h 5494911"/>
              <a:gd name="connsiteX6" fmla="*/ 3664081 w 7057705"/>
              <a:gd name="connsiteY6" fmla="*/ 0 h 5494911"/>
              <a:gd name="connsiteX7" fmla="*/ 4321715 w 7057705"/>
              <a:gd name="connsiteY7" fmla="*/ 2908940 h 5494911"/>
              <a:gd name="connsiteX0" fmla="*/ 4291199 w 7027189"/>
              <a:gd name="connsiteY0" fmla="*/ 2908940 h 5494911"/>
              <a:gd name="connsiteX1" fmla="*/ 7027189 w 7027189"/>
              <a:gd name="connsiteY1" fmla="*/ 3941244 h 5494911"/>
              <a:gd name="connsiteX2" fmla="*/ 6431428 w 7027189"/>
              <a:gd name="connsiteY2" fmla="*/ 5494578 h 5494911"/>
              <a:gd name="connsiteX3" fmla="*/ 0 w 7027189"/>
              <a:gd name="connsiteY3" fmla="*/ 5494911 h 5494911"/>
              <a:gd name="connsiteX4" fmla="*/ 14847 w 7027189"/>
              <a:gd name="connsiteY4" fmla="*/ 1155776 h 5494911"/>
              <a:gd name="connsiteX5" fmla="*/ 733051 w 7027189"/>
              <a:gd name="connsiteY5" fmla="*/ 683065 h 5494911"/>
              <a:gd name="connsiteX6" fmla="*/ 3633565 w 7027189"/>
              <a:gd name="connsiteY6" fmla="*/ 0 h 5494911"/>
              <a:gd name="connsiteX7" fmla="*/ 4291199 w 7027189"/>
              <a:gd name="connsiteY7" fmla="*/ 2908940 h 5494911"/>
              <a:gd name="connsiteX0" fmla="*/ 4291199 w 7027189"/>
              <a:gd name="connsiteY0" fmla="*/ 2908940 h 5494911"/>
              <a:gd name="connsiteX1" fmla="*/ 7027189 w 7027189"/>
              <a:gd name="connsiteY1" fmla="*/ 3941244 h 5494911"/>
              <a:gd name="connsiteX2" fmla="*/ 6431428 w 7027189"/>
              <a:gd name="connsiteY2" fmla="*/ 5494578 h 5494911"/>
              <a:gd name="connsiteX3" fmla="*/ 0 w 7027189"/>
              <a:gd name="connsiteY3" fmla="*/ 5494911 h 5494911"/>
              <a:gd name="connsiteX4" fmla="*/ 10085 w 7027189"/>
              <a:gd name="connsiteY4" fmla="*/ 1160538 h 5494911"/>
              <a:gd name="connsiteX5" fmla="*/ 733051 w 7027189"/>
              <a:gd name="connsiteY5" fmla="*/ 683065 h 5494911"/>
              <a:gd name="connsiteX6" fmla="*/ 3633565 w 7027189"/>
              <a:gd name="connsiteY6" fmla="*/ 0 h 5494911"/>
              <a:gd name="connsiteX7" fmla="*/ 4291199 w 7027189"/>
              <a:gd name="connsiteY7" fmla="*/ 2908940 h 5494911"/>
              <a:gd name="connsiteX0" fmla="*/ 4291199 w 7027189"/>
              <a:gd name="connsiteY0" fmla="*/ 2918465 h 5504436"/>
              <a:gd name="connsiteX1" fmla="*/ 7027189 w 7027189"/>
              <a:gd name="connsiteY1" fmla="*/ 3950769 h 5504436"/>
              <a:gd name="connsiteX2" fmla="*/ 6431428 w 7027189"/>
              <a:gd name="connsiteY2" fmla="*/ 5504103 h 5504436"/>
              <a:gd name="connsiteX3" fmla="*/ 0 w 7027189"/>
              <a:gd name="connsiteY3" fmla="*/ 5504436 h 5504436"/>
              <a:gd name="connsiteX4" fmla="*/ 10085 w 7027189"/>
              <a:gd name="connsiteY4" fmla="*/ 1170063 h 5504436"/>
              <a:gd name="connsiteX5" fmla="*/ 733051 w 7027189"/>
              <a:gd name="connsiteY5" fmla="*/ 692590 h 5504436"/>
              <a:gd name="connsiteX6" fmla="*/ 3628802 w 7027189"/>
              <a:gd name="connsiteY6" fmla="*/ 0 h 5504436"/>
              <a:gd name="connsiteX7" fmla="*/ 4291199 w 7027189"/>
              <a:gd name="connsiteY7" fmla="*/ 2918465 h 5504436"/>
              <a:gd name="connsiteX0" fmla="*/ 4297096 w 7033086"/>
              <a:gd name="connsiteY0" fmla="*/ 2918465 h 5504436"/>
              <a:gd name="connsiteX1" fmla="*/ 7033086 w 7033086"/>
              <a:gd name="connsiteY1" fmla="*/ 3950769 h 5504436"/>
              <a:gd name="connsiteX2" fmla="*/ 6437325 w 7033086"/>
              <a:gd name="connsiteY2" fmla="*/ 5504103 h 5504436"/>
              <a:gd name="connsiteX3" fmla="*/ 5897 w 7033086"/>
              <a:gd name="connsiteY3" fmla="*/ 5504436 h 5504436"/>
              <a:gd name="connsiteX4" fmla="*/ 3950 w 7033086"/>
              <a:gd name="connsiteY4" fmla="*/ 1170063 h 5504436"/>
              <a:gd name="connsiteX5" fmla="*/ 738948 w 7033086"/>
              <a:gd name="connsiteY5" fmla="*/ 692590 h 5504436"/>
              <a:gd name="connsiteX6" fmla="*/ 3634699 w 7033086"/>
              <a:gd name="connsiteY6" fmla="*/ 0 h 5504436"/>
              <a:gd name="connsiteX7" fmla="*/ 4297096 w 7033086"/>
              <a:gd name="connsiteY7" fmla="*/ 2918465 h 550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3086" h="5504436">
                <a:moveTo>
                  <a:pt x="4297096" y="2918465"/>
                </a:moveTo>
                <a:lnTo>
                  <a:pt x="7033086" y="3950769"/>
                </a:lnTo>
                <a:cubicBezTo>
                  <a:pt x="6709595" y="4791061"/>
                  <a:pt x="6743311" y="4697492"/>
                  <a:pt x="6437325" y="5504103"/>
                </a:cubicBezTo>
                <a:lnTo>
                  <a:pt x="5897" y="5504436"/>
                </a:lnTo>
                <a:cubicBezTo>
                  <a:pt x="15461" y="3747304"/>
                  <a:pt x="-9186" y="2262068"/>
                  <a:pt x="3950" y="1170063"/>
                </a:cubicBezTo>
                <a:lnTo>
                  <a:pt x="738948" y="692590"/>
                </a:lnTo>
                <a:lnTo>
                  <a:pt x="3634699" y="0"/>
                </a:lnTo>
                <a:cubicBezTo>
                  <a:pt x="3941116" y="1350553"/>
                  <a:pt x="3981913" y="1520709"/>
                  <a:pt x="4297096" y="291846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bIns="1440000" anchor="b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FFC39-81B2-9C86-139C-26884B88173F}"/>
              </a:ext>
            </a:extLst>
          </p:cNvPr>
          <p:cNvCxnSpPr>
            <a:stCxn id="10" idx="5"/>
          </p:cNvCxnSpPr>
          <p:nvPr userDrawn="1"/>
        </p:nvCxnSpPr>
        <p:spPr>
          <a:xfrm flipV="1">
            <a:off x="725204" y="0"/>
            <a:ext cx="690276" cy="204871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7AEAC8-4210-DD3D-E267-CB8B6E74AE0E}"/>
              </a:ext>
            </a:extLst>
          </p:cNvPr>
          <p:cNvCxnSpPr>
            <a:cxnSpLocks/>
            <a:stCxn id="10" idx="6"/>
          </p:cNvCxnSpPr>
          <p:nvPr userDrawn="1"/>
        </p:nvCxnSpPr>
        <p:spPr>
          <a:xfrm flipH="1" flipV="1">
            <a:off x="1415480" y="-4368"/>
            <a:ext cx="2205475" cy="136049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E0EE21-EE31-00BD-D368-3928E37507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0955" y="0"/>
            <a:ext cx="1754965" cy="13578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04ECA1-48CF-6CB1-FBED-A73AB5111F23}"/>
              </a:ext>
            </a:extLst>
          </p:cNvPr>
          <p:cNvCxnSpPr>
            <a:cxnSpLocks/>
          </p:cNvCxnSpPr>
          <p:nvPr userDrawn="1"/>
        </p:nvCxnSpPr>
        <p:spPr>
          <a:xfrm flipV="1">
            <a:off x="7019342" y="3933056"/>
            <a:ext cx="5172658" cy="137209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B8C51-ACCC-7A02-61C4-A26C3D92EB80}"/>
              </a:ext>
            </a:extLst>
          </p:cNvPr>
          <p:cNvCxnSpPr>
            <a:cxnSpLocks/>
          </p:cNvCxnSpPr>
          <p:nvPr userDrawn="1"/>
        </p:nvCxnSpPr>
        <p:spPr>
          <a:xfrm>
            <a:off x="7019342" y="5305154"/>
            <a:ext cx="1164890" cy="155284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3C9613-4DFC-FB1C-43ED-AD682CD1C9FA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6" name="Hexagon 34">
            <a:extLst>
              <a:ext uri="{FF2B5EF4-FFF2-40B4-BE49-F238E27FC236}">
                <a16:creationId xmlns:a16="http://schemas.microsoft.com/office/drawing/2014/main" id="{06058658-6AE0-296C-9F5E-A6D7F3B8A483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585855-65F7-A122-C0B1-B1E5FE493F8F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2" name="Hexagon 34">
              <a:extLst>
                <a:ext uri="{FF2B5EF4-FFF2-40B4-BE49-F238E27FC236}">
                  <a16:creationId xmlns:a16="http://schemas.microsoft.com/office/drawing/2014/main" id="{C55073F6-A871-F30C-3201-A291321654A2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Hexagon 34">
              <a:extLst>
                <a:ext uri="{FF2B5EF4-FFF2-40B4-BE49-F238E27FC236}">
                  <a16:creationId xmlns:a16="http://schemas.microsoft.com/office/drawing/2014/main" id="{F3C33975-6C5F-3ECA-EEFB-C7F2D7022CFA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Hexagon 34">
              <a:extLst>
                <a:ext uri="{FF2B5EF4-FFF2-40B4-BE49-F238E27FC236}">
                  <a16:creationId xmlns:a16="http://schemas.microsoft.com/office/drawing/2014/main" id="{61CBFB77-70F0-B270-B8D9-FA22DC0D5C75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061717E-D2A8-5F8A-217E-9AB3B1B23B5E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7" name="Hexagon 34">
            <a:extLst>
              <a:ext uri="{FF2B5EF4-FFF2-40B4-BE49-F238E27FC236}">
                <a16:creationId xmlns:a16="http://schemas.microsoft.com/office/drawing/2014/main" id="{44D7E129-3159-3ABB-6AA1-F4EECA239B04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17D695D-80C0-450F-8FF8-9743F17A7464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9282AE67-C72F-0D95-29EF-DB73D8231452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Hexagon 34">
              <a:extLst>
                <a:ext uri="{FF2B5EF4-FFF2-40B4-BE49-F238E27FC236}">
                  <a16:creationId xmlns:a16="http://schemas.microsoft.com/office/drawing/2014/main" id="{E08CF1E1-A5A9-1F6B-8CA4-2961494BD255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Hexagon 34">
              <a:extLst>
                <a:ext uri="{FF2B5EF4-FFF2-40B4-BE49-F238E27FC236}">
                  <a16:creationId xmlns:a16="http://schemas.microsoft.com/office/drawing/2014/main" id="{F25DBC89-A340-47EC-3F84-3DB820738889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D8E0AE4-38B9-4855-9F2C-F6848A644678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25" name="Hexagon 34">
              <a:extLst>
                <a:ext uri="{FF2B5EF4-FFF2-40B4-BE49-F238E27FC236}">
                  <a16:creationId xmlns:a16="http://schemas.microsoft.com/office/drawing/2014/main" id="{D39ACB84-8D3E-83B8-B8C6-690E03C7C86D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Hexagon 34">
              <a:extLst>
                <a:ext uri="{FF2B5EF4-FFF2-40B4-BE49-F238E27FC236}">
                  <a16:creationId xmlns:a16="http://schemas.microsoft.com/office/drawing/2014/main" id="{888B20F0-8034-C951-9C9E-1D34206739A0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Hexagon 34">
              <a:extLst>
                <a:ext uri="{FF2B5EF4-FFF2-40B4-BE49-F238E27FC236}">
                  <a16:creationId xmlns:a16="http://schemas.microsoft.com/office/drawing/2014/main" id="{7652C51A-237D-B0BE-4748-46B1217A3BCD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Hexagon 34">
              <a:extLst>
                <a:ext uri="{FF2B5EF4-FFF2-40B4-BE49-F238E27FC236}">
                  <a16:creationId xmlns:a16="http://schemas.microsoft.com/office/drawing/2014/main" id="{DB94C7E4-EDCA-8A1F-6CC7-DE4F7E78277C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076A080-413C-5F9E-DBCD-44A0ADCF6D4C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75" name="Hexagon 34">
              <a:extLst>
                <a:ext uri="{FF2B5EF4-FFF2-40B4-BE49-F238E27FC236}">
                  <a16:creationId xmlns:a16="http://schemas.microsoft.com/office/drawing/2014/main" id="{CA2EC267-5496-A40B-79FA-0F6A8F164AC0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Hexagon 34">
              <a:extLst>
                <a:ext uri="{FF2B5EF4-FFF2-40B4-BE49-F238E27FC236}">
                  <a16:creationId xmlns:a16="http://schemas.microsoft.com/office/drawing/2014/main" id="{09897548-B302-1D36-60C2-818B725C866F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Hexagon 34">
              <a:extLst>
                <a:ext uri="{FF2B5EF4-FFF2-40B4-BE49-F238E27FC236}">
                  <a16:creationId xmlns:a16="http://schemas.microsoft.com/office/drawing/2014/main" id="{55E7E7EC-186A-3E41-6BDA-F7DFB47EB640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Hexagon 34">
              <a:extLst>
                <a:ext uri="{FF2B5EF4-FFF2-40B4-BE49-F238E27FC236}">
                  <a16:creationId xmlns:a16="http://schemas.microsoft.com/office/drawing/2014/main" id="{7FAAC047-6F77-6AE1-27BC-F39DBA1FD803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9" name="Hexagon 34">
            <a:extLst>
              <a:ext uri="{FF2B5EF4-FFF2-40B4-BE49-F238E27FC236}">
                <a16:creationId xmlns:a16="http://schemas.microsoft.com/office/drawing/2014/main" id="{35EE7EEA-8699-596C-4BAD-EB753D2FEB3C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7BA4E42-61AE-7618-4FC0-1F6C6C8CBEE0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81" name="Hexagon 34">
              <a:extLst>
                <a:ext uri="{FF2B5EF4-FFF2-40B4-BE49-F238E27FC236}">
                  <a16:creationId xmlns:a16="http://schemas.microsoft.com/office/drawing/2014/main" id="{914F5A14-6DD7-294D-6CBD-0135CB4AD2AF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A5F3AD54-2924-5FEF-8941-4A181324F846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23CCA51C-D2D8-116F-77C7-2DC925451198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FF01966-DDDC-590E-0674-BA1638A412DD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B0E26320-40FF-8D0F-51E1-37380F4DAA68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B870BF19-C565-5DAF-6DF4-D9DDE4411402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B57D800F-A3E3-9A9D-067D-B4FCE43B7670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E8EBE75-5E5D-BDFE-6C2E-706568580FA9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CC1DA744-FE80-9DDD-58F9-4F546D00400F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EC1EE34-D830-0CD9-B12E-915393D20ABB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1" name="Hexagon 34">
                <a:extLst>
                  <a:ext uri="{FF2B5EF4-FFF2-40B4-BE49-F238E27FC236}">
                    <a16:creationId xmlns:a16="http://schemas.microsoft.com/office/drawing/2014/main" id="{20D8AAF4-1E32-E9C7-0699-FA55E5DBBBA9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Hexagon 34">
                <a:extLst>
                  <a:ext uri="{FF2B5EF4-FFF2-40B4-BE49-F238E27FC236}">
                    <a16:creationId xmlns:a16="http://schemas.microsoft.com/office/drawing/2014/main" id="{1FCD61F6-C0A5-941C-2979-01837E939B1D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04D74CD3-3862-FBEB-BA1B-B16F40FC987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292A8ED-3E76-5E47-E29D-2DD49325D138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80940AC8-D93F-FC94-E236-9461215D2060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1FAFB52-A17F-10C5-C3C7-3245C24E331F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22C47483-FEA4-071A-09DF-A710014AB268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Hexagon 34">
                <a:extLst>
                  <a:ext uri="{FF2B5EF4-FFF2-40B4-BE49-F238E27FC236}">
                    <a16:creationId xmlns:a16="http://schemas.microsoft.com/office/drawing/2014/main" id="{0F3232F8-F4D2-D425-2B1B-9B2505A104D2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52B17A84-B5CF-AEB7-15B9-9E3E01CE609E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16844EC-6F10-D60F-EF9B-85537371C183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A446F53A-F322-FAD7-0F01-0296B233711F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8210B225-2090-635D-EABA-1F0C3083ADB3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439A7F57-DCEF-F405-4A42-1925D4E6BB88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Hexagon 34">
              <a:extLst>
                <a:ext uri="{FF2B5EF4-FFF2-40B4-BE49-F238E27FC236}">
                  <a16:creationId xmlns:a16="http://schemas.microsoft.com/office/drawing/2014/main" id="{E40F8FB3-3CC3-04B3-225D-C67B5D454DD0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DFC34DA-EAF0-34A0-192C-0ADA46612B0E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8F75439F-F7AE-BDDD-8BDB-46F1CDA4C375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D592E76D-7364-23B0-F282-AA393B061B98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F3B512F5-8293-AE7F-0389-244D83999F95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48E68871-A5E4-FEC1-7130-0B9C198BBF49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7E3E9A0D-47C8-622D-3018-7208EB72442B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E686955-5C29-10CC-09A2-6D8759D21AE0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0584A2F-F368-9BCD-8024-8693D03E836B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3" name="Right Brace 112">
            <a:extLst>
              <a:ext uri="{FF2B5EF4-FFF2-40B4-BE49-F238E27FC236}">
                <a16:creationId xmlns:a16="http://schemas.microsoft.com/office/drawing/2014/main" id="{A06349A5-9CD9-D998-B3E9-DF01A775E53B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1E21860-C573-92A4-5C9F-A9DE7D05665A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31A52D85-5EE8-A5C8-7F08-99EA172D0E51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1B53052-4E6F-2B3C-383A-8BA11EB03E51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0502A705-21E9-6728-6380-53F520044A67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7911343D-DCE3-E16A-4026-BEC94D58B293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66831DC9-D216-BFC0-489B-696D9840D889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CF862E3-B9DF-DBAB-7E3A-F12E9F0D8119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2478F08-3B66-619B-EA31-DD57C041A21E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125747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ark lines 3">
    <p:bg>
      <p:bgPr>
        <a:solidFill>
          <a:srgbClr val="1FA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ACBE76D-E7E7-F198-FEC3-2F74E880F8B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11" name="Espace réservé pour une image  6">
            <a:extLst>
              <a:ext uri="{FF2B5EF4-FFF2-40B4-BE49-F238E27FC236}">
                <a16:creationId xmlns:a16="http://schemas.microsoft.com/office/drawing/2014/main" id="{2C7FF228-6DB7-27BC-4AA4-C2397E1B4E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82850" y="1054318"/>
            <a:ext cx="7018116" cy="5809468"/>
          </a:xfrm>
          <a:custGeom>
            <a:avLst/>
            <a:gdLst>
              <a:gd name="connsiteX0" fmla="*/ 0 w 7005040"/>
              <a:gd name="connsiteY0" fmla="*/ 0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0 w 7005040"/>
              <a:gd name="connsiteY4" fmla="*/ 0 h 5809372"/>
              <a:gd name="connsiteX0" fmla="*/ 3810000 w 7005040"/>
              <a:gd name="connsiteY0" fmla="*/ 16934 h 5809372"/>
              <a:gd name="connsiteX1" fmla="*/ 7005040 w 7005040"/>
              <a:gd name="connsiteY1" fmla="*/ 0 h 5809372"/>
              <a:gd name="connsiteX2" fmla="*/ 7005040 w 7005040"/>
              <a:gd name="connsiteY2" fmla="*/ 5809372 h 5809372"/>
              <a:gd name="connsiteX3" fmla="*/ 0 w 7005040"/>
              <a:gd name="connsiteY3" fmla="*/ 5809372 h 5809372"/>
              <a:gd name="connsiteX4" fmla="*/ 3810000 w 7005040"/>
              <a:gd name="connsiteY4" fmla="*/ 16934 h 5809372"/>
              <a:gd name="connsiteX0" fmla="*/ 3810000 w 7005040"/>
              <a:gd name="connsiteY0" fmla="*/ 0 h 5792438"/>
              <a:gd name="connsiteX1" fmla="*/ 6835707 w 7005040"/>
              <a:gd name="connsiteY1" fmla="*/ 558799 h 5792438"/>
              <a:gd name="connsiteX2" fmla="*/ 7005040 w 7005040"/>
              <a:gd name="connsiteY2" fmla="*/ 5792438 h 5792438"/>
              <a:gd name="connsiteX3" fmla="*/ 0 w 7005040"/>
              <a:gd name="connsiteY3" fmla="*/ 5792438 h 5792438"/>
              <a:gd name="connsiteX4" fmla="*/ 3810000 w 7005040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810000 w 6835707"/>
              <a:gd name="connsiteY4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2949007 w 6835707"/>
              <a:gd name="connsiteY4" fmla="*/ 983371 h 5792438"/>
              <a:gd name="connsiteX5" fmla="*/ 3810000 w 6835707"/>
              <a:gd name="connsiteY5" fmla="*/ 0 h 5792438"/>
              <a:gd name="connsiteX0" fmla="*/ 3810000 w 6835707"/>
              <a:gd name="connsiteY0" fmla="*/ 0 h 5792438"/>
              <a:gd name="connsiteX1" fmla="*/ 6835707 w 6835707"/>
              <a:gd name="connsiteY1" fmla="*/ 558799 h 5792438"/>
              <a:gd name="connsiteX2" fmla="*/ 6835707 w 6835707"/>
              <a:gd name="connsiteY2" fmla="*/ 5775505 h 5792438"/>
              <a:gd name="connsiteX3" fmla="*/ 0 w 6835707"/>
              <a:gd name="connsiteY3" fmla="*/ 5792438 h 5792438"/>
              <a:gd name="connsiteX4" fmla="*/ 3068928 w 6835707"/>
              <a:gd name="connsiteY4" fmla="*/ 1020846 h 5792438"/>
              <a:gd name="connsiteX5" fmla="*/ 3810000 w 6835707"/>
              <a:gd name="connsiteY5" fmla="*/ 0 h 5792438"/>
              <a:gd name="connsiteX0" fmla="*/ 3813748 w 6835707"/>
              <a:gd name="connsiteY0" fmla="*/ 0 h 5803681"/>
              <a:gd name="connsiteX1" fmla="*/ 6835707 w 6835707"/>
              <a:gd name="connsiteY1" fmla="*/ 570042 h 5803681"/>
              <a:gd name="connsiteX2" fmla="*/ 6835707 w 6835707"/>
              <a:gd name="connsiteY2" fmla="*/ 5786748 h 5803681"/>
              <a:gd name="connsiteX3" fmla="*/ 0 w 6835707"/>
              <a:gd name="connsiteY3" fmla="*/ 5803681 h 5803681"/>
              <a:gd name="connsiteX4" fmla="*/ 3068928 w 6835707"/>
              <a:gd name="connsiteY4" fmla="*/ 1032089 h 5803681"/>
              <a:gd name="connsiteX5" fmla="*/ 3813748 w 6835707"/>
              <a:gd name="connsiteY5" fmla="*/ 0 h 5803681"/>
              <a:gd name="connsiteX0" fmla="*/ 3821243 w 6835707"/>
              <a:gd name="connsiteY0" fmla="*/ 0 h 5796186"/>
              <a:gd name="connsiteX1" fmla="*/ 6835707 w 6835707"/>
              <a:gd name="connsiteY1" fmla="*/ 562547 h 5796186"/>
              <a:gd name="connsiteX2" fmla="*/ 6835707 w 6835707"/>
              <a:gd name="connsiteY2" fmla="*/ 5779253 h 5796186"/>
              <a:gd name="connsiteX3" fmla="*/ 0 w 6835707"/>
              <a:gd name="connsiteY3" fmla="*/ 5796186 h 5796186"/>
              <a:gd name="connsiteX4" fmla="*/ 3068928 w 6835707"/>
              <a:gd name="connsiteY4" fmla="*/ 1024594 h 5796186"/>
              <a:gd name="connsiteX5" fmla="*/ 3821243 w 6835707"/>
              <a:gd name="connsiteY5" fmla="*/ 0 h 5796186"/>
              <a:gd name="connsiteX0" fmla="*/ 3821243 w 6835707"/>
              <a:gd name="connsiteY0" fmla="*/ 0 h 5803682"/>
              <a:gd name="connsiteX1" fmla="*/ 6835707 w 6835707"/>
              <a:gd name="connsiteY1" fmla="*/ 57004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821243 w 6835707"/>
              <a:gd name="connsiteY0" fmla="*/ 0 h 5803682"/>
              <a:gd name="connsiteX1" fmla="*/ 6835707 w 6835707"/>
              <a:gd name="connsiteY1" fmla="*/ 600023 h 5803682"/>
              <a:gd name="connsiteX2" fmla="*/ 6835707 w 6835707"/>
              <a:gd name="connsiteY2" fmla="*/ 5786749 h 5803682"/>
              <a:gd name="connsiteX3" fmla="*/ 0 w 6835707"/>
              <a:gd name="connsiteY3" fmla="*/ 5803682 h 5803682"/>
              <a:gd name="connsiteX4" fmla="*/ 3068928 w 6835707"/>
              <a:gd name="connsiteY4" fmla="*/ 1032090 h 5803682"/>
              <a:gd name="connsiteX5" fmla="*/ 3821243 w 6835707"/>
              <a:gd name="connsiteY5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3942000 w 6956464"/>
              <a:gd name="connsiteY0" fmla="*/ 0 h 5803682"/>
              <a:gd name="connsiteX1" fmla="*/ 6956464 w 6956464"/>
              <a:gd name="connsiteY1" fmla="*/ 600023 h 5803682"/>
              <a:gd name="connsiteX2" fmla="*/ 6956464 w 6956464"/>
              <a:gd name="connsiteY2" fmla="*/ 5786749 h 5803682"/>
              <a:gd name="connsiteX3" fmla="*/ 120757 w 6956464"/>
              <a:gd name="connsiteY3" fmla="*/ 5803682 h 5803682"/>
              <a:gd name="connsiteX4" fmla="*/ 2797720 w 6956464"/>
              <a:gd name="connsiteY4" fmla="*/ 2344702 h 5803682"/>
              <a:gd name="connsiteX5" fmla="*/ 3189685 w 6956464"/>
              <a:gd name="connsiteY5" fmla="*/ 1032090 h 5803682"/>
              <a:gd name="connsiteX6" fmla="*/ 3942000 w 6956464"/>
              <a:gd name="connsiteY6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4841 w 7069305"/>
              <a:gd name="connsiteY0" fmla="*/ 0 h 5803682"/>
              <a:gd name="connsiteX1" fmla="*/ 7069305 w 7069305"/>
              <a:gd name="connsiteY1" fmla="*/ 600023 h 5803682"/>
              <a:gd name="connsiteX2" fmla="*/ 7069305 w 7069305"/>
              <a:gd name="connsiteY2" fmla="*/ 5786749 h 5803682"/>
              <a:gd name="connsiteX3" fmla="*/ 233598 w 7069305"/>
              <a:gd name="connsiteY3" fmla="*/ 5803682 h 5803682"/>
              <a:gd name="connsiteX4" fmla="*/ 1493990 w 7069305"/>
              <a:gd name="connsiteY4" fmla="*/ 2948056 h 5803682"/>
              <a:gd name="connsiteX5" fmla="*/ 2910561 w 7069305"/>
              <a:gd name="connsiteY5" fmla="*/ 2344702 h 5803682"/>
              <a:gd name="connsiteX6" fmla="*/ 3302526 w 7069305"/>
              <a:gd name="connsiteY6" fmla="*/ 1032090 h 5803682"/>
              <a:gd name="connsiteX7" fmla="*/ 4054841 w 7069305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055602 w 7070066"/>
              <a:gd name="connsiteY0" fmla="*/ 0 h 5803682"/>
              <a:gd name="connsiteX1" fmla="*/ 7070066 w 7070066"/>
              <a:gd name="connsiteY1" fmla="*/ 600023 h 5803682"/>
              <a:gd name="connsiteX2" fmla="*/ 7070066 w 7070066"/>
              <a:gd name="connsiteY2" fmla="*/ 5786749 h 5803682"/>
              <a:gd name="connsiteX3" fmla="*/ 234359 w 7070066"/>
              <a:gd name="connsiteY3" fmla="*/ 5803682 h 5803682"/>
              <a:gd name="connsiteX4" fmla="*/ 1487255 w 7070066"/>
              <a:gd name="connsiteY4" fmla="*/ 2936813 h 5803682"/>
              <a:gd name="connsiteX5" fmla="*/ 2911322 w 7070066"/>
              <a:gd name="connsiteY5" fmla="*/ 2344702 h 5803682"/>
              <a:gd name="connsiteX6" fmla="*/ 3303287 w 7070066"/>
              <a:gd name="connsiteY6" fmla="*/ 1032090 h 5803682"/>
              <a:gd name="connsiteX7" fmla="*/ 4055602 w 7070066"/>
              <a:gd name="connsiteY7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70699 w 7385163"/>
              <a:gd name="connsiteY0" fmla="*/ 0 h 5803682"/>
              <a:gd name="connsiteX1" fmla="*/ 7385163 w 7385163"/>
              <a:gd name="connsiteY1" fmla="*/ 600023 h 5803682"/>
              <a:gd name="connsiteX2" fmla="*/ 7385163 w 7385163"/>
              <a:gd name="connsiteY2" fmla="*/ 5786749 h 5803682"/>
              <a:gd name="connsiteX3" fmla="*/ 549456 w 7385163"/>
              <a:gd name="connsiteY3" fmla="*/ 5803682 h 5803682"/>
              <a:gd name="connsiteX4" fmla="*/ 427007 w 7385163"/>
              <a:gd name="connsiteY4" fmla="*/ 3517682 h 5803682"/>
              <a:gd name="connsiteX5" fmla="*/ 1802352 w 7385163"/>
              <a:gd name="connsiteY5" fmla="*/ 2936813 h 5803682"/>
              <a:gd name="connsiteX6" fmla="*/ 3226419 w 7385163"/>
              <a:gd name="connsiteY6" fmla="*/ 2344702 h 5803682"/>
              <a:gd name="connsiteX7" fmla="*/ 3618384 w 7385163"/>
              <a:gd name="connsiteY7" fmla="*/ 1032090 h 5803682"/>
              <a:gd name="connsiteX8" fmla="*/ 4370699 w 7385163"/>
              <a:gd name="connsiteY8" fmla="*/ 0 h 5803682"/>
              <a:gd name="connsiteX0" fmla="*/ 4369379 w 7383843"/>
              <a:gd name="connsiteY0" fmla="*/ 0 h 5803682"/>
              <a:gd name="connsiteX1" fmla="*/ 7383843 w 7383843"/>
              <a:gd name="connsiteY1" fmla="*/ 600023 h 5803682"/>
              <a:gd name="connsiteX2" fmla="*/ 7383843 w 7383843"/>
              <a:gd name="connsiteY2" fmla="*/ 5786749 h 5803682"/>
              <a:gd name="connsiteX3" fmla="*/ 548136 w 7383843"/>
              <a:gd name="connsiteY3" fmla="*/ 5803682 h 5803682"/>
              <a:gd name="connsiteX4" fmla="*/ 429435 w 7383843"/>
              <a:gd name="connsiteY4" fmla="*/ 3506439 h 5803682"/>
              <a:gd name="connsiteX5" fmla="*/ 1801032 w 7383843"/>
              <a:gd name="connsiteY5" fmla="*/ 2936813 h 5803682"/>
              <a:gd name="connsiteX6" fmla="*/ 3225099 w 7383843"/>
              <a:gd name="connsiteY6" fmla="*/ 2344702 h 5803682"/>
              <a:gd name="connsiteX7" fmla="*/ 3617064 w 7383843"/>
              <a:gd name="connsiteY7" fmla="*/ 1032090 h 5803682"/>
              <a:gd name="connsiteX8" fmla="*/ 4369379 w 7383843"/>
              <a:gd name="connsiteY8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410191 w 7424655"/>
              <a:gd name="connsiteY0" fmla="*/ 0 h 5803682"/>
              <a:gd name="connsiteX1" fmla="*/ 7424655 w 7424655"/>
              <a:gd name="connsiteY1" fmla="*/ 600023 h 5803682"/>
              <a:gd name="connsiteX2" fmla="*/ 7424655 w 7424655"/>
              <a:gd name="connsiteY2" fmla="*/ 5786749 h 5803682"/>
              <a:gd name="connsiteX3" fmla="*/ 588948 w 7424655"/>
              <a:gd name="connsiteY3" fmla="*/ 5803682 h 5803682"/>
              <a:gd name="connsiteX4" fmla="*/ 406539 w 7424655"/>
              <a:gd name="connsiteY4" fmla="*/ 4803089 h 5803682"/>
              <a:gd name="connsiteX5" fmla="*/ 470247 w 7424655"/>
              <a:gd name="connsiteY5" fmla="*/ 3506439 h 5803682"/>
              <a:gd name="connsiteX6" fmla="*/ 1841844 w 7424655"/>
              <a:gd name="connsiteY6" fmla="*/ 2936813 h 5803682"/>
              <a:gd name="connsiteX7" fmla="*/ 3265911 w 7424655"/>
              <a:gd name="connsiteY7" fmla="*/ 2344702 h 5803682"/>
              <a:gd name="connsiteX8" fmla="*/ 3657876 w 7424655"/>
              <a:gd name="connsiteY8" fmla="*/ 1032090 h 5803682"/>
              <a:gd name="connsiteX9" fmla="*/ 4410191 w 7424655"/>
              <a:gd name="connsiteY9" fmla="*/ 0 h 5803682"/>
              <a:gd name="connsiteX0" fmla="*/ 4326804 w 7341268"/>
              <a:gd name="connsiteY0" fmla="*/ 0 h 5803682"/>
              <a:gd name="connsiteX1" fmla="*/ 7341268 w 7341268"/>
              <a:gd name="connsiteY1" fmla="*/ 600023 h 5803682"/>
              <a:gd name="connsiteX2" fmla="*/ 7341268 w 7341268"/>
              <a:gd name="connsiteY2" fmla="*/ 5786749 h 5803682"/>
              <a:gd name="connsiteX3" fmla="*/ 629230 w 7341268"/>
              <a:gd name="connsiteY3" fmla="*/ 5803682 h 5803682"/>
              <a:gd name="connsiteX4" fmla="*/ 323152 w 7341268"/>
              <a:gd name="connsiteY4" fmla="*/ 4803089 h 5803682"/>
              <a:gd name="connsiteX5" fmla="*/ 386860 w 7341268"/>
              <a:gd name="connsiteY5" fmla="*/ 3506439 h 5803682"/>
              <a:gd name="connsiteX6" fmla="*/ 1758457 w 7341268"/>
              <a:gd name="connsiteY6" fmla="*/ 2936813 h 5803682"/>
              <a:gd name="connsiteX7" fmla="*/ 3182524 w 7341268"/>
              <a:gd name="connsiteY7" fmla="*/ 2344702 h 5803682"/>
              <a:gd name="connsiteX8" fmla="*/ 3574489 w 7341268"/>
              <a:gd name="connsiteY8" fmla="*/ 1032090 h 5803682"/>
              <a:gd name="connsiteX9" fmla="*/ 4326804 w 7341268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18116 w 7018116"/>
              <a:gd name="connsiteY2" fmla="*/ 5786749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3682"/>
              <a:gd name="connsiteX1" fmla="*/ 7018116 w 7018116"/>
              <a:gd name="connsiteY1" fmla="*/ 600023 h 5803682"/>
              <a:gd name="connsiteX2" fmla="*/ 7001078 w 7018116"/>
              <a:gd name="connsiteY2" fmla="*/ 5667480 h 5803682"/>
              <a:gd name="connsiteX3" fmla="*/ 306078 w 7018116"/>
              <a:gd name="connsiteY3" fmla="*/ 5803682 h 5803682"/>
              <a:gd name="connsiteX4" fmla="*/ 0 w 7018116"/>
              <a:gd name="connsiteY4" fmla="*/ 4803089 h 5803682"/>
              <a:gd name="connsiteX5" fmla="*/ 63708 w 7018116"/>
              <a:gd name="connsiteY5" fmla="*/ 3506439 h 5803682"/>
              <a:gd name="connsiteX6" fmla="*/ 1435305 w 7018116"/>
              <a:gd name="connsiteY6" fmla="*/ 2936813 h 5803682"/>
              <a:gd name="connsiteX7" fmla="*/ 2859372 w 7018116"/>
              <a:gd name="connsiteY7" fmla="*/ 2344702 h 5803682"/>
              <a:gd name="connsiteX8" fmla="*/ 3251337 w 7018116"/>
              <a:gd name="connsiteY8" fmla="*/ 1032090 h 5803682"/>
              <a:gd name="connsiteX9" fmla="*/ 4003652 w 7018116"/>
              <a:gd name="connsiteY9" fmla="*/ 0 h 5803682"/>
              <a:gd name="connsiteX0" fmla="*/ 4003652 w 7018116"/>
              <a:gd name="connsiteY0" fmla="*/ 0 h 5809468"/>
              <a:gd name="connsiteX1" fmla="*/ 7018116 w 7018116"/>
              <a:gd name="connsiteY1" fmla="*/ 600023 h 5809468"/>
              <a:gd name="connsiteX2" fmla="*/ 7012437 w 7018116"/>
              <a:gd name="connsiteY2" fmla="*/ 5809468 h 5809468"/>
              <a:gd name="connsiteX3" fmla="*/ 306078 w 7018116"/>
              <a:gd name="connsiteY3" fmla="*/ 5803682 h 5809468"/>
              <a:gd name="connsiteX4" fmla="*/ 0 w 7018116"/>
              <a:gd name="connsiteY4" fmla="*/ 4803089 h 5809468"/>
              <a:gd name="connsiteX5" fmla="*/ 63708 w 7018116"/>
              <a:gd name="connsiteY5" fmla="*/ 3506439 h 5809468"/>
              <a:gd name="connsiteX6" fmla="*/ 1435305 w 7018116"/>
              <a:gd name="connsiteY6" fmla="*/ 2936813 h 5809468"/>
              <a:gd name="connsiteX7" fmla="*/ 2859372 w 7018116"/>
              <a:gd name="connsiteY7" fmla="*/ 2344702 h 5809468"/>
              <a:gd name="connsiteX8" fmla="*/ 3251337 w 7018116"/>
              <a:gd name="connsiteY8" fmla="*/ 1032090 h 5809468"/>
              <a:gd name="connsiteX9" fmla="*/ 4003652 w 7018116"/>
              <a:gd name="connsiteY9" fmla="*/ 0 h 580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8116" h="5809468">
                <a:moveTo>
                  <a:pt x="4003652" y="0"/>
                </a:moveTo>
                <a:lnTo>
                  <a:pt x="7018116" y="600023"/>
                </a:lnTo>
                <a:cubicBezTo>
                  <a:pt x="7012437" y="2289175"/>
                  <a:pt x="7018116" y="4120316"/>
                  <a:pt x="7012437" y="5809468"/>
                </a:cubicBezTo>
                <a:lnTo>
                  <a:pt x="306078" y="5803682"/>
                </a:lnTo>
                <a:cubicBezTo>
                  <a:pt x="161345" y="5309331"/>
                  <a:pt x="135958" y="5253418"/>
                  <a:pt x="0" y="4803089"/>
                </a:cubicBezTo>
                <a:cubicBezTo>
                  <a:pt x="28935" y="4214101"/>
                  <a:pt x="36227" y="4041712"/>
                  <a:pt x="63708" y="3506439"/>
                </a:cubicBezTo>
                <a:cubicBezTo>
                  <a:pt x="725976" y="3219752"/>
                  <a:pt x="833200" y="3187273"/>
                  <a:pt x="1435305" y="2936813"/>
                </a:cubicBezTo>
                <a:lnTo>
                  <a:pt x="2859372" y="2344702"/>
                </a:lnTo>
                <a:cubicBezTo>
                  <a:pt x="3052319" y="1710581"/>
                  <a:pt x="3100598" y="1547167"/>
                  <a:pt x="3251337" y="1032090"/>
                </a:cubicBezTo>
                <a:lnTo>
                  <a:pt x="40036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bIns="1800000" anchor="b" anchorCtr="1"/>
          <a:lstStyle>
            <a:lvl1pPr marL="0" indent="0" algn="ctr">
              <a:lnSpc>
                <a:spcPct val="100000"/>
              </a:lnSpc>
              <a:buFontTx/>
              <a:buNone/>
              <a:defRPr/>
            </a:lvl1pPr>
          </a:lstStyle>
          <a:p>
            <a:r>
              <a:rPr noProof="0" dirty="0"/>
              <a:t>Click the icon to insert a picture.</a:t>
            </a:r>
            <a:br>
              <a:rPr noProof="0" dirty="0"/>
            </a:br>
            <a:r>
              <a:rPr noProof="0" dirty="0"/>
              <a:t> Right click and select “crop” to resize and move the picture. </a:t>
            </a:r>
          </a:p>
        </p:txBody>
      </p:sp>
      <p:pic>
        <p:nvPicPr>
          <p:cNvPr id="18" name="Image 7">
            <a:extLst>
              <a:ext uri="{FF2B5EF4-FFF2-40B4-BE49-F238E27FC236}">
                <a16:creationId xmlns:a16="http://schemas.microsoft.com/office/drawing/2014/main" id="{8E1D42A8-A807-8A96-C319-1BC7F6DBEA90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sp>
        <p:nvSpPr>
          <p:cNvPr id="19" name="Title 6">
            <a:extLst>
              <a:ext uri="{FF2B5EF4-FFF2-40B4-BE49-F238E27FC236}">
                <a16:creationId xmlns:a16="http://schemas.microsoft.com/office/drawing/2014/main" id="{E1B903BE-A5AA-06C2-D360-5F361E6E4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416" y="1374826"/>
            <a:ext cx="5256584" cy="614014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Click to insert</a:t>
            </a:r>
          </a:p>
        </p:txBody>
      </p:sp>
      <p:sp>
        <p:nvSpPr>
          <p:cNvPr id="21" name="Sous-titre 2">
            <a:extLst>
              <a:ext uri="{FF2B5EF4-FFF2-40B4-BE49-F238E27FC236}">
                <a16:creationId xmlns:a16="http://schemas.microsoft.com/office/drawing/2014/main" id="{F4E665A6-5808-08DD-D760-3E61C423BE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9416" y="2076668"/>
            <a:ext cx="5256584" cy="614014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A 2-line title</a:t>
            </a:r>
          </a:p>
        </p:txBody>
      </p:sp>
      <p:sp>
        <p:nvSpPr>
          <p:cNvPr id="22" name="Espace réservé du texte 7">
            <a:extLst>
              <a:ext uri="{FF2B5EF4-FFF2-40B4-BE49-F238E27FC236}">
                <a16:creationId xmlns:a16="http://schemas.microsoft.com/office/drawing/2014/main" id="{E1E41707-276B-5FC3-E51E-E793336551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416" y="2963285"/>
            <a:ext cx="5256584" cy="2492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Click to insert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B8C51-ACCC-7A02-61C4-A26C3D92EB80}"/>
              </a:ext>
            </a:extLst>
          </p:cNvPr>
          <p:cNvCxnSpPr>
            <a:cxnSpLocks/>
          </p:cNvCxnSpPr>
          <p:nvPr userDrawn="1"/>
        </p:nvCxnSpPr>
        <p:spPr>
          <a:xfrm>
            <a:off x="-8966" y="3717032"/>
            <a:ext cx="5191816" cy="21273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02FF09-05E7-C827-F0C7-6623E5BE4B4A}"/>
              </a:ext>
            </a:extLst>
          </p:cNvPr>
          <p:cNvCxnSpPr>
            <a:cxnSpLocks/>
          </p:cNvCxnSpPr>
          <p:nvPr userDrawn="1"/>
        </p:nvCxnSpPr>
        <p:spPr>
          <a:xfrm flipV="1">
            <a:off x="3575720" y="4547218"/>
            <a:ext cx="1675617" cy="232349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9F6EBE-9689-C3AC-7ED1-35E9BB3628E3}"/>
              </a:ext>
            </a:extLst>
          </p:cNvPr>
          <p:cNvCxnSpPr>
            <a:cxnSpLocks/>
          </p:cNvCxnSpPr>
          <p:nvPr userDrawn="1"/>
        </p:nvCxnSpPr>
        <p:spPr>
          <a:xfrm>
            <a:off x="7220170" y="0"/>
            <a:ext cx="1972174" cy="10543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B0EBF0-0B84-8577-6398-DCF3EF35A4E7}"/>
              </a:ext>
            </a:extLst>
          </p:cNvPr>
          <p:cNvCxnSpPr>
            <a:cxnSpLocks/>
          </p:cNvCxnSpPr>
          <p:nvPr userDrawn="1"/>
        </p:nvCxnSpPr>
        <p:spPr>
          <a:xfrm>
            <a:off x="7211204" y="0"/>
            <a:ext cx="829012" cy="34148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F7284C4-9B6F-14F5-B6BD-B227A6127216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3" name="Hexagon 34">
            <a:extLst>
              <a:ext uri="{FF2B5EF4-FFF2-40B4-BE49-F238E27FC236}">
                <a16:creationId xmlns:a16="http://schemas.microsoft.com/office/drawing/2014/main" id="{BFA54A07-48AB-3746-5E40-57EBDC498947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AF3D06-F33A-DA59-CCEA-E71CAE12384B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5" name="Hexagon 34">
              <a:extLst>
                <a:ext uri="{FF2B5EF4-FFF2-40B4-BE49-F238E27FC236}">
                  <a16:creationId xmlns:a16="http://schemas.microsoft.com/office/drawing/2014/main" id="{8C16EB14-5D9F-F9FC-05C2-E3215FF45D78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Hexagon 34">
              <a:extLst>
                <a:ext uri="{FF2B5EF4-FFF2-40B4-BE49-F238E27FC236}">
                  <a16:creationId xmlns:a16="http://schemas.microsoft.com/office/drawing/2014/main" id="{5F6811B6-DEB5-BEB8-F072-DA7F6DD4D587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Hexagon 34">
              <a:extLst>
                <a:ext uri="{FF2B5EF4-FFF2-40B4-BE49-F238E27FC236}">
                  <a16:creationId xmlns:a16="http://schemas.microsoft.com/office/drawing/2014/main" id="{0F764305-CCA4-996E-7F68-E27643C10531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21B018D-2A3D-9EBC-3FBF-DDEFE7AAFC3D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0" name="Hexagon 34">
            <a:extLst>
              <a:ext uri="{FF2B5EF4-FFF2-40B4-BE49-F238E27FC236}">
                <a16:creationId xmlns:a16="http://schemas.microsoft.com/office/drawing/2014/main" id="{5EC4D3EF-AA5A-5551-1AC8-2B526ABFEAA8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8C82CF-BE0F-49DB-BA8E-5B00158E3B78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3" name="Hexagon 34">
              <a:extLst>
                <a:ext uri="{FF2B5EF4-FFF2-40B4-BE49-F238E27FC236}">
                  <a16:creationId xmlns:a16="http://schemas.microsoft.com/office/drawing/2014/main" id="{BD259B4C-633E-B623-C869-D7FE87D05657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Hexagon 34">
              <a:extLst>
                <a:ext uri="{FF2B5EF4-FFF2-40B4-BE49-F238E27FC236}">
                  <a16:creationId xmlns:a16="http://schemas.microsoft.com/office/drawing/2014/main" id="{3CF59617-68AF-7F49-4455-F3A6E75CA451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Hexagon 34">
              <a:extLst>
                <a:ext uri="{FF2B5EF4-FFF2-40B4-BE49-F238E27FC236}">
                  <a16:creationId xmlns:a16="http://schemas.microsoft.com/office/drawing/2014/main" id="{7151314F-70EF-5FE2-30FD-5ED560E7FFF1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E093FD-D90B-3261-0535-9D288218DE98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17" name="Hexagon 34">
              <a:extLst>
                <a:ext uri="{FF2B5EF4-FFF2-40B4-BE49-F238E27FC236}">
                  <a16:creationId xmlns:a16="http://schemas.microsoft.com/office/drawing/2014/main" id="{FEBC02C1-E3F6-0173-DF08-500DCAE5B661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Hexagon 34">
              <a:extLst>
                <a:ext uri="{FF2B5EF4-FFF2-40B4-BE49-F238E27FC236}">
                  <a16:creationId xmlns:a16="http://schemas.microsoft.com/office/drawing/2014/main" id="{146E55A7-5017-DF24-DE7F-B98056D6BDCC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Hexagon 34">
              <a:extLst>
                <a:ext uri="{FF2B5EF4-FFF2-40B4-BE49-F238E27FC236}">
                  <a16:creationId xmlns:a16="http://schemas.microsoft.com/office/drawing/2014/main" id="{1540953D-FCCC-C04E-BE30-9BC397D67AA7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Hexagon 34">
              <a:extLst>
                <a:ext uri="{FF2B5EF4-FFF2-40B4-BE49-F238E27FC236}">
                  <a16:creationId xmlns:a16="http://schemas.microsoft.com/office/drawing/2014/main" id="{FA6904D0-7115-3A64-C0D9-61C3114C99D4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55B0B65-7E82-8397-7B53-D24158A1247B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27" name="Hexagon 34">
              <a:extLst>
                <a:ext uri="{FF2B5EF4-FFF2-40B4-BE49-F238E27FC236}">
                  <a16:creationId xmlns:a16="http://schemas.microsoft.com/office/drawing/2014/main" id="{A439FBA1-0A9A-94CC-0AEC-1075AB65ED64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Hexagon 34">
              <a:extLst>
                <a:ext uri="{FF2B5EF4-FFF2-40B4-BE49-F238E27FC236}">
                  <a16:creationId xmlns:a16="http://schemas.microsoft.com/office/drawing/2014/main" id="{5786B01D-E8C4-DDD7-2398-892704234C9E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Hexagon 34">
              <a:extLst>
                <a:ext uri="{FF2B5EF4-FFF2-40B4-BE49-F238E27FC236}">
                  <a16:creationId xmlns:a16="http://schemas.microsoft.com/office/drawing/2014/main" id="{3F75DBFE-EB34-FB47-0133-6C4C92AFFA1F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Hexagon 34">
              <a:extLst>
                <a:ext uri="{FF2B5EF4-FFF2-40B4-BE49-F238E27FC236}">
                  <a16:creationId xmlns:a16="http://schemas.microsoft.com/office/drawing/2014/main" id="{3A76D58A-76D0-41F2-2F52-88EA0B5B84F8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3" name="Hexagon 34">
            <a:extLst>
              <a:ext uri="{FF2B5EF4-FFF2-40B4-BE49-F238E27FC236}">
                <a16:creationId xmlns:a16="http://schemas.microsoft.com/office/drawing/2014/main" id="{AD970EE0-5147-4DD3-F8C5-FD7CB6D3A9F3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90F6FD5-8FD4-5B4B-197F-427F7788CEB7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36" name="Hexagon 34">
              <a:extLst>
                <a:ext uri="{FF2B5EF4-FFF2-40B4-BE49-F238E27FC236}">
                  <a16:creationId xmlns:a16="http://schemas.microsoft.com/office/drawing/2014/main" id="{8143C7ED-98CB-FF95-E1C3-BCDBEE9FF193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AD0B560A-FD66-EA4E-9AC1-E53ADF49C588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14BEE12B-3E93-E342-689B-2FB2543D2FBB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7CCBD0E-901C-EBCB-391C-94F3ED6BD262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C870369A-C5A4-78D6-564E-D457F4B0960F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5DE97A2D-76C8-4B3E-C9AC-EA62F330D6BB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F680B680-D454-8FF2-1A51-509A07E487FB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CD3778B-2E0C-4AC4-CD3A-56DDE3ED4C86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420B3F33-1A61-C74A-9611-185D61E40489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AC08FA5-910F-CE5E-42D6-FEC5502B84D7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1" name="Hexagon 34">
                <a:extLst>
                  <a:ext uri="{FF2B5EF4-FFF2-40B4-BE49-F238E27FC236}">
                    <a16:creationId xmlns:a16="http://schemas.microsoft.com/office/drawing/2014/main" id="{46C4B28E-CA1F-3C88-ECB8-6EC449C1D2A1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Hexagon 34">
                <a:extLst>
                  <a:ext uri="{FF2B5EF4-FFF2-40B4-BE49-F238E27FC236}">
                    <a16:creationId xmlns:a16="http://schemas.microsoft.com/office/drawing/2014/main" id="{3139C731-98D7-01D0-EEF4-DEA01D699F1C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01E4B7E2-EAC0-6E5F-4B67-04AB19723140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3FEA181-B435-70AC-7A79-0CF7D51A561B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F20EBFD3-7DFC-8927-4D91-887BC1993214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68667A0-8B8B-22C6-A0BC-FFD4B32BB97C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5854C849-A2AE-4245-5BD3-C2CCFAFC7698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Hexagon 34">
                <a:extLst>
                  <a:ext uri="{FF2B5EF4-FFF2-40B4-BE49-F238E27FC236}">
                    <a16:creationId xmlns:a16="http://schemas.microsoft.com/office/drawing/2014/main" id="{2B4EE93F-F73A-45B2-FD75-E9EA5472C228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0BB1469-00EE-3D9E-8825-E5336DBEA720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118E0F0-3EAC-39D1-A01E-14F1053467EE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9FA7E11F-875F-AB99-75D1-8E947CF264E6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BBA8CFEA-EA6D-EAEB-D5DC-0821437F4731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63AD8ED0-CCA4-CE90-1F1F-4790D7364B8D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Hexagon 34">
              <a:extLst>
                <a:ext uri="{FF2B5EF4-FFF2-40B4-BE49-F238E27FC236}">
                  <a16:creationId xmlns:a16="http://schemas.microsoft.com/office/drawing/2014/main" id="{F3A3CFB4-326C-ECF6-3CD8-C4072C66AD6B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93B5F9A-A63A-5E23-4068-19189A60222C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277C651F-1313-00E3-A252-6AB7C55B4240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BD583381-688B-CF2F-937E-37B12A54E761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9A6B8B13-FC80-7906-6BE3-87355BB0B593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766823B1-019E-E3BA-BD33-9E47666961E6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4840A8F6-3D24-0DED-C3AF-1060C706AC45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359C69B-6A0B-BB2E-CF95-DE56060E662F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227018C-3811-0A5F-54C6-64EDC52C1C5F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3" name="Right Brace 112">
            <a:extLst>
              <a:ext uri="{FF2B5EF4-FFF2-40B4-BE49-F238E27FC236}">
                <a16:creationId xmlns:a16="http://schemas.microsoft.com/office/drawing/2014/main" id="{F7F4F101-FFDE-873F-507F-1514D1396858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503807B-54BA-806E-BA4E-26744DE5A38D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CD436CB3-8844-2DCA-6672-94E169682402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C264720-C3E1-C9D9-5BB6-1AD00889F117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C0EBD2E0-5D9C-1ECB-831B-7D373505D041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B45CF2F2-A31A-4116-90EF-46E826F7B42A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AE5ACC14-4D09-66B4-B26E-0F75A67C6195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E71FD00-6D0B-FA72-1CF1-BEC0F3E83325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0809904-2771-22E8-8CCC-F269BBBC3674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277860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4 dark line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>
            <a:extLst>
              <a:ext uri="{FF2B5EF4-FFF2-40B4-BE49-F238E27FC236}">
                <a16:creationId xmlns:a16="http://schemas.microsoft.com/office/drawing/2014/main" id="{7776952E-4410-1567-37CB-E9C079AED2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296C15A9-FFF2-4158-9219-584044F50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01" y="5653321"/>
            <a:ext cx="1725961" cy="13609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B77889F0-9C04-35EC-D78A-03F11683272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92000" y="1628800"/>
            <a:ext cx="1007999" cy="1008112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A28277-CA4A-225F-D76F-54410E5CFA2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67608" y="0"/>
            <a:ext cx="1152128" cy="530120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6BC301-6B18-0A05-F144-F1643BD5C468}"/>
              </a:ext>
            </a:extLst>
          </p:cNvPr>
          <p:cNvCxnSpPr>
            <a:cxnSpLocks/>
          </p:cNvCxnSpPr>
          <p:nvPr userDrawn="1"/>
        </p:nvCxnSpPr>
        <p:spPr>
          <a:xfrm>
            <a:off x="2567608" y="5301208"/>
            <a:ext cx="2592288" cy="155679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76BED7-88F2-F64A-8DFC-323DB9CD01A7}"/>
              </a:ext>
            </a:extLst>
          </p:cNvPr>
          <p:cNvCxnSpPr>
            <a:cxnSpLocks/>
          </p:cNvCxnSpPr>
          <p:nvPr userDrawn="1"/>
        </p:nvCxnSpPr>
        <p:spPr>
          <a:xfrm flipV="1">
            <a:off x="-24680" y="5301208"/>
            <a:ext cx="2592288" cy="12831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DC666B-EE50-910F-879D-08B4F5605569}"/>
              </a:ext>
            </a:extLst>
          </p:cNvPr>
          <p:cNvCxnSpPr>
            <a:cxnSpLocks/>
          </p:cNvCxnSpPr>
          <p:nvPr userDrawn="1"/>
        </p:nvCxnSpPr>
        <p:spPr>
          <a:xfrm>
            <a:off x="0" y="4744997"/>
            <a:ext cx="2567608" cy="5562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0E9306-0D47-A8B2-5540-098AA0B1484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12024" y="2132856"/>
            <a:ext cx="2736304" cy="472514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1E5588-E25E-E631-7BFA-2497417B8291}"/>
              </a:ext>
            </a:extLst>
          </p:cNvPr>
          <p:cNvCxnSpPr>
            <a:cxnSpLocks/>
          </p:cNvCxnSpPr>
          <p:nvPr userDrawn="1"/>
        </p:nvCxnSpPr>
        <p:spPr>
          <a:xfrm flipV="1">
            <a:off x="9048192" y="0"/>
            <a:ext cx="3143808" cy="213285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DDAC8D2-03B2-16FF-47C6-FBFE3B9C400F}"/>
              </a:ext>
            </a:extLst>
          </p:cNvPr>
          <p:cNvCxnSpPr>
            <a:cxnSpLocks/>
          </p:cNvCxnSpPr>
          <p:nvPr userDrawn="1"/>
        </p:nvCxnSpPr>
        <p:spPr>
          <a:xfrm>
            <a:off x="6565059" y="836712"/>
            <a:ext cx="2483133" cy="129614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1EACB3-D9FA-1E49-1C26-B62560601ACB}"/>
              </a:ext>
            </a:extLst>
          </p:cNvPr>
          <p:cNvCxnSpPr>
            <a:cxnSpLocks/>
          </p:cNvCxnSpPr>
          <p:nvPr userDrawn="1"/>
        </p:nvCxnSpPr>
        <p:spPr>
          <a:xfrm>
            <a:off x="6102970" y="0"/>
            <a:ext cx="461953" cy="83671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5C9642-231D-6F59-CC9D-5F4E2D40802A}"/>
              </a:ext>
            </a:extLst>
          </p:cNvPr>
          <p:cNvCxnSpPr>
            <a:cxnSpLocks/>
          </p:cNvCxnSpPr>
          <p:nvPr userDrawn="1"/>
        </p:nvCxnSpPr>
        <p:spPr>
          <a:xfrm>
            <a:off x="9048192" y="2132856"/>
            <a:ext cx="337375" cy="194421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740E47-01E2-FC6E-B6AE-2AF865A05248}"/>
              </a:ext>
            </a:extLst>
          </p:cNvPr>
          <p:cNvCxnSpPr>
            <a:cxnSpLocks/>
          </p:cNvCxnSpPr>
          <p:nvPr userDrawn="1"/>
        </p:nvCxnSpPr>
        <p:spPr>
          <a:xfrm>
            <a:off x="9385567" y="4050994"/>
            <a:ext cx="1549738" cy="280700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6">
            <a:extLst>
              <a:ext uri="{FF2B5EF4-FFF2-40B4-BE49-F238E27FC236}">
                <a16:creationId xmlns:a16="http://schemas.microsoft.com/office/drawing/2014/main" id="{BC5ACAA2-63AA-5F96-42FF-9F918ABA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6" y="3080091"/>
            <a:ext cx="10515600" cy="832453"/>
          </a:xfrm>
          <a:prstGeom prst="rect">
            <a:avLst/>
          </a:prstGeom>
        </p:spPr>
        <p:txBody>
          <a:bodyPr tIns="36000" bIns="0" anchor="b" anchorCtr="0">
            <a:normAutofit/>
          </a:bodyPr>
          <a:lstStyle>
            <a:lvl1pPr algn="ctr">
              <a:defRPr sz="4000" b="0" i="0">
                <a:solidFill>
                  <a:schemeClr val="accent2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/>
              <a:t>Click to edit Master title style</a:t>
            </a:r>
            <a:endParaRPr noProof="0" dirty="0"/>
          </a:p>
        </p:txBody>
      </p:sp>
      <p:sp>
        <p:nvSpPr>
          <p:cNvPr id="31" name="Sous-titre 2">
            <a:extLst>
              <a:ext uri="{FF2B5EF4-FFF2-40B4-BE49-F238E27FC236}">
                <a16:creationId xmlns:a16="http://schemas.microsoft.com/office/drawing/2014/main" id="{36EC7285-CE3D-EEB0-3035-BB5EB1432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046" y="3912544"/>
            <a:ext cx="10515600" cy="832453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solidFill>
                  <a:schemeClr val="accent2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Click to add a second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D7248-F962-3528-ECE3-C5FA65EDBBBC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5" name="Hexagon 34">
            <a:extLst>
              <a:ext uri="{FF2B5EF4-FFF2-40B4-BE49-F238E27FC236}">
                <a16:creationId xmlns:a16="http://schemas.microsoft.com/office/drawing/2014/main" id="{A0129422-8E59-3726-0CE3-6122F4907934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F51685-543F-D208-2D72-FFB049C76150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7" name="Hexagon 34">
              <a:extLst>
                <a:ext uri="{FF2B5EF4-FFF2-40B4-BE49-F238E27FC236}">
                  <a16:creationId xmlns:a16="http://schemas.microsoft.com/office/drawing/2014/main" id="{0BE0DB9C-D49E-6FE6-D523-18D58CA834FD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Hexagon 34">
              <a:extLst>
                <a:ext uri="{FF2B5EF4-FFF2-40B4-BE49-F238E27FC236}">
                  <a16:creationId xmlns:a16="http://schemas.microsoft.com/office/drawing/2014/main" id="{776FCAF9-5E04-BCAA-0184-7134DC29378B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Hexagon 34">
              <a:extLst>
                <a:ext uri="{FF2B5EF4-FFF2-40B4-BE49-F238E27FC236}">
                  <a16:creationId xmlns:a16="http://schemas.microsoft.com/office/drawing/2014/main" id="{22B267CE-B09C-2072-9906-2001E706FF12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44BA73F-AABB-1B30-0D72-A81B8642400A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3" name="Hexagon 34">
            <a:extLst>
              <a:ext uri="{FF2B5EF4-FFF2-40B4-BE49-F238E27FC236}">
                <a16:creationId xmlns:a16="http://schemas.microsoft.com/office/drawing/2014/main" id="{F21F7214-3CF2-CBBD-B217-AE1885DE5740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7D9614-45C3-51AD-EBC2-A5AF6AA96EE7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16" name="Hexagon 34">
              <a:extLst>
                <a:ext uri="{FF2B5EF4-FFF2-40B4-BE49-F238E27FC236}">
                  <a16:creationId xmlns:a16="http://schemas.microsoft.com/office/drawing/2014/main" id="{18B5E161-B083-847A-D897-36EF6C7741AE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Hexagon 34">
              <a:extLst>
                <a:ext uri="{FF2B5EF4-FFF2-40B4-BE49-F238E27FC236}">
                  <a16:creationId xmlns:a16="http://schemas.microsoft.com/office/drawing/2014/main" id="{EFD0183A-A8B6-6ED4-4967-B4F430E873FB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95128BFC-DF31-55B4-7ED7-D2648FA1E662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8BEA83-E062-38A4-16E9-8866EEAE272D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21" name="Hexagon 34">
              <a:extLst>
                <a:ext uri="{FF2B5EF4-FFF2-40B4-BE49-F238E27FC236}">
                  <a16:creationId xmlns:a16="http://schemas.microsoft.com/office/drawing/2014/main" id="{2E8EF6E9-6890-A323-8509-9F3190EA9484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3" name="Hexagon 34">
              <a:extLst>
                <a:ext uri="{FF2B5EF4-FFF2-40B4-BE49-F238E27FC236}">
                  <a16:creationId xmlns:a16="http://schemas.microsoft.com/office/drawing/2014/main" id="{78CF3717-4D5C-0A9E-BD98-5D16AEB76F31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Hexagon 34">
              <a:extLst>
                <a:ext uri="{FF2B5EF4-FFF2-40B4-BE49-F238E27FC236}">
                  <a16:creationId xmlns:a16="http://schemas.microsoft.com/office/drawing/2014/main" id="{4D9E4C82-3F61-F99B-DD1C-8C55CD8EF9AA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Hexagon 34">
              <a:extLst>
                <a:ext uri="{FF2B5EF4-FFF2-40B4-BE49-F238E27FC236}">
                  <a16:creationId xmlns:a16="http://schemas.microsoft.com/office/drawing/2014/main" id="{D758D8BA-CF20-4D73-E67A-CD1420B883AA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0263C0-ECF0-C33E-F559-83A50024CC00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28" name="Hexagon 34">
              <a:extLst>
                <a:ext uri="{FF2B5EF4-FFF2-40B4-BE49-F238E27FC236}">
                  <a16:creationId xmlns:a16="http://schemas.microsoft.com/office/drawing/2014/main" id="{FE7DED37-06AC-1A98-59C7-479251455402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Hexagon 34">
              <a:extLst>
                <a:ext uri="{FF2B5EF4-FFF2-40B4-BE49-F238E27FC236}">
                  <a16:creationId xmlns:a16="http://schemas.microsoft.com/office/drawing/2014/main" id="{9B9589F1-A47C-D5EC-2DC6-C1DF77F47859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65F097CF-CE25-3911-34D9-C20C6F04B22D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Hexagon 34">
              <a:extLst>
                <a:ext uri="{FF2B5EF4-FFF2-40B4-BE49-F238E27FC236}">
                  <a16:creationId xmlns:a16="http://schemas.microsoft.com/office/drawing/2014/main" id="{5E634A1C-DE2B-70DF-460D-A7BE388A8F53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8" name="Hexagon 34">
            <a:extLst>
              <a:ext uri="{FF2B5EF4-FFF2-40B4-BE49-F238E27FC236}">
                <a16:creationId xmlns:a16="http://schemas.microsoft.com/office/drawing/2014/main" id="{915F8984-864A-B92F-2DF4-5610C7C75CF4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C13ECB-5D3B-A8A1-2A4D-C506611B49AB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41" name="Hexagon 34">
              <a:extLst>
                <a:ext uri="{FF2B5EF4-FFF2-40B4-BE49-F238E27FC236}">
                  <a16:creationId xmlns:a16="http://schemas.microsoft.com/office/drawing/2014/main" id="{BAB20B22-9C8C-FF3F-5C86-0D298B9F213B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CFFE3AC8-3346-499D-ED58-054A8586BA8B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Hexagon 34">
              <a:extLst>
                <a:ext uri="{FF2B5EF4-FFF2-40B4-BE49-F238E27FC236}">
                  <a16:creationId xmlns:a16="http://schemas.microsoft.com/office/drawing/2014/main" id="{2EAD5B9C-BE5F-93DB-7901-52C7C5B7FE9E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20EA09E-BB90-2CEC-6B3B-FA95FF1DE6D5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90" name="Hexagon 34">
              <a:extLst>
                <a:ext uri="{FF2B5EF4-FFF2-40B4-BE49-F238E27FC236}">
                  <a16:creationId xmlns:a16="http://schemas.microsoft.com/office/drawing/2014/main" id="{FFB708D3-F4A8-CFDB-38A2-ED2DCC3F7872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Hexagon 34">
              <a:extLst>
                <a:ext uri="{FF2B5EF4-FFF2-40B4-BE49-F238E27FC236}">
                  <a16:creationId xmlns:a16="http://schemas.microsoft.com/office/drawing/2014/main" id="{583842AC-9215-5888-81A2-8E0E67448FBB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Hexagon 34">
              <a:extLst>
                <a:ext uri="{FF2B5EF4-FFF2-40B4-BE49-F238E27FC236}">
                  <a16:creationId xmlns:a16="http://schemas.microsoft.com/office/drawing/2014/main" id="{EA5EF1D7-0D10-B2C8-AFE3-68A6281C4B49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A8E1984-710B-247F-591F-9D4AF6CBBA28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94" name="Hexagon 34">
              <a:extLst>
                <a:ext uri="{FF2B5EF4-FFF2-40B4-BE49-F238E27FC236}">
                  <a16:creationId xmlns:a16="http://schemas.microsoft.com/office/drawing/2014/main" id="{5F29664D-9BB2-EF05-F64A-0601B89C1985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47D9B3E-D57C-F4FE-4944-8EEDF2F5A1E8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6" name="Hexagon 34">
                <a:extLst>
                  <a:ext uri="{FF2B5EF4-FFF2-40B4-BE49-F238E27FC236}">
                    <a16:creationId xmlns:a16="http://schemas.microsoft.com/office/drawing/2014/main" id="{BAE0FF09-CE41-B344-DC5E-9487FCECB858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06F872FB-CCA5-C28F-8C49-9B48DA3C9A59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45A06CA2-9F61-C9C6-CAA1-D27C4909C45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5ED94A3-2F74-A665-1D2C-78370DEEE542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100" name="Hexagon 34">
              <a:extLst>
                <a:ext uri="{FF2B5EF4-FFF2-40B4-BE49-F238E27FC236}">
                  <a16:creationId xmlns:a16="http://schemas.microsoft.com/office/drawing/2014/main" id="{F6C57C37-2CF3-B8CB-FA37-E8AED967B7C3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B5B671E-709B-4A58-17FF-454A0ACED21A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102" name="Hexagon 34">
                <a:extLst>
                  <a:ext uri="{FF2B5EF4-FFF2-40B4-BE49-F238E27FC236}">
                    <a16:creationId xmlns:a16="http://schemas.microsoft.com/office/drawing/2014/main" id="{7F317548-DA84-FB9A-5D59-F969492C132D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Hexagon 34">
                <a:extLst>
                  <a:ext uri="{FF2B5EF4-FFF2-40B4-BE49-F238E27FC236}">
                    <a16:creationId xmlns:a16="http://schemas.microsoft.com/office/drawing/2014/main" id="{16748266-1432-1AF2-C0A5-FBF0663A7E6A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4BE04D4E-509E-7458-423E-B0EA77009B28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2115BB9-5213-DF45-0B0E-0A18DD809DC0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49CC5C87-09EC-6713-51BD-B71952D9283B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74511B23-12A0-79EB-88D6-372AF2B80B63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F80126BE-D27D-D401-DB11-0D42901B8C65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Hexagon 34">
              <a:extLst>
                <a:ext uri="{FF2B5EF4-FFF2-40B4-BE49-F238E27FC236}">
                  <a16:creationId xmlns:a16="http://schemas.microsoft.com/office/drawing/2014/main" id="{769A5E43-B92A-22BA-2394-A185B4043015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BB07928-4A6E-71A1-50CB-BE751FA09674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11" name="Hexagon 34">
              <a:extLst>
                <a:ext uri="{FF2B5EF4-FFF2-40B4-BE49-F238E27FC236}">
                  <a16:creationId xmlns:a16="http://schemas.microsoft.com/office/drawing/2014/main" id="{3BB0A37A-FA84-F1F6-4ED9-2E4363170553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Hexagon 34">
              <a:extLst>
                <a:ext uri="{FF2B5EF4-FFF2-40B4-BE49-F238E27FC236}">
                  <a16:creationId xmlns:a16="http://schemas.microsoft.com/office/drawing/2014/main" id="{1AB86FB2-1C03-4166-67CD-5967C6BD43D0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Hexagon 34">
              <a:extLst>
                <a:ext uri="{FF2B5EF4-FFF2-40B4-BE49-F238E27FC236}">
                  <a16:creationId xmlns:a16="http://schemas.microsoft.com/office/drawing/2014/main" id="{0069D670-E69B-44E2-39E3-7BF31DB00B66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C9D5D818-7765-430B-BD76-0D80F7C9CA4B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7AC0E10E-2E5F-9980-F812-8F35004F6D2B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D74D58F-638D-359D-F1B9-1D7E755EA5DC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A9B1DF1-47CC-E85D-D409-A744EA3F4E8D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6A031889-F72F-FFB8-DA94-9BB0A2E6EDE0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13F83EF-3BB9-4CB6-A4E8-600637841101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DAA7940C-A223-BC6F-6A95-A9354CE84A2C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6D36577-73ED-D2C7-607A-A84E118A502F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22" name="Right Brace 121">
            <a:extLst>
              <a:ext uri="{FF2B5EF4-FFF2-40B4-BE49-F238E27FC236}">
                <a16:creationId xmlns:a16="http://schemas.microsoft.com/office/drawing/2014/main" id="{DC3CA61D-6886-6C1C-3FAB-CF829EEA0C53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ight Brace 122">
            <a:extLst>
              <a:ext uri="{FF2B5EF4-FFF2-40B4-BE49-F238E27FC236}">
                <a16:creationId xmlns:a16="http://schemas.microsoft.com/office/drawing/2014/main" id="{15CE06AC-8DE5-DD9C-EFE5-28A0BFBAEDBC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ight Brace 123">
            <a:extLst>
              <a:ext uri="{FF2B5EF4-FFF2-40B4-BE49-F238E27FC236}">
                <a16:creationId xmlns:a16="http://schemas.microsoft.com/office/drawing/2014/main" id="{A589C510-AEFC-F935-8152-C114D73339E7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66E68EF-AB5A-C226-10A1-FB92B10BA787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4D78A6D-F09F-BDBD-2A35-A69DC953F550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261351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/Contact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ACBE76D-E7E7-F198-FEC3-2F74E880F8B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pic>
        <p:nvPicPr>
          <p:cNvPr id="18" name="Image 7">
            <a:extLst>
              <a:ext uri="{FF2B5EF4-FFF2-40B4-BE49-F238E27FC236}">
                <a16:creationId xmlns:a16="http://schemas.microsoft.com/office/drawing/2014/main" id="{8E1D42A8-A807-8A96-C319-1BC7F6DBEA90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B8C51-ACCC-7A02-61C4-A26C3D92EB80}"/>
              </a:ext>
            </a:extLst>
          </p:cNvPr>
          <p:cNvCxnSpPr>
            <a:cxnSpLocks/>
            <a:endCxn id="4" idx="5"/>
          </p:cNvCxnSpPr>
          <p:nvPr userDrawn="1"/>
        </p:nvCxnSpPr>
        <p:spPr>
          <a:xfrm flipV="1">
            <a:off x="6312024" y="5081811"/>
            <a:ext cx="1319007" cy="1788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02FF09-05E7-C827-F0C7-6623E5BE4B4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631031" y="5081811"/>
            <a:ext cx="2424151" cy="177618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9F6EBE-9689-C3AC-7ED1-35E9BB3628E3}"/>
              </a:ext>
            </a:extLst>
          </p:cNvPr>
          <p:cNvCxnSpPr>
            <a:cxnSpLocks/>
          </p:cNvCxnSpPr>
          <p:nvPr userDrawn="1"/>
        </p:nvCxnSpPr>
        <p:spPr>
          <a:xfrm flipV="1">
            <a:off x="-7833" y="1638765"/>
            <a:ext cx="6009802" cy="19107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B0EBF0-0B84-8577-6398-DCF3EF35A4E7}"/>
              </a:ext>
            </a:extLst>
          </p:cNvPr>
          <p:cNvCxnSpPr>
            <a:cxnSpLocks/>
            <a:endCxn id="4" idx="0"/>
          </p:cNvCxnSpPr>
          <p:nvPr userDrawn="1"/>
        </p:nvCxnSpPr>
        <p:spPr>
          <a:xfrm>
            <a:off x="3003116" y="6757"/>
            <a:ext cx="3003206" cy="163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exagon 3">
            <a:extLst>
              <a:ext uri="{FF2B5EF4-FFF2-40B4-BE49-F238E27FC236}">
                <a16:creationId xmlns:a16="http://schemas.microsoft.com/office/drawing/2014/main" id="{1251EDE3-E900-23E2-BC34-A14973C601B0}"/>
              </a:ext>
            </a:extLst>
          </p:cNvPr>
          <p:cNvSpPr/>
          <p:nvPr userDrawn="1"/>
        </p:nvSpPr>
        <p:spPr>
          <a:xfrm>
            <a:off x="5829537" y="0"/>
            <a:ext cx="6362463" cy="5081811"/>
          </a:xfrm>
          <a:custGeom>
            <a:avLst/>
            <a:gdLst>
              <a:gd name="connsiteX0" fmla="*/ 0 w 2761508"/>
              <a:gd name="connsiteY0" fmla="*/ 712004 h 1424007"/>
              <a:gd name="connsiteX1" fmla="*/ 356002 w 2761508"/>
              <a:gd name="connsiteY1" fmla="*/ 0 h 1424007"/>
              <a:gd name="connsiteX2" fmla="*/ 2405506 w 2761508"/>
              <a:gd name="connsiteY2" fmla="*/ 0 h 1424007"/>
              <a:gd name="connsiteX3" fmla="*/ 2761508 w 2761508"/>
              <a:gd name="connsiteY3" fmla="*/ 712004 h 1424007"/>
              <a:gd name="connsiteX4" fmla="*/ 2405506 w 2761508"/>
              <a:gd name="connsiteY4" fmla="*/ 1424007 h 1424007"/>
              <a:gd name="connsiteX5" fmla="*/ 356002 w 2761508"/>
              <a:gd name="connsiteY5" fmla="*/ 1424007 h 1424007"/>
              <a:gd name="connsiteX6" fmla="*/ 0 w 2761508"/>
              <a:gd name="connsiteY6" fmla="*/ 712004 h 1424007"/>
              <a:gd name="connsiteX0" fmla="*/ 732569 w 3494077"/>
              <a:gd name="connsiteY0" fmla="*/ 900690 h 1612693"/>
              <a:gd name="connsiteX1" fmla="*/ 0 w 3494077"/>
              <a:gd name="connsiteY1" fmla="*/ 0 h 1612693"/>
              <a:gd name="connsiteX2" fmla="*/ 3138075 w 3494077"/>
              <a:gd name="connsiteY2" fmla="*/ 188686 h 1612693"/>
              <a:gd name="connsiteX3" fmla="*/ 3494077 w 3494077"/>
              <a:gd name="connsiteY3" fmla="*/ 900690 h 1612693"/>
              <a:gd name="connsiteX4" fmla="*/ 3138075 w 3494077"/>
              <a:gd name="connsiteY4" fmla="*/ 1612693 h 1612693"/>
              <a:gd name="connsiteX5" fmla="*/ 1088571 w 3494077"/>
              <a:gd name="connsiteY5" fmla="*/ 1612693 h 1612693"/>
              <a:gd name="connsiteX6" fmla="*/ 732569 w 3494077"/>
              <a:gd name="connsiteY6" fmla="*/ 900690 h 1612693"/>
              <a:gd name="connsiteX0" fmla="*/ 122969 w 3494077"/>
              <a:gd name="connsiteY0" fmla="*/ 1655433 h 1655433"/>
              <a:gd name="connsiteX1" fmla="*/ 0 w 3494077"/>
              <a:gd name="connsiteY1" fmla="*/ 0 h 1655433"/>
              <a:gd name="connsiteX2" fmla="*/ 3138075 w 3494077"/>
              <a:gd name="connsiteY2" fmla="*/ 188686 h 1655433"/>
              <a:gd name="connsiteX3" fmla="*/ 3494077 w 3494077"/>
              <a:gd name="connsiteY3" fmla="*/ 900690 h 1655433"/>
              <a:gd name="connsiteX4" fmla="*/ 3138075 w 3494077"/>
              <a:gd name="connsiteY4" fmla="*/ 1612693 h 1655433"/>
              <a:gd name="connsiteX5" fmla="*/ 1088571 w 3494077"/>
              <a:gd name="connsiteY5" fmla="*/ 1612693 h 1655433"/>
              <a:gd name="connsiteX6" fmla="*/ 122969 w 3494077"/>
              <a:gd name="connsiteY6" fmla="*/ 1655433 h 1655433"/>
              <a:gd name="connsiteX0" fmla="*/ 122969 w 3494077"/>
              <a:gd name="connsiteY0" fmla="*/ 1655433 h 5168693"/>
              <a:gd name="connsiteX1" fmla="*/ 0 w 3494077"/>
              <a:gd name="connsiteY1" fmla="*/ 0 h 5168693"/>
              <a:gd name="connsiteX2" fmla="*/ 3138075 w 3494077"/>
              <a:gd name="connsiteY2" fmla="*/ 188686 h 5168693"/>
              <a:gd name="connsiteX3" fmla="*/ 3494077 w 3494077"/>
              <a:gd name="connsiteY3" fmla="*/ 900690 h 5168693"/>
              <a:gd name="connsiteX4" fmla="*/ 3138075 w 3494077"/>
              <a:gd name="connsiteY4" fmla="*/ 1612693 h 5168693"/>
              <a:gd name="connsiteX5" fmla="*/ 1770742 w 3494077"/>
              <a:gd name="connsiteY5" fmla="*/ 5168693 h 5168693"/>
              <a:gd name="connsiteX6" fmla="*/ 122969 w 3494077"/>
              <a:gd name="connsiteY6" fmla="*/ 1655433 h 5168693"/>
              <a:gd name="connsiteX0" fmla="*/ 122969 w 5213618"/>
              <a:gd name="connsiteY0" fmla="*/ 1655433 h 5168693"/>
              <a:gd name="connsiteX1" fmla="*/ 0 w 5213618"/>
              <a:gd name="connsiteY1" fmla="*/ 0 h 5168693"/>
              <a:gd name="connsiteX2" fmla="*/ 3138075 w 5213618"/>
              <a:gd name="connsiteY2" fmla="*/ 188686 h 5168693"/>
              <a:gd name="connsiteX3" fmla="*/ 3494077 w 5213618"/>
              <a:gd name="connsiteY3" fmla="*/ 900690 h 5168693"/>
              <a:gd name="connsiteX4" fmla="*/ 5213618 w 5213618"/>
              <a:gd name="connsiteY4" fmla="*/ 3441493 h 5168693"/>
              <a:gd name="connsiteX5" fmla="*/ 1770742 w 5213618"/>
              <a:gd name="connsiteY5" fmla="*/ 5168693 h 5168693"/>
              <a:gd name="connsiteX6" fmla="*/ 122969 w 5213618"/>
              <a:gd name="connsiteY6" fmla="*/ 1655433 h 5168693"/>
              <a:gd name="connsiteX0" fmla="*/ 122969 w 5213618"/>
              <a:gd name="connsiteY0" fmla="*/ 1655433 h 5125150"/>
              <a:gd name="connsiteX1" fmla="*/ 0 w 5213618"/>
              <a:gd name="connsiteY1" fmla="*/ 0 h 5125150"/>
              <a:gd name="connsiteX2" fmla="*/ 3138075 w 5213618"/>
              <a:gd name="connsiteY2" fmla="*/ 188686 h 5125150"/>
              <a:gd name="connsiteX3" fmla="*/ 3494077 w 5213618"/>
              <a:gd name="connsiteY3" fmla="*/ 900690 h 5125150"/>
              <a:gd name="connsiteX4" fmla="*/ 5213618 w 5213618"/>
              <a:gd name="connsiteY4" fmla="*/ 3441493 h 5125150"/>
              <a:gd name="connsiteX5" fmla="*/ 1727199 w 5213618"/>
              <a:gd name="connsiteY5" fmla="*/ 5125150 h 5125150"/>
              <a:gd name="connsiteX6" fmla="*/ 122969 w 5213618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3138075 w 6324363"/>
              <a:gd name="connsiteY2" fmla="*/ 188686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6316704 w 6324363"/>
              <a:gd name="connsiteY2" fmla="*/ 29029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77664 w 6385323"/>
              <a:gd name="connsiteY2" fmla="*/ 2902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54804 w 6385323"/>
              <a:gd name="connsiteY2" fmla="*/ 616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62463"/>
              <a:gd name="connsiteY0" fmla="*/ 1655433 h 5125150"/>
              <a:gd name="connsiteX1" fmla="*/ 0 w 6362463"/>
              <a:gd name="connsiteY1" fmla="*/ 0 h 5125150"/>
              <a:gd name="connsiteX2" fmla="*/ 6354804 w 6362463"/>
              <a:gd name="connsiteY2" fmla="*/ 6169 h 5125150"/>
              <a:gd name="connsiteX3" fmla="*/ 6362463 w 6362463"/>
              <a:gd name="connsiteY3" fmla="*/ 4062627 h 5125150"/>
              <a:gd name="connsiteX4" fmla="*/ 5274578 w 6362463"/>
              <a:gd name="connsiteY4" fmla="*/ 3441493 h 5125150"/>
              <a:gd name="connsiteX5" fmla="*/ 1788159 w 6362463"/>
              <a:gd name="connsiteY5" fmla="*/ 5125150 h 5125150"/>
              <a:gd name="connsiteX6" fmla="*/ 183929 w 6362463"/>
              <a:gd name="connsiteY6" fmla="*/ 1655433 h 5125150"/>
              <a:gd name="connsiteX0" fmla="*/ 183929 w 6362463"/>
              <a:gd name="connsiteY0" fmla="*/ 1655433 h 5079430"/>
              <a:gd name="connsiteX1" fmla="*/ 0 w 6362463"/>
              <a:gd name="connsiteY1" fmla="*/ 0 h 5079430"/>
              <a:gd name="connsiteX2" fmla="*/ 6354804 w 6362463"/>
              <a:gd name="connsiteY2" fmla="*/ 6169 h 5079430"/>
              <a:gd name="connsiteX3" fmla="*/ 6362463 w 6362463"/>
              <a:gd name="connsiteY3" fmla="*/ 4062627 h 5079430"/>
              <a:gd name="connsiteX4" fmla="*/ 5274578 w 6362463"/>
              <a:gd name="connsiteY4" fmla="*/ 3441493 h 5079430"/>
              <a:gd name="connsiteX5" fmla="*/ 1811019 w 6362463"/>
              <a:gd name="connsiteY5" fmla="*/ 5079430 h 5079430"/>
              <a:gd name="connsiteX6" fmla="*/ 183929 w 6362463"/>
              <a:gd name="connsiteY6" fmla="*/ 1655433 h 5079430"/>
              <a:gd name="connsiteX0" fmla="*/ 183929 w 6362463"/>
              <a:gd name="connsiteY0" fmla="*/ 1655433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83929 w 6362463"/>
              <a:gd name="connsiteY6" fmla="*/ 1655433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7186 w 6362463"/>
              <a:gd name="connsiteY2" fmla="*/ 8550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2463" h="5081811">
                <a:moveTo>
                  <a:pt x="176785" y="1638765"/>
                </a:moveTo>
                <a:lnTo>
                  <a:pt x="0" y="0"/>
                </a:lnTo>
                <a:lnTo>
                  <a:pt x="6357186" y="8550"/>
                </a:lnTo>
                <a:lnTo>
                  <a:pt x="6362463" y="4062627"/>
                </a:lnTo>
                <a:lnTo>
                  <a:pt x="5274578" y="3441493"/>
                </a:lnTo>
                <a:lnTo>
                  <a:pt x="1801494" y="5081811"/>
                </a:lnTo>
                <a:lnTo>
                  <a:pt x="176785" y="16387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47CFC66D-8E53-08FD-58AB-477361A2736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01" y="5653321"/>
            <a:ext cx="1725961" cy="136091"/>
          </a:xfrm>
          <a:prstGeom prst="rect">
            <a:avLst/>
          </a:prstGeom>
        </p:spPr>
      </p:pic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B6048033-EFF7-2C87-2BB4-9524E1687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8645" y="1217709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Full Name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505C0BE-927E-ABCE-8865-F91E554E5B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8645" y="784261"/>
            <a:ext cx="2691612" cy="2769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2000" b="1" i="0" baseline="0">
                <a:solidFill>
                  <a:schemeClr val="tx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Contact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784A417B-681A-9786-C1B0-14ADA1AAF4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8645" y="1519284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i="0" baseline="0">
                <a:solidFill>
                  <a:srgbClr val="E23616"/>
                </a:solidFill>
                <a:latin typeface="Montserrat Light" pitchFamily="2" charset="77"/>
              </a:defRPr>
            </a:lvl1pPr>
          </a:lstStyle>
          <a:p>
            <a:pPr lvl="0"/>
            <a:r>
              <a:rPr noProof="0" dirty="0"/>
              <a:t>Job title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0A7959D6-3637-C725-DC8A-4C91E4F7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8645" y="2014759"/>
            <a:ext cx="2691612" cy="215444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>
                <a:effectLst/>
              </a:rPr>
              <a:t>Mail </a:t>
            </a:r>
            <a:r>
              <a:rPr noProof="0" dirty="0" err="1">
                <a:effectLst/>
              </a:rPr>
              <a:t>adress</a:t>
            </a:r>
            <a:endParaRPr noProof="0" dirty="0">
              <a:effectLst/>
            </a:endParaRP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D209E1-B319-580B-7368-45F6D40F8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8645" y="2994794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www.elca.ch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02AC627-5DB3-55F2-43CC-78D0FF087D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55182" y="3429000"/>
            <a:ext cx="1042301" cy="3429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6">
            <a:extLst>
              <a:ext uri="{FF2B5EF4-FFF2-40B4-BE49-F238E27FC236}">
                <a16:creationId xmlns:a16="http://schemas.microsoft.com/office/drawing/2014/main" id="{1405ABAB-C87C-AA30-23C5-AD75C45466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046" y="4293096"/>
            <a:ext cx="5267946" cy="792088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6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Thank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574CEBBD-64A1-46E3-55E1-13A69F401D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046" y="5085184"/>
            <a:ext cx="5267946" cy="83219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60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you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D7E94F1-5323-3670-CEBE-14DB83B632CD}"/>
              </a:ext>
            </a:extLst>
          </p:cNvPr>
          <p:cNvSpPr/>
          <p:nvPr userDrawn="1"/>
        </p:nvSpPr>
        <p:spPr>
          <a:xfrm>
            <a:off x="6654232" y="712049"/>
            <a:ext cx="1530000" cy="15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DD29695-26CE-9A98-21AC-EE3A3E653B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666139" y="724226"/>
            <a:ext cx="1504950" cy="1504950"/>
          </a:xfrm>
          <a:prstGeom prst="ellipse">
            <a:avLst/>
          </a:prstGeom>
          <a:noFill/>
        </p:spPr>
        <p:txBody>
          <a:bodyPr/>
          <a:lstStyle>
            <a:lvl1pPr>
              <a:defRPr/>
            </a:lvl1pPr>
          </a:lstStyle>
          <a:p>
            <a:r>
              <a:t>Click icon to add picture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689214-3E85-3DC8-2AF3-9F3CAF9BC8DB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15" name="Hexagon 34">
            <a:extLst>
              <a:ext uri="{FF2B5EF4-FFF2-40B4-BE49-F238E27FC236}">
                <a16:creationId xmlns:a16="http://schemas.microsoft.com/office/drawing/2014/main" id="{54F96F5A-8DF6-1D10-0CC3-ED3D0E44F8CC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F2AC17-121A-33F4-0532-33FA6F8D807B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7" name="Hexagon 34">
              <a:extLst>
                <a:ext uri="{FF2B5EF4-FFF2-40B4-BE49-F238E27FC236}">
                  <a16:creationId xmlns:a16="http://schemas.microsoft.com/office/drawing/2014/main" id="{EBCB9A27-6494-F50D-02BD-20967784EC90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585A308A-8772-E560-B1FE-87810B1F8083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Hexagon 34">
              <a:extLst>
                <a:ext uri="{FF2B5EF4-FFF2-40B4-BE49-F238E27FC236}">
                  <a16:creationId xmlns:a16="http://schemas.microsoft.com/office/drawing/2014/main" id="{FA33B8FD-BFB9-01F7-EBC1-84F1B24D495C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A758E87-9C06-EC07-D66C-EA87FF5E86EE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22" name="Hexagon 34">
            <a:extLst>
              <a:ext uri="{FF2B5EF4-FFF2-40B4-BE49-F238E27FC236}">
                <a16:creationId xmlns:a16="http://schemas.microsoft.com/office/drawing/2014/main" id="{DF182A02-2E6F-7BAC-F77F-5D1167F7E9AA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2590C3-7E50-4DFB-24E8-923665B126C4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25" name="Hexagon 34">
              <a:extLst>
                <a:ext uri="{FF2B5EF4-FFF2-40B4-BE49-F238E27FC236}">
                  <a16:creationId xmlns:a16="http://schemas.microsoft.com/office/drawing/2014/main" id="{9F4E0595-1633-5E4E-7D03-2C6555835A16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Hexagon 34">
              <a:extLst>
                <a:ext uri="{FF2B5EF4-FFF2-40B4-BE49-F238E27FC236}">
                  <a16:creationId xmlns:a16="http://schemas.microsoft.com/office/drawing/2014/main" id="{04D09A84-97DF-CF6B-52AF-A9C8493ADC6B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Hexagon 34">
              <a:extLst>
                <a:ext uri="{FF2B5EF4-FFF2-40B4-BE49-F238E27FC236}">
                  <a16:creationId xmlns:a16="http://schemas.microsoft.com/office/drawing/2014/main" id="{E44692F7-C708-7798-04B6-FC956F35716A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438BF98-6339-15CC-2A69-1488079E79F9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30" name="Hexagon 34">
              <a:extLst>
                <a:ext uri="{FF2B5EF4-FFF2-40B4-BE49-F238E27FC236}">
                  <a16:creationId xmlns:a16="http://schemas.microsoft.com/office/drawing/2014/main" id="{BEC87AC5-EFC7-8881-5591-475C2F48D553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3" name="Hexagon 34">
              <a:extLst>
                <a:ext uri="{FF2B5EF4-FFF2-40B4-BE49-F238E27FC236}">
                  <a16:creationId xmlns:a16="http://schemas.microsoft.com/office/drawing/2014/main" id="{162BBDD2-6C95-31C0-98B6-637C9D0E60FB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B6D014E2-D537-A8FA-4990-C9BD825550FE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Hexagon 34">
              <a:extLst>
                <a:ext uri="{FF2B5EF4-FFF2-40B4-BE49-F238E27FC236}">
                  <a16:creationId xmlns:a16="http://schemas.microsoft.com/office/drawing/2014/main" id="{38753B4E-43D0-CA6A-060B-235CAF678F63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FBE55F7-BAD6-FA9D-AE9E-F68EFA48C5CE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B9A29552-D18A-68BA-466B-0EC3D0C85D3D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Hexagon 34">
              <a:extLst>
                <a:ext uri="{FF2B5EF4-FFF2-40B4-BE49-F238E27FC236}">
                  <a16:creationId xmlns:a16="http://schemas.microsoft.com/office/drawing/2014/main" id="{4F16EA4E-C00B-0063-A92A-470F2646E8E8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8DDA57B6-E630-D24F-D25A-3A58B63006DF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4B46CBA2-E482-52BF-D699-5045F5513D02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7" name="Hexagon 34">
            <a:extLst>
              <a:ext uri="{FF2B5EF4-FFF2-40B4-BE49-F238E27FC236}">
                <a16:creationId xmlns:a16="http://schemas.microsoft.com/office/drawing/2014/main" id="{5A29A4FE-E49A-775F-4558-4BFCBECCDD5C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06BA193-D933-4309-64AB-5C4F7412A3E3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1A5B5F0A-D3B1-16A8-3CF3-3496CFCD862B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0" name="Hexagon 34">
              <a:extLst>
                <a:ext uri="{FF2B5EF4-FFF2-40B4-BE49-F238E27FC236}">
                  <a16:creationId xmlns:a16="http://schemas.microsoft.com/office/drawing/2014/main" id="{9ED76182-8B99-F2E2-C0DF-7E669B8951F9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Hexagon 34">
              <a:extLst>
                <a:ext uri="{FF2B5EF4-FFF2-40B4-BE49-F238E27FC236}">
                  <a16:creationId xmlns:a16="http://schemas.microsoft.com/office/drawing/2014/main" id="{8CFB6B88-FEE7-829B-EC39-7E7A60C80034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7EEAA91-92BE-2CFE-9282-E9179AB95120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93" name="Hexagon 34">
              <a:extLst>
                <a:ext uri="{FF2B5EF4-FFF2-40B4-BE49-F238E27FC236}">
                  <a16:creationId xmlns:a16="http://schemas.microsoft.com/office/drawing/2014/main" id="{90CF8A1A-0B10-2F67-8D4A-4F90597EC002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Hexagon 34">
              <a:extLst>
                <a:ext uri="{FF2B5EF4-FFF2-40B4-BE49-F238E27FC236}">
                  <a16:creationId xmlns:a16="http://schemas.microsoft.com/office/drawing/2014/main" id="{E777B746-0558-DA32-53E1-49E6C5E81485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437FF7B5-7414-BF2D-7C59-C243981D7FF8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0C6947F-4D8D-53FE-5655-3538C82E695C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97" name="Hexagon 34">
              <a:extLst>
                <a:ext uri="{FF2B5EF4-FFF2-40B4-BE49-F238E27FC236}">
                  <a16:creationId xmlns:a16="http://schemas.microsoft.com/office/drawing/2014/main" id="{467B7471-FDE4-AACA-5915-C575C41D9297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3E21705-3D25-ED02-17C1-EF1EF80E2FB3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9" name="Hexagon 34">
                <a:extLst>
                  <a:ext uri="{FF2B5EF4-FFF2-40B4-BE49-F238E27FC236}">
                    <a16:creationId xmlns:a16="http://schemas.microsoft.com/office/drawing/2014/main" id="{7F79038F-8511-C173-6F1C-53A7CD252470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Hexagon 34">
                <a:extLst>
                  <a:ext uri="{FF2B5EF4-FFF2-40B4-BE49-F238E27FC236}">
                    <a16:creationId xmlns:a16="http://schemas.microsoft.com/office/drawing/2014/main" id="{542F856F-3A79-4F8E-79B1-8BE62F172047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DE35A940-379E-DBA7-F969-5F7EEF02CBB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27C9731-6EC3-37CD-B683-F426FD8031C1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4D892DEC-AD7D-FA71-C727-D57E4D13BCD6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5FAECDA-C4CB-190F-F162-8665EB9E84A2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105" name="Hexagon 34">
                <a:extLst>
                  <a:ext uri="{FF2B5EF4-FFF2-40B4-BE49-F238E27FC236}">
                    <a16:creationId xmlns:a16="http://schemas.microsoft.com/office/drawing/2014/main" id="{F6E20E16-4EA3-C9F0-5359-F1BB4FE04FE2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Hexagon 34">
                <a:extLst>
                  <a:ext uri="{FF2B5EF4-FFF2-40B4-BE49-F238E27FC236}">
                    <a16:creationId xmlns:a16="http://schemas.microsoft.com/office/drawing/2014/main" id="{4042F9BA-5733-D9E5-745A-CD0A485F910D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1E00A657-A29E-42F4-D109-370CDE0A4BE8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97542E7-971D-05D8-A3F1-C882433BD15E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9" name="Hexagon 34">
              <a:extLst>
                <a:ext uri="{FF2B5EF4-FFF2-40B4-BE49-F238E27FC236}">
                  <a16:creationId xmlns:a16="http://schemas.microsoft.com/office/drawing/2014/main" id="{4BD805AF-1774-9A60-E787-5A5950E3B447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Hexagon 34">
              <a:extLst>
                <a:ext uri="{FF2B5EF4-FFF2-40B4-BE49-F238E27FC236}">
                  <a16:creationId xmlns:a16="http://schemas.microsoft.com/office/drawing/2014/main" id="{87B48787-97DA-764E-C6C8-326C635B60D2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Hexagon 34">
              <a:extLst>
                <a:ext uri="{FF2B5EF4-FFF2-40B4-BE49-F238E27FC236}">
                  <a16:creationId xmlns:a16="http://schemas.microsoft.com/office/drawing/2014/main" id="{C7E59FC5-215A-3450-C5F3-3D4AF23CC2FD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Hexagon 34">
              <a:extLst>
                <a:ext uri="{FF2B5EF4-FFF2-40B4-BE49-F238E27FC236}">
                  <a16:creationId xmlns:a16="http://schemas.microsoft.com/office/drawing/2014/main" id="{56131F9B-1A79-A021-CA1B-9B93EBC47623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EB72555-F4EE-CBF5-2498-0FD518B8CFFC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14" name="Hexagon 34">
              <a:extLst>
                <a:ext uri="{FF2B5EF4-FFF2-40B4-BE49-F238E27FC236}">
                  <a16:creationId xmlns:a16="http://schemas.microsoft.com/office/drawing/2014/main" id="{287947CB-FDA7-27A2-B319-A1D3192DAB9A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Hexagon 34">
              <a:extLst>
                <a:ext uri="{FF2B5EF4-FFF2-40B4-BE49-F238E27FC236}">
                  <a16:creationId xmlns:a16="http://schemas.microsoft.com/office/drawing/2014/main" id="{F7F562D7-7ADC-6B4C-9793-128B1D27AB2E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Hexagon 34">
              <a:extLst>
                <a:ext uri="{FF2B5EF4-FFF2-40B4-BE49-F238E27FC236}">
                  <a16:creationId xmlns:a16="http://schemas.microsoft.com/office/drawing/2014/main" id="{28378809-11DD-B200-281F-71B90EE4694D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A3ED56A4-F59B-55C0-12F3-ACDCEFEDD8BE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49ED757F-669E-1091-C929-6168EC10A477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5F5BC0E-8713-270C-5365-DD826A5F4DB5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A090179-E53A-9C59-F365-12A4607427EC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21" name="Right Brace 120">
            <a:extLst>
              <a:ext uri="{FF2B5EF4-FFF2-40B4-BE49-F238E27FC236}">
                <a16:creationId xmlns:a16="http://schemas.microsoft.com/office/drawing/2014/main" id="{4A104BDD-FB37-5AE9-35E8-2803D5E8ED0E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3E39883-EA55-6CFB-ECC1-5B1725DB12FA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3" name="Right Brace 122">
            <a:extLst>
              <a:ext uri="{FF2B5EF4-FFF2-40B4-BE49-F238E27FC236}">
                <a16:creationId xmlns:a16="http://schemas.microsoft.com/office/drawing/2014/main" id="{94448023-B85A-4BF7-42C1-089F25A3052B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7E00D24-7439-A5AF-216D-CD16B08A7F6A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25" name="Right Brace 124">
            <a:extLst>
              <a:ext uri="{FF2B5EF4-FFF2-40B4-BE49-F238E27FC236}">
                <a16:creationId xmlns:a16="http://schemas.microsoft.com/office/drawing/2014/main" id="{9371B270-90AD-B152-76D4-6810ED4079D9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ight Brace 125">
            <a:extLst>
              <a:ext uri="{FF2B5EF4-FFF2-40B4-BE49-F238E27FC236}">
                <a16:creationId xmlns:a16="http://schemas.microsoft.com/office/drawing/2014/main" id="{F76B9348-805C-953A-E2A3-8272EF3A9E89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ight Brace 126">
            <a:extLst>
              <a:ext uri="{FF2B5EF4-FFF2-40B4-BE49-F238E27FC236}">
                <a16:creationId xmlns:a16="http://schemas.microsoft.com/office/drawing/2014/main" id="{19C636D2-9DE5-C4D4-02DD-63D53F2228FF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2DC3DBD-8C20-EF04-40E3-8EFDF04F6C9E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B3D9D0B-317B-CC2F-9A77-8013401BCFD1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37107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/Contact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ACBE76D-E7E7-F198-FEC3-2F74E880F8B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pic>
        <p:nvPicPr>
          <p:cNvPr id="18" name="Image 7">
            <a:extLst>
              <a:ext uri="{FF2B5EF4-FFF2-40B4-BE49-F238E27FC236}">
                <a16:creationId xmlns:a16="http://schemas.microsoft.com/office/drawing/2014/main" id="{8E1D42A8-A807-8A96-C319-1BC7F6DBEA90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B8C51-ACCC-7A02-61C4-A26C3D92EB80}"/>
              </a:ext>
            </a:extLst>
          </p:cNvPr>
          <p:cNvCxnSpPr>
            <a:cxnSpLocks/>
            <a:endCxn id="4" idx="5"/>
          </p:cNvCxnSpPr>
          <p:nvPr userDrawn="1"/>
        </p:nvCxnSpPr>
        <p:spPr>
          <a:xfrm flipV="1">
            <a:off x="6312024" y="5081811"/>
            <a:ext cx="1319007" cy="1788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02FF09-05E7-C827-F0C7-6623E5BE4B4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631031" y="5081811"/>
            <a:ext cx="2424151" cy="177618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9F6EBE-9689-C3AC-7ED1-35E9BB3628E3}"/>
              </a:ext>
            </a:extLst>
          </p:cNvPr>
          <p:cNvCxnSpPr>
            <a:cxnSpLocks/>
          </p:cNvCxnSpPr>
          <p:nvPr userDrawn="1"/>
        </p:nvCxnSpPr>
        <p:spPr>
          <a:xfrm flipV="1">
            <a:off x="-7833" y="1638765"/>
            <a:ext cx="6009802" cy="19107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B0EBF0-0B84-8577-6398-DCF3EF35A4E7}"/>
              </a:ext>
            </a:extLst>
          </p:cNvPr>
          <p:cNvCxnSpPr>
            <a:cxnSpLocks/>
            <a:endCxn id="4" idx="0"/>
          </p:cNvCxnSpPr>
          <p:nvPr userDrawn="1"/>
        </p:nvCxnSpPr>
        <p:spPr>
          <a:xfrm>
            <a:off x="3003116" y="6757"/>
            <a:ext cx="3003206" cy="163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exagon 3">
            <a:extLst>
              <a:ext uri="{FF2B5EF4-FFF2-40B4-BE49-F238E27FC236}">
                <a16:creationId xmlns:a16="http://schemas.microsoft.com/office/drawing/2014/main" id="{1251EDE3-E900-23E2-BC34-A14973C601B0}"/>
              </a:ext>
            </a:extLst>
          </p:cNvPr>
          <p:cNvSpPr/>
          <p:nvPr userDrawn="1"/>
        </p:nvSpPr>
        <p:spPr>
          <a:xfrm>
            <a:off x="5829537" y="0"/>
            <a:ext cx="6362463" cy="5081811"/>
          </a:xfrm>
          <a:custGeom>
            <a:avLst/>
            <a:gdLst>
              <a:gd name="connsiteX0" fmla="*/ 0 w 2761508"/>
              <a:gd name="connsiteY0" fmla="*/ 712004 h 1424007"/>
              <a:gd name="connsiteX1" fmla="*/ 356002 w 2761508"/>
              <a:gd name="connsiteY1" fmla="*/ 0 h 1424007"/>
              <a:gd name="connsiteX2" fmla="*/ 2405506 w 2761508"/>
              <a:gd name="connsiteY2" fmla="*/ 0 h 1424007"/>
              <a:gd name="connsiteX3" fmla="*/ 2761508 w 2761508"/>
              <a:gd name="connsiteY3" fmla="*/ 712004 h 1424007"/>
              <a:gd name="connsiteX4" fmla="*/ 2405506 w 2761508"/>
              <a:gd name="connsiteY4" fmla="*/ 1424007 h 1424007"/>
              <a:gd name="connsiteX5" fmla="*/ 356002 w 2761508"/>
              <a:gd name="connsiteY5" fmla="*/ 1424007 h 1424007"/>
              <a:gd name="connsiteX6" fmla="*/ 0 w 2761508"/>
              <a:gd name="connsiteY6" fmla="*/ 712004 h 1424007"/>
              <a:gd name="connsiteX0" fmla="*/ 732569 w 3494077"/>
              <a:gd name="connsiteY0" fmla="*/ 900690 h 1612693"/>
              <a:gd name="connsiteX1" fmla="*/ 0 w 3494077"/>
              <a:gd name="connsiteY1" fmla="*/ 0 h 1612693"/>
              <a:gd name="connsiteX2" fmla="*/ 3138075 w 3494077"/>
              <a:gd name="connsiteY2" fmla="*/ 188686 h 1612693"/>
              <a:gd name="connsiteX3" fmla="*/ 3494077 w 3494077"/>
              <a:gd name="connsiteY3" fmla="*/ 900690 h 1612693"/>
              <a:gd name="connsiteX4" fmla="*/ 3138075 w 3494077"/>
              <a:gd name="connsiteY4" fmla="*/ 1612693 h 1612693"/>
              <a:gd name="connsiteX5" fmla="*/ 1088571 w 3494077"/>
              <a:gd name="connsiteY5" fmla="*/ 1612693 h 1612693"/>
              <a:gd name="connsiteX6" fmla="*/ 732569 w 3494077"/>
              <a:gd name="connsiteY6" fmla="*/ 900690 h 1612693"/>
              <a:gd name="connsiteX0" fmla="*/ 122969 w 3494077"/>
              <a:gd name="connsiteY0" fmla="*/ 1655433 h 1655433"/>
              <a:gd name="connsiteX1" fmla="*/ 0 w 3494077"/>
              <a:gd name="connsiteY1" fmla="*/ 0 h 1655433"/>
              <a:gd name="connsiteX2" fmla="*/ 3138075 w 3494077"/>
              <a:gd name="connsiteY2" fmla="*/ 188686 h 1655433"/>
              <a:gd name="connsiteX3" fmla="*/ 3494077 w 3494077"/>
              <a:gd name="connsiteY3" fmla="*/ 900690 h 1655433"/>
              <a:gd name="connsiteX4" fmla="*/ 3138075 w 3494077"/>
              <a:gd name="connsiteY4" fmla="*/ 1612693 h 1655433"/>
              <a:gd name="connsiteX5" fmla="*/ 1088571 w 3494077"/>
              <a:gd name="connsiteY5" fmla="*/ 1612693 h 1655433"/>
              <a:gd name="connsiteX6" fmla="*/ 122969 w 3494077"/>
              <a:gd name="connsiteY6" fmla="*/ 1655433 h 1655433"/>
              <a:gd name="connsiteX0" fmla="*/ 122969 w 3494077"/>
              <a:gd name="connsiteY0" fmla="*/ 1655433 h 5168693"/>
              <a:gd name="connsiteX1" fmla="*/ 0 w 3494077"/>
              <a:gd name="connsiteY1" fmla="*/ 0 h 5168693"/>
              <a:gd name="connsiteX2" fmla="*/ 3138075 w 3494077"/>
              <a:gd name="connsiteY2" fmla="*/ 188686 h 5168693"/>
              <a:gd name="connsiteX3" fmla="*/ 3494077 w 3494077"/>
              <a:gd name="connsiteY3" fmla="*/ 900690 h 5168693"/>
              <a:gd name="connsiteX4" fmla="*/ 3138075 w 3494077"/>
              <a:gd name="connsiteY4" fmla="*/ 1612693 h 5168693"/>
              <a:gd name="connsiteX5" fmla="*/ 1770742 w 3494077"/>
              <a:gd name="connsiteY5" fmla="*/ 5168693 h 5168693"/>
              <a:gd name="connsiteX6" fmla="*/ 122969 w 3494077"/>
              <a:gd name="connsiteY6" fmla="*/ 1655433 h 5168693"/>
              <a:gd name="connsiteX0" fmla="*/ 122969 w 5213618"/>
              <a:gd name="connsiteY0" fmla="*/ 1655433 h 5168693"/>
              <a:gd name="connsiteX1" fmla="*/ 0 w 5213618"/>
              <a:gd name="connsiteY1" fmla="*/ 0 h 5168693"/>
              <a:gd name="connsiteX2" fmla="*/ 3138075 w 5213618"/>
              <a:gd name="connsiteY2" fmla="*/ 188686 h 5168693"/>
              <a:gd name="connsiteX3" fmla="*/ 3494077 w 5213618"/>
              <a:gd name="connsiteY3" fmla="*/ 900690 h 5168693"/>
              <a:gd name="connsiteX4" fmla="*/ 5213618 w 5213618"/>
              <a:gd name="connsiteY4" fmla="*/ 3441493 h 5168693"/>
              <a:gd name="connsiteX5" fmla="*/ 1770742 w 5213618"/>
              <a:gd name="connsiteY5" fmla="*/ 5168693 h 5168693"/>
              <a:gd name="connsiteX6" fmla="*/ 122969 w 5213618"/>
              <a:gd name="connsiteY6" fmla="*/ 1655433 h 5168693"/>
              <a:gd name="connsiteX0" fmla="*/ 122969 w 5213618"/>
              <a:gd name="connsiteY0" fmla="*/ 1655433 h 5125150"/>
              <a:gd name="connsiteX1" fmla="*/ 0 w 5213618"/>
              <a:gd name="connsiteY1" fmla="*/ 0 h 5125150"/>
              <a:gd name="connsiteX2" fmla="*/ 3138075 w 5213618"/>
              <a:gd name="connsiteY2" fmla="*/ 188686 h 5125150"/>
              <a:gd name="connsiteX3" fmla="*/ 3494077 w 5213618"/>
              <a:gd name="connsiteY3" fmla="*/ 900690 h 5125150"/>
              <a:gd name="connsiteX4" fmla="*/ 5213618 w 5213618"/>
              <a:gd name="connsiteY4" fmla="*/ 3441493 h 5125150"/>
              <a:gd name="connsiteX5" fmla="*/ 1727199 w 5213618"/>
              <a:gd name="connsiteY5" fmla="*/ 5125150 h 5125150"/>
              <a:gd name="connsiteX6" fmla="*/ 122969 w 5213618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3138075 w 6324363"/>
              <a:gd name="connsiteY2" fmla="*/ 188686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6316704 w 6324363"/>
              <a:gd name="connsiteY2" fmla="*/ 29029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77664 w 6385323"/>
              <a:gd name="connsiteY2" fmla="*/ 2902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54804 w 6385323"/>
              <a:gd name="connsiteY2" fmla="*/ 616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62463"/>
              <a:gd name="connsiteY0" fmla="*/ 1655433 h 5125150"/>
              <a:gd name="connsiteX1" fmla="*/ 0 w 6362463"/>
              <a:gd name="connsiteY1" fmla="*/ 0 h 5125150"/>
              <a:gd name="connsiteX2" fmla="*/ 6354804 w 6362463"/>
              <a:gd name="connsiteY2" fmla="*/ 6169 h 5125150"/>
              <a:gd name="connsiteX3" fmla="*/ 6362463 w 6362463"/>
              <a:gd name="connsiteY3" fmla="*/ 4062627 h 5125150"/>
              <a:gd name="connsiteX4" fmla="*/ 5274578 w 6362463"/>
              <a:gd name="connsiteY4" fmla="*/ 3441493 h 5125150"/>
              <a:gd name="connsiteX5" fmla="*/ 1788159 w 6362463"/>
              <a:gd name="connsiteY5" fmla="*/ 5125150 h 5125150"/>
              <a:gd name="connsiteX6" fmla="*/ 183929 w 6362463"/>
              <a:gd name="connsiteY6" fmla="*/ 1655433 h 5125150"/>
              <a:gd name="connsiteX0" fmla="*/ 183929 w 6362463"/>
              <a:gd name="connsiteY0" fmla="*/ 1655433 h 5079430"/>
              <a:gd name="connsiteX1" fmla="*/ 0 w 6362463"/>
              <a:gd name="connsiteY1" fmla="*/ 0 h 5079430"/>
              <a:gd name="connsiteX2" fmla="*/ 6354804 w 6362463"/>
              <a:gd name="connsiteY2" fmla="*/ 6169 h 5079430"/>
              <a:gd name="connsiteX3" fmla="*/ 6362463 w 6362463"/>
              <a:gd name="connsiteY3" fmla="*/ 4062627 h 5079430"/>
              <a:gd name="connsiteX4" fmla="*/ 5274578 w 6362463"/>
              <a:gd name="connsiteY4" fmla="*/ 3441493 h 5079430"/>
              <a:gd name="connsiteX5" fmla="*/ 1811019 w 6362463"/>
              <a:gd name="connsiteY5" fmla="*/ 5079430 h 5079430"/>
              <a:gd name="connsiteX6" fmla="*/ 183929 w 6362463"/>
              <a:gd name="connsiteY6" fmla="*/ 1655433 h 5079430"/>
              <a:gd name="connsiteX0" fmla="*/ 183929 w 6362463"/>
              <a:gd name="connsiteY0" fmla="*/ 1655433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83929 w 6362463"/>
              <a:gd name="connsiteY6" fmla="*/ 1655433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7186 w 6362463"/>
              <a:gd name="connsiteY2" fmla="*/ 8550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2463" h="5081811">
                <a:moveTo>
                  <a:pt x="176785" y="1638765"/>
                </a:moveTo>
                <a:lnTo>
                  <a:pt x="0" y="0"/>
                </a:lnTo>
                <a:lnTo>
                  <a:pt x="6357186" y="8550"/>
                </a:lnTo>
                <a:lnTo>
                  <a:pt x="6362463" y="4062627"/>
                </a:lnTo>
                <a:lnTo>
                  <a:pt x="5274578" y="3441493"/>
                </a:lnTo>
                <a:lnTo>
                  <a:pt x="1801494" y="5081811"/>
                </a:lnTo>
                <a:lnTo>
                  <a:pt x="176785" y="16387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47CFC66D-8E53-08FD-58AB-477361A2736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01" y="5653321"/>
            <a:ext cx="1725961" cy="136091"/>
          </a:xfrm>
          <a:prstGeom prst="rect">
            <a:avLst/>
          </a:prstGeom>
        </p:spPr>
      </p:pic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B6048033-EFF7-2C87-2BB4-9524E1687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8645" y="1147859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Full Name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505C0BE-927E-ABCE-8865-F91E554E5B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8645" y="714411"/>
            <a:ext cx="2691612" cy="2769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2000" b="1" i="0" baseline="0">
                <a:solidFill>
                  <a:schemeClr val="tx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Contact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784A417B-681A-9786-C1B0-14ADA1AAF4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8645" y="1449434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i="0" baseline="0">
                <a:solidFill>
                  <a:srgbClr val="E23616"/>
                </a:solidFill>
                <a:latin typeface="Montserrat Light" pitchFamily="2" charset="77"/>
              </a:defRPr>
            </a:lvl1pPr>
          </a:lstStyle>
          <a:p>
            <a:pPr lvl="0"/>
            <a:r>
              <a:rPr noProof="0" dirty="0"/>
              <a:t>Job title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0A7959D6-3637-C725-DC8A-4C91E4F7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8645" y="1944909"/>
            <a:ext cx="2691612" cy="215444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>
                <a:effectLst/>
              </a:rPr>
              <a:t>Mail </a:t>
            </a:r>
            <a:r>
              <a:rPr noProof="0" dirty="0" err="1">
                <a:effectLst/>
              </a:rPr>
              <a:t>adress</a:t>
            </a:r>
            <a:endParaRPr noProof="0" dirty="0">
              <a:effectLst/>
            </a:endParaRP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D209E1-B319-580B-7368-45F6D40F8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8645" y="2924944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www.elca.ch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02AC627-5DB3-55F2-43CC-78D0FF087D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55182" y="3429000"/>
            <a:ext cx="1042301" cy="3429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6">
            <a:extLst>
              <a:ext uri="{FF2B5EF4-FFF2-40B4-BE49-F238E27FC236}">
                <a16:creationId xmlns:a16="http://schemas.microsoft.com/office/drawing/2014/main" id="{1405ABAB-C87C-AA30-23C5-AD75C45466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046" y="4293096"/>
            <a:ext cx="5267946" cy="792088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6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Any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574CEBBD-64A1-46E3-55E1-13A69F401D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046" y="5085184"/>
            <a:ext cx="5267946" cy="83219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60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Questions?</a:t>
            </a:r>
          </a:p>
        </p:txBody>
      </p:sp>
      <p:sp>
        <p:nvSpPr>
          <p:cNvPr id="2" name="Hexagon 3">
            <a:extLst>
              <a:ext uri="{FF2B5EF4-FFF2-40B4-BE49-F238E27FC236}">
                <a16:creationId xmlns:a16="http://schemas.microsoft.com/office/drawing/2014/main" id="{A4E04375-839B-C898-7805-F79D194A7E1E}"/>
              </a:ext>
            </a:extLst>
          </p:cNvPr>
          <p:cNvSpPr/>
          <p:nvPr userDrawn="1"/>
        </p:nvSpPr>
        <p:spPr>
          <a:xfrm>
            <a:off x="5829537" y="0"/>
            <a:ext cx="6362463" cy="5081811"/>
          </a:xfrm>
          <a:custGeom>
            <a:avLst/>
            <a:gdLst>
              <a:gd name="connsiteX0" fmla="*/ 0 w 2761508"/>
              <a:gd name="connsiteY0" fmla="*/ 712004 h 1424007"/>
              <a:gd name="connsiteX1" fmla="*/ 356002 w 2761508"/>
              <a:gd name="connsiteY1" fmla="*/ 0 h 1424007"/>
              <a:gd name="connsiteX2" fmla="*/ 2405506 w 2761508"/>
              <a:gd name="connsiteY2" fmla="*/ 0 h 1424007"/>
              <a:gd name="connsiteX3" fmla="*/ 2761508 w 2761508"/>
              <a:gd name="connsiteY3" fmla="*/ 712004 h 1424007"/>
              <a:gd name="connsiteX4" fmla="*/ 2405506 w 2761508"/>
              <a:gd name="connsiteY4" fmla="*/ 1424007 h 1424007"/>
              <a:gd name="connsiteX5" fmla="*/ 356002 w 2761508"/>
              <a:gd name="connsiteY5" fmla="*/ 1424007 h 1424007"/>
              <a:gd name="connsiteX6" fmla="*/ 0 w 2761508"/>
              <a:gd name="connsiteY6" fmla="*/ 712004 h 1424007"/>
              <a:gd name="connsiteX0" fmla="*/ 732569 w 3494077"/>
              <a:gd name="connsiteY0" fmla="*/ 900690 h 1612693"/>
              <a:gd name="connsiteX1" fmla="*/ 0 w 3494077"/>
              <a:gd name="connsiteY1" fmla="*/ 0 h 1612693"/>
              <a:gd name="connsiteX2" fmla="*/ 3138075 w 3494077"/>
              <a:gd name="connsiteY2" fmla="*/ 188686 h 1612693"/>
              <a:gd name="connsiteX3" fmla="*/ 3494077 w 3494077"/>
              <a:gd name="connsiteY3" fmla="*/ 900690 h 1612693"/>
              <a:gd name="connsiteX4" fmla="*/ 3138075 w 3494077"/>
              <a:gd name="connsiteY4" fmla="*/ 1612693 h 1612693"/>
              <a:gd name="connsiteX5" fmla="*/ 1088571 w 3494077"/>
              <a:gd name="connsiteY5" fmla="*/ 1612693 h 1612693"/>
              <a:gd name="connsiteX6" fmla="*/ 732569 w 3494077"/>
              <a:gd name="connsiteY6" fmla="*/ 900690 h 1612693"/>
              <a:gd name="connsiteX0" fmla="*/ 122969 w 3494077"/>
              <a:gd name="connsiteY0" fmla="*/ 1655433 h 1655433"/>
              <a:gd name="connsiteX1" fmla="*/ 0 w 3494077"/>
              <a:gd name="connsiteY1" fmla="*/ 0 h 1655433"/>
              <a:gd name="connsiteX2" fmla="*/ 3138075 w 3494077"/>
              <a:gd name="connsiteY2" fmla="*/ 188686 h 1655433"/>
              <a:gd name="connsiteX3" fmla="*/ 3494077 w 3494077"/>
              <a:gd name="connsiteY3" fmla="*/ 900690 h 1655433"/>
              <a:gd name="connsiteX4" fmla="*/ 3138075 w 3494077"/>
              <a:gd name="connsiteY4" fmla="*/ 1612693 h 1655433"/>
              <a:gd name="connsiteX5" fmla="*/ 1088571 w 3494077"/>
              <a:gd name="connsiteY5" fmla="*/ 1612693 h 1655433"/>
              <a:gd name="connsiteX6" fmla="*/ 122969 w 3494077"/>
              <a:gd name="connsiteY6" fmla="*/ 1655433 h 1655433"/>
              <a:gd name="connsiteX0" fmla="*/ 122969 w 3494077"/>
              <a:gd name="connsiteY0" fmla="*/ 1655433 h 5168693"/>
              <a:gd name="connsiteX1" fmla="*/ 0 w 3494077"/>
              <a:gd name="connsiteY1" fmla="*/ 0 h 5168693"/>
              <a:gd name="connsiteX2" fmla="*/ 3138075 w 3494077"/>
              <a:gd name="connsiteY2" fmla="*/ 188686 h 5168693"/>
              <a:gd name="connsiteX3" fmla="*/ 3494077 w 3494077"/>
              <a:gd name="connsiteY3" fmla="*/ 900690 h 5168693"/>
              <a:gd name="connsiteX4" fmla="*/ 3138075 w 3494077"/>
              <a:gd name="connsiteY4" fmla="*/ 1612693 h 5168693"/>
              <a:gd name="connsiteX5" fmla="*/ 1770742 w 3494077"/>
              <a:gd name="connsiteY5" fmla="*/ 5168693 h 5168693"/>
              <a:gd name="connsiteX6" fmla="*/ 122969 w 3494077"/>
              <a:gd name="connsiteY6" fmla="*/ 1655433 h 5168693"/>
              <a:gd name="connsiteX0" fmla="*/ 122969 w 5213618"/>
              <a:gd name="connsiteY0" fmla="*/ 1655433 h 5168693"/>
              <a:gd name="connsiteX1" fmla="*/ 0 w 5213618"/>
              <a:gd name="connsiteY1" fmla="*/ 0 h 5168693"/>
              <a:gd name="connsiteX2" fmla="*/ 3138075 w 5213618"/>
              <a:gd name="connsiteY2" fmla="*/ 188686 h 5168693"/>
              <a:gd name="connsiteX3" fmla="*/ 3494077 w 5213618"/>
              <a:gd name="connsiteY3" fmla="*/ 900690 h 5168693"/>
              <a:gd name="connsiteX4" fmla="*/ 5213618 w 5213618"/>
              <a:gd name="connsiteY4" fmla="*/ 3441493 h 5168693"/>
              <a:gd name="connsiteX5" fmla="*/ 1770742 w 5213618"/>
              <a:gd name="connsiteY5" fmla="*/ 5168693 h 5168693"/>
              <a:gd name="connsiteX6" fmla="*/ 122969 w 5213618"/>
              <a:gd name="connsiteY6" fmla="*/ 1655433 h 5168693"/>
              <a:gd name="connsiteX0" fmla="*/ 122969 w 5213618"/>
              <a:gd name="connsiteY0" fmla="*/ 1655433 h 5125150"/>
              <a:gd name="connsiteX1" fmla="*/ 0 w 5213618"/>
              <a:gd name="connsiteY1" fmla="*/ 0 h 5125150"/>
              <a:gd name="connsiteX2" fmla="*/ 3138075 w 5213618"/>
              <a:gd name="connsiteY2" fmla="*/ 188686 h 5125150"/>
              <a:gd name="connsiteX3" fmla="*/ 3494077 w 5213618"/>
              <a:gd name="connsiteY3" fmla="*/ 900690 h 5125150"/>
              <a:gd name="connsiteX4" fmla="*/ 5213618 w 5213618"/>
              <a:gd name="connsiteY4" fmla="*/ 3441493 h 5125150"/>
              <a:gd name="connsiteX5" fmla="*/ 1727199 w 5213618"/>
              <a:gd name="connsiteY5" fmla="*/ 5125150 h 5125150"/>
              <a:gd name="connsiteX6" fmla="*/ 122969 w 5213618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3138075 w 6324363"/>
              <a:gd name="connsiteY2" fmla="*/ 188686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6316704 w 6324363"/>
              <a:gd name="connsiteY2" fmla="*/ 29029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77664 w 6385323"/>
              <a:gd name="connsiteY2" fmla="*/ 2902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54804 w 6385323"/>
              <a:gd name="connsiteY2" fmla="*/ 616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62463"/>
              <a:gd name="connsiteY0" fmla="*/ 1655433 h 5125150"/>
              <a:gd name="connsiteX1" fmla="*/ 0 w 6362463"/>
              <a:gd name="connsiteY1" fmla="*/ 0 h 5125150"/>
              <a:gd name="connsiteX2" fmla="*/ 6354804 w 6362463"/>
              <a:gd name="connsiteY2" fmla="*/ 6169 h 5125150"/>
              <a:gd name="connsiteX3" fmla="*/ 6362463 w 6362463"/>
              <a:gd name="connsiteY3" fmla="*/ 4062627 h 5125150"/>
              <a:gd name="connsiteX4" fmla="*/ 5274578 w 6362463"/>
              <a:gd name="connsiteY4" fmla="*/ 3441493 h 5125150"/>
              <a:gd name="connsiteX5" fmla="*/ 1788159 w 6362463"/>
              <a:gd name="connsiteY5" fmla="*/ 5125150 h 5125150"/>
              <a:gd name="connsiteX6" fmla="*/ 183929 w 6362463"/>
              <a:gd name="connsiteY6" fmla="*/ 1655433 h 5125150"/>
              <a:gd name="connsiteX0" fmla="*/ 183929 w 6362463"/>
              <a:gd name="connsiteY0" fmla="*/ 1655433 h 5079430"/>
              <a:gd name="connsiteX1" fmla="*/ 0 w 6362463"/>
              <a:gd name="connsiteY1" fmla="*/ 0 h 5079430"/>
              <a:gd name="connsiteX2" fmla="*/ 6354804 w 6362463"/>
              <a:gd name="connsiteY2" fmla="*/ 6169 h 5079430"/>
              <a:gd name="connsiteX3" fmla="*/ 6362463 w 6362463"/>
              <a:gd name="connsiteY3" fmla="*/ 4062627 h 5079430"/>
              <a:gd name="connsiteX4" fmla="*/ 5274578 w 6362463"/>
              <a:gd name="connsiteY4" fmla="*/ 3441493 h 5079430"/>
              <a:gd name="connsiteX5" fmla="*/ 1811019 w 6362463"/>
              <a:gd name="connsiteY5" fmla="*/ 5079430 h 5079430"/>
              <a:gd name="connsiteX6" fmla="*/ 183929 w 6362463"/>
              <a:gd name="connsiteY6" fmla="*/ 1655433 h 5079430"/>
              <a:gd name="connsiteX0" fmla="*/ 183929 w 6362463"/>
              <a:gd name="connsiteY0" fmla="*/ 1655433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83929 w 6362463"/>
              <a:gd name="connsiteY6" fmla="*/ 1655433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7186 w 6362463"/>
              <a:gd name="connsiteY2" fmla="*/ 8550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2463" h="5081811">
                <a:moveTo>
                  <a:pt x="176785" y="1638765"/>
                </a:moveTo>
                <a:lnTo>
                  <a:pt x="0" y="0"/>
                </a:lnTo>
                <a:lnTo>
                  <a:pt x="6357186" y="8550"/>
                </a:lnTo>
                <a:lnTo>
                  <a:pt x="6362463" y="4062627"/>
                </a:lnTo>
                <a:lnTo>
                  <a:pt x="5274578" y="3441493"/>
                </a:lnTo>
                <a:lnTo>
                  <a:pt x="1801494" y="5081811"/>
                </a:lnTo>
                <a:lnTo>
                  <a:pt x="176785" y="16387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2DB100-D49B-AD8A-04C0-02D8EE17DD57}"/>
              </a:ext>
            </a:extLst>
          </p:cNvPr>
          <p:cNvSpPr/>
          <p:nvPr userDrawn="1"/>
        </p:nvSpPr>
        <p:spPr>
          <a:xfrm>
            <a:off x="6654232" y="712049"/>
            <a:ext cx="1530000" cy="15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FC9D709C-7353-B2A3-E6AC-E630915537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666139" y="724226"/>
            <a:ext cx="1504950" cy="1504950"/>
          </a:xfrm>
          <a:prstGeom prst="ellipse">
            <a:avLst/>
          </a:prstGeom>
          <a:noFill/>
        </p:spPr>
        <p:txBody>
          <a:bodyPr/>
          <a:lstStyle>
            <a:lvl1pPr>
              <a:defRPr/>
            </a:lvl1pPr>
          </a:lstStyle>
          <a:p>
            <a:r>
              <a:t>Click icon to add picture</a:t>
            </a:r>
            <a:endParaRPr dirty="0"/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3299D695-B3A0-9097-BB6F-9125FC6EB0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4490" y="1214434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Full Name</a:t>
            </a:r>
          </a:p>
        </p:txBody>
      </p:sp>
      <p:sp>
        <p:nvSpPr>
          <p:cNvPr id="25" name="Espace réservé du texte 7">
            <a:extLst>
              <a:ext uri="{FF2B5EF4-FFF2-40B4-BE49-F238E27FC236}">
                <a16:creationId xmlns:a16="http://schemas.microsoft.com/office/drawing/2014/main" id="{F8245FD0-4CBE-BBFF-BA19-9E62EF6353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4490" y="780986"/>
            <a:ext cx="2691612" cy="2769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2000" b="1" i="0" baseline="0">
                <a:solidFill>
                  <a:schemeClr val="tx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Contact</a:t>
            </a:r>
          </a:p>
        </p:txBody>
      </p:sp>
      <p:sp>
        <p:nvSpPr>
          <p:cNvPr id="26" name="Espace réservé du texte 7">
            <a:extLst>
              <a:ext uri="{FF2B5EF4-FFF2-40B4-BE49-F238E27FC236}">
                <a16:creationId xmlns:a16="http://schemas.microsoft.com/office/drawing/2014/main" id="{F0869F11-D042-E110-1F47-032459E1A6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4490" y="1516009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i="0" baseline="0">
                <a:solidFill>
                  <a:srgbClr val="E23616"/>
                </a:solidFill>
                <a:latin typeface="Montserrat Light" pitchFamily="2" charset="77"/>
              </a:defRPr>
            </a:lvl1pPr>
          </a:lstStyle>
          <a:p>
            <a:pPr lvl="0"/>
            <a:r>
              <a:rPr noProof="0" dirty="0"/>
              <a:t>Job title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0C8FCF5A-D0F9-28F4-78DE-8BAF5050DA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24490" y="2011484"/>
            <a:ext cx="2691612" cy="215444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>
                <a:effectLst/>
              </a:rPr>
              <a:t>Mail </a:t>
            </a:r>
            <a:r>
              <a:rPr noProof="0" dirty="0" err="1">
                <a:effectLst/>
              </a:rPr>
              <a:t>adress</a:t>
            </a:r>
            <a:endParaRPr noProof="0" dirty="0">
              <a:effectLst/>
            </a:endParaRP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FAEEF47E-9F5E-E491-FDBB-02D0FB2394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4490" y="2991519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www.elca.ch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07149-5072-4662-06FD-CF5666BF4BD4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11" name="Hexagon 34">
            <a:extLst>
              <a:ext uri="{FF2B5EF4-FFF2-40B4-BE49-F238E27FC236}">
                <a16:creationId xmlns:a16="http://schemas.microsoft.com/office/drawing/2014/main" id="{AC179EE5-C8B8-558A-D8B1-AD05578BF334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2E91EE-7519-2DBA-1364-CB93BC7F73C7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6" name="Hexagon 34">
              <a:extLst>
                <a:ext uri="{FF2B5EF4-FFF2-40B4-BE49-F238E27FC236}">
                  <a16:creationId xmlns:a16="http://schemas.microsoft.com/office/drawing/2014/main" id="{87C024C8-D433-C0BC-58A1-DE6C6AE2512E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Hexagon 34">
              <a:extLst>
                <a:ext uri="{FF2B5EF4-FFF2-40B4-BE49-F238E27FC236}">
                  <a16:creationId xmlns:a16="http://schemas.microsoft.com/office/drawing/2014/main" id="{8AC31B21-C087-3D97-ADAC-822C01389CFE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Hexagon 34">
              <a:extLst>
                <a:ext uri="{FF2B5EF4-FFF2-40B4-BE49-F238E27FC236}">
                  <a16:creationId xmlns:a16="http://schemas.microsoft.com/office/drawing/2014/main" id="{7AE2CF8E-A3FA-0F71-BAE6-5A13E8691E3B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118FBE9-E319-1A0F-6461-80B9330C7230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30" name="Hexagon 34">
            <a:extLst>
              <a:ext uri="{FF2B5EF4-FFF2-40B4-BE49-F238E27FC236}">
                <a16:creationId xmlns:a16="http://schemas.microsoft.com/office/drawing/2014/main" id="{3DBC9A68-1B1B-148C-A05F-287D5CE65E9F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CA849E-19DD-B66B-5F3C-9107A38E8569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54ECEA14-B7BC-CEE8-45E4-D999DCCB053B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Hexagon 34">
              <a:extLst>
                <a:ext uri="{FF2B5EF4-FFF2-40B4-BE49-F238E27FC236}">
                  <a16:creationId xmlns:a16="http://schemas.microsoft.com/office/drawing/2014/main" id="{8077ED9B-4884-4DED-1A44-CD64D96D2CC3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75E02AFE-60ED-567E-7C22-B658232E2838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4AE13BB-E60A-A0F9-0A14-488F487C7833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84" name="Hexagon 34">
              <a:extLst>
                <a:ext uri="{FF2B5EF4-FFF2-40B4-BE49-F238E27FC236}">
                  <a16:creationId xmlns:a16="http://schemas.microsoft.com/office/drawing/2014/main" id="{628AB74C-BD64-3879-78D9-97607DAF0330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C3DC8F71-43E0-F942-9888-0BC5F6E5F559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25A22F62-7AD8-1084-C6C9-914731C31577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D7CBD983-7021-F075-7699-C5E40E9518CB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5F508BF-870C-3D5D-E854-CA723E3E499A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77F9981E-E4C3-65FC-A86B-A6A4D6C1B6A9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Hexagon 34">
              <a:extLst>
                <a:ext uri="{FF2B5EF4-FFF2-40B4-BE49-F238E27FC236}">
                  <a16:creationId xmlns:a16="http://schemas.microsoft.com/office/drawing/2014/main" id="{5649B3F2-AC38-0A61-05F8-E786A8001FFD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Hexagon 34">
              <a:extLst>
                <a:ext uri="{FF2B5EF4-FFF2-40B4-BE49-F238E27FC236}">
                  <a16:creationId xmlns:a16="http://schemas.microsoft.com/office/drawing/2014/main" id="{7CD4D671-3489-8C50-6DD0-B8C658F58DD5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Hexagon 34">
              <a:extLst>
                <a:ext uri="{FF2B5EF4-FFF2-40B4-BE49-F238E27FC236}">
                  <a16:creationId xmlns:a16="http://schemas.microsoft.com/office/drawing/2014/main" id="{ED85C751-7CD8-1651-9046-715883F8013C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3" name="Hexagon 34">
            <a:extLst>
              <a:ext uri="{FF2B5EF4-FFF2-40B4-BE49-F238E27FC236}">
                <a16:creationId xmlns:a16="http://schemas.microsoft.com/office/drawing/2014/main" id="{B2DC05A7-4974-02F3-5486-F396CBCFD5CF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2925E28-E71A-9403-DF74-C08B53FC73EF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9031F973-9676-6B7D-9DB6-139E1B04CD4B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6" name="Hexagon 34">
              <a:extLst>
                <a:ext uri="{FF2B5EF4-FFF2-40B4-BE49-F238E27FC236}">
                  <a16:creationId xmlns:a16="http://schemas.microsoft.com/office/drawing/2014/main" id="{073AE282-5102-9A0B-C87C-B2498B74A930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Hexagon 34">
              <a:extLst>
                <a:ext uri="{FF2B5EF4-FFF2-40B4-BE49-F238E27FC236}">
                  <a16:creationId xmlns:a16="http://schemas.microsoft.com/office/drawing/2014/main" id="{B663AD3B-CFEB-4CD4-0C01-1B446B498127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A2624DA-4503-4B68-F2EB-5F488AF3C607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99" name="Hexagon 34">
              <a:extLst>
                <a:ext uri="{FF2B5EF4-FFF2-40B4-BE49-F238E27FC236}">
                  <a16:creationId xmlns:a16="http://schemas.microsoft.com/office/drawing/2014/main" id="{A19E8892-5D30-D657-2CAA-DAA254430774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Hexagon 34">
              <a:extLst>
                <a:ext uri="{FF2B5EF4-FFF2-40B4-BE49-F238E27FC236}">
                  <a16:creationId xmlns:a16="http://schemas.microsoft.com/office/drawing/2014/main" id="{881546E7-05B1-ECE2-F718-32FBD11B73C8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CEA3539A-8786-3BC1-710B-001884693A67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62508DE-322F-DC0E-1D52-4D560958228D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3DCDDB15-A094-9B5D-EAA0-51482898FBCD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3D32D16B-8D60-1236-A591-073C7C4DBDFC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105" name="Hexagon 34">
                <a:extLst>
                  <a:ext uri="{FF2B5EF4-FFF2-40B4-BE49-F238E27FC236}">
                    <a16:creationId xmlns:a16="http://schemas.microsoft.com/office/drawing/2014/main" id="{09F6279A-7517-2DF9-470D-B69A2AB71540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Hexagon 34">
                <a:extLst>
                  <a:ext uri="{FF2B5EF4-FFF2-40B4-BE49-F238E27FC236}">
                    <a16:creationId xmlns:a16="http://schemas.microsoft.com/office/drawing/2014/main" id="{81C2F046-91E3-8884-7F7B-5A5D01052A39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6DE845C0-5E36-9F44-9CEA-A13A545B754E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C287778-E5BF-A579-E3FD-3921F956ECDC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109" name="Hexagon 34">
              <a:extLst>
                <a:ext uri="{FF2B5EF4-FFF2-40B4-BE49-F238E27FC236}">
                  <a16:creationId xmlns:a16="http://schemas.microsoft.com/office/drawing/2014/main" id="{425FA886-9539-B7C8-64E1-2E0A210D402E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C2A0B1E0-4D70-C818-B038-981A5F8E5CEC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111" name="Hexagon 34">
                <a:extLst>
                  <a:ext uri="{FF2B5EF4-FFF2-40B4-BE49-F238E27FC236}">
                    <a16:creationId xmlns:a16="http://schemas.microsoft.com/office/drawing/2014/main" id="{F613C9D7-B1C9-F11A-4E94-B8F8AA22E934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Hexagon 34">
                <a:extLst>
                  <a:ext uri="{FF2B5EF4-FFF2-40B4-BE49-F238E27FC236}">
                    <a16:creationId xmlns:a16="http://schemas.microsoft.com/office/drawing/2014/main" id="{3192D1CB-BB15-68B6-667F-9DC1ED164A4F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3BFA8483-2F2D-CEA6-3285-7AF43B5D1DA3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3CE3CDF-451A-7B4D-7E2E-696DA408A8EA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15" name="Hexagon 34">
              <a:extLst>
                <a:ext uri="{FF2B5EF4-FFF2-40B4-BE49-F238E27FC236}">
                  <a16:creationId xmlns:a16="http://schemas.microsoft.com/office/drawing/2014/main" id="{CB083B60-148D-5DAD-EF39-01A819AB9957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Hexagon 34">
              <a:extLst>
                <a:ext uri="{FF2B5EF4-FFF2-40B4-BE49-F238E27FC236}">
                  <a16:creationId xmlns:a16="http://schemas.microsoft.com/office/drawing/2014/main" id="{47B4AB65-ABDD-CA85-A9EC-7369C5ECD6E8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Hexagon 34">
              <a:extLst>
                <a:ext uri="{FF2B5EF4-FFF2-40B4-BE49-F238E27FC236}">
                  <a16:creationId xmlns:a16="http://schemas.microsoft.com/office/drawing/2014/main" id="{0CF9613A-E335-1DF7-9E76-45D2FBAD49A1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Hexagon 34">
              <a:extLst>
                <a:ext uri="{FF2B5EF4-FFF2-40B4-BE49-F238E27FC236}">
                  <a16:creationId xmlns:a16="http://schemas.microsoft.com/office/drawing/2014/main" id="{6B741218-5F57-C11F-185D-1CCEBD8ADEC3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30C7A0F-7B45-D612-C2EB-01F3534E5BEA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20" name="Hexagon 34">
              <a:extLst>
                <a:ext uri="{FF2B5EF4-FFF2-40B4-BE49-F238E27FC236}">
                  <a16:creationId xmlns:a16="http://schemas.microsoft.com/office/drawing/2014/main" id="{5F989129-DCA5-5900-8C36-F2F0054AD412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Hexagon 34">
              <a:extLst>
                <a:ext uri="{FF2B5EF4-FFF2-40B4-BE49-F238E27FC236}">
                  <a16:creationId xmlns:a16="http://schemas.microsoft.com/office/drawing/2014/main" id="{2EA1A96F-16BE-9DAE-34C4-675E3D1B5C54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Hexagon 34">
              <a:extLst>
                <a:ext uri="{FF2B5EF4-FFF2-40B4-BE49-F238E27FC236}">
                  <a16:creationId xmlns:a16="http://schemas.microsoft.com/office/drawing/2014/main" id="{FEF5F01A-733F-B6D1-E7C5-45CC2C9A877B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B4A12AE3-FC1C-934A-551A-84996BEAE4C3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24" name="Right Brace 123">
            <a:extLst>
              <a:ext uri="{FF2B5EF4-FFF2-40B4-BE49-F238E27FC236}">
                <a16:creationId xmlns:a16="http://schemas.microsoft.com/office/drawing/2014/main" id="{D834EE2B-2E1A-3751-795A-C842A09C9E5C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6A677B6-AF71-7C8B-28B2-D9056717BF92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A72C21C-A25C-0BE3-9F96-2C24A5896C6A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27" name="Right Brace 126">
            <a:extLst>
              <a:ext uri="{FF2B5EF4-FFF2-40B4-BE49-F238E27FC236}">
                <a16:creationId xmlns:a16="http://schemas.microsoft.com/office/drawing/2014/main" id="{8DED7CDC-0F34-CF0D-D624-4ADC3F6CEEBD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4A1696F-B07B-AD5C-89F8-1322EAB83731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9" name="Right Brace 128">
            <a:extLst>
              <a:ext uri="{FF2B5EF4-FFF2-40B4-BE49-F238E27FC236}">
                <a16:creationId xmlns:a16="http://schemas.microsoft.com/office/drawing/2014/main" id="{46686978-9BE9-AE6E-30DD-67EF756B4E4D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AA07F19-1904-0722-3E21-322321ABFAC5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31" name="Right Brace 130">
            <a:extLst>
              <a:ext uri="{FF2B5EF4-FFF2-40B4-BE49-F238E27FC236}">
                <a16:creationId xmlns:a16="http://schemas.microsoft.com/office/drawing/2014/main" id="{ACB07D60-85BE-DF4D-3926-710C4776D4C8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ight Brace 131">
            <a:extLst>
              <a:ext uri="{FF2B5EF4-FFF2-40B4-BE49-F238E27FC236}">
                <a16:creationId xmlns:a16="http://schemas.microsoft.com/office/drawing/2014/main" id="{83B48E14-374A-8274-1DEE-0557361762A2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ight Brace 132">
            <a:extLst>
              <a:ext uri="{FF2B5EF4-FFF2-40B4-BE49-F238E27FC236}">
                <a16:creationId xmlns:a16="http://schemas.microsoft.com/office/drawing/2014/main" id="{FB86013D-C6FC-D456-36A5-12202DE71090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4E3F8E0-A61C-2020-5D50-2A664028B323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7B72381-1DA2-7D21-526C-184443DAC3CC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172025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Slide without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ACBE76D-E7E7-F198-FEC3-2F74E880F8B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pic>
        <p:nvPicPr>
          <p:cNvPr id="18" name="Image 7">
            <a:extLst>
              <a:ext uri="{FF2B5EF4-FFF2-40B4-BE49-F238E27FC236}">
                <a16:creationId xmlns:a16="http://schemas.microsoft.com/office/drawing/2014/main" id="{8E1D42A8-A807-8A96-C319-1BC7F6DBEA90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B8C51-ACCC-7A02-61C4-A26C3D92EB80}"/>
              </a:ext>
            </a:extLst>
          </p:cNvPr>
          <p:cNvCxnSpPr>
            <a:cxnSpLocks/>
            <a:endCxn id="4" idx="5"/>
          </p:cNvCxnSpPr>
          <p:nvPr userDrawn="1"/>
        </p:nvCxnSpPr>
        <p:spPr>
          <a:xfrm flipV="1">
            <a:off x="6312024" y="5081811"/>
            <a:ext cx="1319007" cy="1788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02FF09-05E7-C827-F0C7-6623E5BE4B4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631031" y="5081811"/>
            <a:ext cx="2424151" cy="177618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9F6EBE-9689-C3AC-7ED1-35E9BB3628E3}"/>
              </a:ext>
            </a:extLst>
          </p:cNvPr>
          <p:cNvCxnSpPr>
            <a:cxnSpLocks/>
          </p:cNvCxnSpPr>
          <p:nvPr userDrawn="1"/>
        </p:nvCxnSpPr>
        <p:spPr>
          <a:xfrm flipV="1">
            <a:off x="-7833" y="1638765"/>
            <a:ext cx="6009802" cy="19107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B0EBF0-0B84-8577-6398-DCF3EF35A4E7}"/>
              </a:ext>
            </a:extLst>
          </p:cNvPr>
          <p:cNvCxnSpPr>
            <a:cxnSpLocks/>
            <a:endCxn id="4" idx="0"/>
          </p:cNvCxnSpPr>
          <p:nvPr userDrawn="1"/>
        </p:nvCxnSpPr>
        <p:spPr>
          <a:xfrm>
            <a:off x="3003116" y="6757"/>
            <a:ext cx="3003206" cy="163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exagon 3">
            <a:extLst>
              <a:ext uri="{FF2B5EF4-FFF2-40B4-BE49-F238E27FC236}">
                <a16:creationId xmlns:a16="http://schemas.microsoft.com/office/drawing/2014/main" id="{1251EDE3-E900-23E2-BC34-A14973C601B0}"/>
              </a:ext>
            </a:extLst>
          </p:cNvPr>
          <p:cNvSpPr/>
          <p:nvPr userDrawn="1"/>
        </p:nvSpPr>
        <p:spPr>
          <a:xfrm>
            <a:off x="5829537" y="0"/>
            <a:ext cx="6362463" cy="5081811"/>
          </a:xfrm>
          <a:custGeom>
            <a:avLst/>
            <a:gdLst>
              <a:gd name="connsiteX0" fmla="*/ 0 w 2761508"/>
              <a:gd name="connsiteY0" fmla="*/ 712004 h 1424007"/>
              <a:gd name="connsiteX1" fmla="*/ 356002 w 2761508"/>
              <a:gd name="connsiteY1" fmla="*/ 0 h 1424007"/>
              <a:gd name="connsiteX2" fmla="*/ 2405506 w 2761508"/>
              <a:gd name="connsiteY2" fmla="*/ 0 h 1424007"/>
              <a:gd name="connsiteX3" fmla="*/ 2761508 w 2761508"/>
              <a:gd name="connsiteY3" fmla="*/ 712004 h 1424007"/>
              <a:gd name="connsiteX4" fmla="*/ 2405506 w 2761508"/>
              <a:gd name="connsiteY4" fmla="*/ 1424007 h 1424007"/>
              <a:gd name="connsiteX5" fmla="*/ 356002 w 2761508"/>
              <a:gd name="connsiteY5" fmla="*/ 1424007 h 1424007"/>
              <a:gd name="connsiteX6" fmla="*/ 0 w 2761508"/>
              <a:gd name="connsiteY6" fmla="*/ 712004 h 1424007"/>
              <a:gd name="connsiteX0" fmla="*/ 732569 w 3494077"/>
              <a:gd name="connsiteY0" fmla="*/ 900690 h 1612693"/>
              <a:gd name="connsiteX1" fmla="*/ 0 w 3494077"/>
              <a:gd name="connsiteY1" fmla="*/ 0 h 1612693"/>
              <a:gd name="connsiteX2" fmla="*/ 3138075 w 3494077"/>
              <a:gd name="connsiteY2" fmla="*/ 188686 h 1612693"/>
              <a:gd name="connsiteX3" fmla="*/ 3494077 w 3494077"/>
              <a:gd name="connsiteY3" fmla="*/ 900690 h 1612693"/>
              <a:gd name="connsiteX4" fmla="*/ 3138075 w 3494077"/>
              <a:gd name="connsiteY4" fmla="*/ 1612693 h 1612693"/>
              <a:gd name="connsiteX5" fmla="*/ 1088571 w 3494077"/>
              <a:gd name="connsiteY5" fmla="*/ 1612693 h 1612693"/>
              <a:gd name="connsiteX6" fmla="*/ 732569 w 3494077"/>
              <a:gd name="connsiteY6" fmla="*/ 900690 h 1612693"/>
              <a:gd name="connsiteX0" fmla="*/ 122969 w 3494077"/>
              <a:gd name="connsiteY0" fmla="*/ 1655433 h 1655433"/>
              <a:gd name="connsiteX1" fmla="*/ 0 w 3494077"/>
              <a:gd name="connsiteY1" fmla="*/ 0 h 1655433"/>
              <a:gd name="connsiteX2" fmla="*/ 3138075 w 3494077"/>
              <a:gd name="connsiteY2" fmla="*/ 188686 h 1655433"/>
              <a:gd name="connsiteX3" fmla="*/ 3494077 w 3494077"/>
              <a:gd name="connsiteY3" fmla="*/ 900690 h 1655433"/>
              <a:gd name="connsiteX4" fmla="*/ 3138075 w 3494077"/>
              <a:gd name="connsiteY4" fmla="*/ 1612693 h 1655433"/>
              <a:gd name="connsiteX5" fmla="*/ 1088571 w 3494077"/>
              <a:gd name="connsiteY5" fmla="*/ 1612693 h 1655433"/>
              <a:gd name="connsiteX6" fmla="*/ 122969 w 3494077"/>
              <a:gd name="connsiteY6" fmla="*/ 1655433 h 1655433"/>
              <a:gd name="connsiteX0" fmla="*/ 122969 w 3494077"/>
              <a:gd name="connsiteY0" fmla="*/ 1655433 h 5168693"/>
              <a:gd name="connsiteX1" fmla="*/ 0 w 3494077"/>
              <a:gd name="connsiteY1" fmla="*/ 0 h 5168693"/>
              <a:gd name="connsiteX2" fmla="*/ 3138075 w 3494077"/>
              <a:gd name="connsiteY2" fmla="*/ 188686 h 5168693"/>
              <a:gd name="connsiteX3" fmla="*/ 3494077 w 3494077"/>
              <a:gd name="connsiteY3" fmla="*/ 900690 h 5168693"/>
              <a:gd name="connsiteX4" fmla="*/ 3138075 w 3494077"/>
              <a:gd name="connsiteY4" fmla="*/ 1612693 h 5168693"/>
              <a:gd name="connsiteX5" fmla="*/ 1770742 w 3494077"/>
              <a:gd name="connsiteY5" fmla="*/ 5168693 h 5168693"/>
              <a:gd name="connsiteX6" fmla="*/ 122969 w 3494077"/>
              <a:gd name="connsiteY6" fmla="*/ 1655433 h 5168693"/>
              <a:gd name="connsiteX0" fmla="*/ 122969 w 5213618"/>
              <a:gd name="connsiteY0" fmla="*/ 1655433 h 5168693"/>
              <a:gd name="connsiteX1" fmla="*/ 0 w 5213618"/>
              <a:gd name="connsiteY1" fmla="*/ 0 h 5168693"/>
              <a:gd name="connsiteX2" fmla="*/ 3138075 w 5213618"/>
              <a:gd name="connsiteY2" fmla="*/ 188686 h 5168693"/>
              <a:gd name="connsiteX3" fmla="*/ 3494077 w 5213618"/>
              <a:gd name="connsiteY3" fmla="*/ 900690 h 5168693"/>
              <a:gd name="connsiteX4" fmla="*/ 5213618 w 5213618"/>
              <a:gd name="connsiteY4" fmla="*/ 3441493 h 5168693"/>
              <a:gd name="connsiteX5" fmla="*/ 1770742 w 5213618"/>
              <a:gd name="connsiteY5" fmla="*/ 5168693 h 5168693"/>
              <a:gd name="connsiteX6" fmla="*/ 122969 w 5213618"/>
              <a:gd name="connsiteY6" fmla="*/ 1655433 h 5168693"/>
              <a:gd name="connsiteX0" fmla="*/ 122969 w 5213618"/>
              <a:gd name="connsiteY0" fmla="*/ 1655433 h 5125150"/>
              <a:gd name="connsiteX1" fmla="*/ 0 w 5213618"/>
              <a:gd name="connsiteY1" fmla="*/ 0 h 5125150"/>
              <a:gd name="connsiteX2" fmla="*/ 3138075 w 5213618"/>
              <a:gd name="connsiteY2" fmla="*/ 188686 h 5125150"/>
              <a:gd name="connsiteX3" fmla="*/ 3494077 w 5213618"/>
              <a:gd name="connsiteY3" fmla="*/ 900690 h 5125150"/>
              <a:gd name="connsiteX4" fmla="*/ 5213618 w 5213618"/>
              <a:gd name="connsiteY4" fmla="*/ 3441493 h 5125150"/>
              <a:gd name="connsiteX5" fmla="*/ 1727199 w 5213618"/>
              <a:gd name="connsiteY5" fmla="*/ 5125150 h 5125150"/>
              <a:gd name="connsiteX6" fmla="*/ 122969 w 5213618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3138075 w 6324363"/>
              <a:gd name="connsiteY2" fmla="*/ 188686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22969 w 6324363"/>
              <a:gd name="connsiteY0" fmla="*/ 1655433 h 5125150"/>
              <a:gd name="connsiteX1" fmla="*/ 0 w 6324363"/>
              <a:gd name="connsiteY1" fmla="*/ 0 h 5125150"/>
              <a:gd name="connsiteX2" fmla="*/ 6316704 w 6324363"/>
              <a:gd name="connsiteY2" fmla="*/ 29029 h 5125150"/>
              <a:gd name="connsiteX3" fmla="*/ 6324363 w 6324363"/>
              <a:gd name="connsiteY3" fmla="*/ 4108347 h 5125150"/>
              <a:gd name="connsiteX4" fmla="*/ 5213618 w 6324363"/>
              <a:gd name="connsiteY4" fmla="*/ 3441493 h 5125150"/>
              <a:gd name="connsiteX5" fmla="*/ 1727199 w 6324363"/>
              <a:gd name="connsiteY5" fmla="*/ 5125150 h 5125150"/>
              <a:gd name="connsiteX6" fmla="*/ 122969 w 632436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77664 w 6385323"/>
              <a:gd name="connsiteY2" fmla="*/ 2902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85323"/>
              <a:gd name="connsiteY0" fmla="*/ 1655433 h 5125150"/>
              <a:gd name="connsiteX1" fmla="*/ 0 w 6385323"/>
              <a:gd name="connsiteY1" fmla="*/ 0 h 5125150"/>
              <a:gd name="connsiteX2" fmla="*/ 6354804 w 6385323"/>
              <a:gd name="connsiteY2" fmla="*/ 6169 h 5125150"/>
              <a:gd name="connsiteX3" fmla="*/ 6385323 w 6385323"/>
              <a:gd name="connsiteY3" fmla="*/ 4108347 h 5125150"/>
              <a:gd name="connsiteX4" fmla="*/ 5274578 w 6385323"/>
              <a:gd name="connsiteY4" fmla="*/ 3441493 h 5125150"/>
              <a:gd name="connsiteX5" fmla="*/ 1788159 w 6385323"/>
              <a:gd name="connsiteY5" fmla="*/ 5125150 h 5125150"/>
              <a:gd name="connsiteX6" fmla="*/ 183929 w 6385323"/>
              <a:gd name="connsiteY6" fmla="*/ 1655433 h 5125150"/>
              <a:gd name="connsiteX0" fmla="*/ 183929 w 6362463"/>
              <a:gd name="connsiteY0" fmla="*/ 1655433 h 5125150"/>
              <a:gd name="connsiteX1" fmla="*/ 0 w 6362463"/>
              <a:gd name="connsiteY1" fmla="*/ 0 h 5125150"/>
              <a:gd name="connsiteX2" fmla="*/ 6354804 w 6362463"/>
              <a:gd name="connsiteY2" fmla="*/ 6169 h 5125150"/>
              <a:gd name="connsiteX3" fmla="*/ 6362463 w 6362463"/>
              <a:gd name="connsiteY3" fmla="*/ 4062627 h 5125150"/>
              <a:gd name="connsiteX4" fmla="*/ 5274578 w 6362463"/>
              <a:gd name="connsiteY4" fmla="*/ 3441493 h 5125150"/>
              <a:gd name="connsiteX5" fmla="*/ 1788159 w 6362463"/>
              <a:gd name="connsiteY5" fmla="*/ 5125150 h 5125150"/>
              <a:gd name="connsiteX6" fmla="*/ 183929 w 6362463"/>
              <a:gd name="connsiteY6" fmla="*/ 1655433 h 5125150"/>
              <a:gd name="connsiteX0" fmla="*/ 183929 w 6362463"/>
              <a:gd name="connsiteY0" fmla="*/ 1655433 h 5079430"/>
              <a:gd name="connsiteX1" fmla="*/ 0 w 6362463"/>
              <a:gd name="connsiteY1" fmla="*/ 0 h 5079430"/>
              <a:gd name="connsiteX2" fmla="*/ 6354804 w 6362463"/>
              <a:gd name="connsiteY2" fmla="*/ 6169 h 5079430"/>
              <a:gd name="connsiteX3" fmla="*/ 6362463 w 6362463"/>
              <a:gd name="connsiteY3" fmla="*/ 4062627 h 5079430"/>
              <a:gd name="connsiteX4" fmla="*/ 5274578 w 6362463"/>
              <a:gd name="connsiteY4" fmla="*/ 3441493 h 5079430"/>
              <a:gd name="connsiteX5" fmla="*/ 1811019 w 6362463"/>
              <a:gd name="connsiteY5" fmla="*/ 5079430 h 5079430"/>
              <a:gd name="connsiteX6" fmla="*/ 183929 w 6362463"/>
              <a:gd name="connsiteY6" fmla="*/ 1655433 h 5079430"/>
              <a:gd name="connsiteX0" fmla="*/ 183929 w 6362463"/>
              <a:gd name="connsiteY0" fmla="*/ 1655433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83929 w 6362463"/>
              <a:gd name="connsiteY6" fmla="*/ 1655433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4804 w 6362463"/>
              <a:gd name="connsiteY2" fmla="*/ 6169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  <a:gd name="connsiteX0" fmla="*/ 176785 w 6362463"/>
              <a:gd name="connsiteY0" fmla="*/ 1638765 h 5081811"/>
              <a:gd name="connsiteX1" fmla="*/ 0 w 6362463"/>
              <a:gd name="connsiteY1" fmla="*/ 0 h 5081811"/>
              <a:gd name="connsiteX2" fmla="*/ 6357186 w 6362463"/>
              <a:gd name="connsiteY2" fmla="*/ 8550 h 5081811"/>
              <a:gd name="connsiteX3" fmla="*/ 6362463 w 6362463"/>
              <a:gd name="connsiteY3" fmla="*/ 4062627 h 5081811"/>
              <a:gd name="connsiteX4" fmla="*/ 5274578 w 6362463"/>
              <a:gd name="connsiteY4" fmla="*/ 3441493 h 5081811"/>
              <a:gd name="connsiteX5" fmla="*/ 1801494 w 6362463"/>
              <a:gd name="connsiteY5" fmla="*/ 5081811 h 5081811"/>
              <a:gd name="connsiteX6" fmla="*/ 176785 w 6362463"/>
              <a:gd name="connsiteY6" fmla="*/ 1638765 h 5081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2463" h="5081811">
                <a:moveTo>
                  <a:pt x="176785" y="1638765"/>
                </a:moveTo>
                <a:lnTo>
                  <a:pt x="0" y="0"/>
                </a:lnTo>
                <a:lnTo>
                  <a:pt x="6357186" y="8550"/>
                </a:lnTo>
                <a:lnTo>
                  <a:pt x="6362463" y="4062627"/>
                </a:lnTo>
                <a:lnTo>
                  <a:pt x="5274578" y="3441493"/>
                </a:lnTo>
                <a:lnTo>
                  <a:pt x="1801494" y="5081811"/>
                </a:lnTo>
                <a:lnTo>
                  <a:pt x="176785" y="16387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47CFC66D-8E53-08FD-58AB-477361A2736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01" y="5653321"/>
            <a:ext cx="1725961" cy="136091"/>
          </a:xfrm>
          <a:prstGeom prst="rect">
            <a:avLst/>
          </a:prstGeom>
        </p:spPr>
      </p:pic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B6048033-EFF7-2C87-2BB4-9524E1687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0176" y="1217709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Full Name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505C0BE-927E-ABCE-8865-F91E554E5B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176" y="784261"/>
            <a:ext cx="2691612" cy="2769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2000" b="1" i="0" baseline="0">
                <a:solidFill>
                  <a:schemeClr val="tx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Contact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784A417B-681A-9786-C1B0-14ADA1AAF4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80176" y="1519284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i="0" baseline="0">
                <a:solidFill>
                  <a:srgbClr val="E23616"/>
                </a:solidFill>
                <a:latin typeface="Montserrat Light" pitchFamily="2" charset="77"/>
              </a:defRPr>
            </a:lvl1pPr>
          </a:lstStyle>
          <a:p>
            <a:pPr lvl="0"/>
            <a:r>
              <a:rPr noProof="0" dirty="0"/>
              <a:t>Job title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0A7959D6-3637-C725-DC8A-4C91E4F7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80176" y="2014759"/>
            <a:ext cx="2691612" cy="215444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rgbClr val="53585F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>
                <a:effectLst/>
              </a:rPr>
              <a:t>Mail </a:t>
            </a:r>
            <a:r>
              <a:rPr noProof="0" dirty="0" err="1">
                <a:effectLst/>
              </a:rPr>
              <a:t>adress</a:t>
            </a:r>
            <a:endParaRPr noProof="0" dirty="0">
              <a:effectLst/>
            </a:endParaRP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D209E1-B319-580B-7368-45F6D40F8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80176" y="2994794"/>
            <a:ext cx="2691612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www.elca.ch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02AC627-5DB3-55F2-43CC-78D0FF087D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55182" y="3429000"/>
            <a:ext cx="1042301" cy="3429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6">
            <a:extLst>
              <a:ext uri="{FF2B5EF4-FFF2-40B4-BE49-F238E27FC236}">
                <a16:creationId xmlns:a16="http://schemas.microsoft.com/office/drawing/2014/main" id="{1405ABAB-C87C-AA30-23C5-AD75C45466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046" y="4293096"/>
            <a:ext cx="5267946" cy="792088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6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/>
              <a:t>Thank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574CEBBD-64A1-46E3-55E1-13A69F401D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046" y="5085184"/>
            <a:ext cx="5267946" cy="83219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6000" b="0" i="0">
                <a:solidFill>
                  <a:schemeClr val="bg1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noProof="0" dirty="0"/>
              <a:t>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745AC2-68D3-014E-C24F-C19235968D32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3" name="Hexagon 34">
            <a:extLst>
              <a:ext uri="{FF2B5EF4-FFF2-40B4-BE49-F238E27FC236}">
                <a16:creationId xmlns:a16="http://schemas.microsoft.com/office/drawing/2014/main" id="{5111267C-9BCB-0B20-2933-74750D3D1E0A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67D02C-4523-32D2-8B6F-2CB224F65A10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15" name="Hexagon 34">
              <a:extLst>
                <a:ext uri="{FF2B5EF4-FFF2-40B4-BE49-F238E27FC236}">
                  <a16:creationId xmlns:a16="http://schemas.microsoft.com/office/drawing/2014/main" id="{DAA59662-B59C-2E9E-C97A-BF2EF74F96DF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Hexagon 34">
              <a:extLst>
                <a:ext uri="{FF2B5EF4-FFF2-40B4-BE49-F238E27FC236}">
                  <a16:creationId xmlns:a16="http://schemas.microsoft.com/office/drawing/2014/main" id="{788515E9-C2F8-13DA-184B-280EDC5D4730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Hexagon 34">
              <a:extLst>
                <a:ext uri="{FF2B5EF4-FFF2-40B4-BE49-F238E27FC236}">
                  <a16:creationId xmlns:a16="http://schemas.microsoft.com/office/drawing/2014/main" id="{9C8DC8A5-3531-E5B4-8FBC-6433E7755F59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D85B19C-7FA1-DD1C-ECB0-417A5A49310D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20" name="Hexagon 34">
            <a:extLst>
              <a:ext uri="{FF2B5EF4-FFF2-40B4-BE49-F238E27FC236}">
                <a16:creationId xmlns:a16="http://schemas.microsoft.com/office/drawing/2014/main" id="{D71E1C8A-C6C2-E824-BBB6-7FA42E176C39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718281-E631-C16E-D4C6-9BF55E546770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22" name="Hexagon 34">
              <a:extLst>
                <a:ext uri="{FF2B5EF4-FFF2-40B4-BE49-F238E27FC236}">
                  <a16:creationId xmlns:a16="http://schemas.microsoft.com/office/drawing/2014/main" id="{151FA960-CE4A-0251-BBA3-9B094BD075F7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Hexagon 34">
              <a:extLst>
                <a:ext uri="{FF2B5EF4-FFF2-40B4-BE49-F238E27FC236}">
                  <a16:creationId xmlns:a16="http://schemas.microsoft.com/office/drawing/2014/main" id="{C3507A55-F749-177F-4D56-61C4F25DC944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Hexagon 34">
              <a:extLst>
                <a:ext uri="{FF2B5EF4-FFF2-40B4-BE49-F238E27FC236}">
                  <a16:creationId xmlns:a16="http://schemas.microsoft.com/office/drawing/2014/main" id="{8C1ADA99-0D67-3C05-C7BA-CA66CD5496FD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04E92C-40D8-E8F9-C8AC-81413D631101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27" name="Hexagon 34">
              <a:extLst>
                <a:ext uri="{FF2B5EF4-FFF2-40B4-BE49-F238E27FC236}">
                  <a16:creationId xmlns:a16="http://schemas.microsoft.com/office/drawing/2014/main" id="{54FD5FAD-D1CE-6F4F-E0DA-721AFB948395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9" name="Hexagon 34">
              <a:extLst>
                <a:ext uri="{FF2B5EF4-FFF2-40B4-BE49-F238E27FC236}">
                  <a16:creationId xmlns:a16="http://schemas.microsoft.com/office/drawing/2014/main" id="{EA658656-D11A-1B4B-1C80-E392685647DD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Hexagon 34">
              <a:extLst>
                <a:ext uri="{FF2B5EF4-FFF2-40B4-BE49-F238E27FC236}">
                  <a16:creationId xmlns:a16="http://schemas.microsoft.com/office/drawing/2014/main" id="{9FDD2855-3A4C-002F-541D-1A3FF0CB15FA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Hexagon 34">
              <a:extLst>
                <a:ext uri="{FF2B5EF4-FFF2-40B4-BE49-F238E27FC236}">
                  <a16:creationId xmlns:a16="http://schemas.microsoft.com/office/drawing/2014/main" id="{37E98136-BF35-4A02-8BB8-11741D0BE711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673120E-E8D3-28F3-45B9-722FEC3EE848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36" name="Hexagon 34">
              <a:extLst>
                <a:ext uri="{FF2B5EF4-FFF2-40B4-BE49-F238E27FC236}">
                  <a16:creationId xmlns:a16="http://schemas.microsoft.com/office/drawing/2014/main" id="{B8089449-2CE1-3A30-7189-521F823B85B1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94BFB48B-F495-0C82-DFC1-F2236F91B94A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F070274F-6CF6-9706-5954-756FDD923832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Hexagon 34">
              <a:extLst>
                <a:ext uri="{FF2B5EF4-FFF2-40B4-BE49-F238E27FC236}">
                  <a16:creationId xmlns:a16="http://schemas.microsoft.com/office/drawing/2014/main" id="{9BC8744B-E824-46A2-06E0-866107E33360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5" name="Hexagon 34">
            <a:extLst>
              <a:ext uri="{FF2B5EF4-FFF2-40B4-BE49-F238E27FC236}">
                <a16:creationId xmlns:a16="http://schemas.microsoft.com/office/drawing/2014/main" id="{772464A1-A402-8C7B-7D89-1B6624FE9B36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E3D8474-D107-4426-AA0C-78790F4536EB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682C5D36-64FB-9D04-D6F2-1C000A864168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8" name="Hexagon 34">
              <a:extLst>
                <a:ext uri="{FF2B5EF4-FFF2-40B4-BE49-F238E27FC236}">
                  <a16:creationId xmlns:a16="http://schemas.microsoft.com/office/drawing/2014/main" id="{DF5AF9B8-86FF-1B9E-FE16-AC9ECAD481A2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CDCB08EC-6F28-9635-2F4B-0FEEDCD3898C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6046F78-AE43-204E-0290-95E2D8C3435D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91" name="Hexagon 34">
              <a:extLst>
                <a:ext uri="{FF2B5EF4-FFF2-40B4-BE49-F238E27FC236}">
                  <a16:creationId xmlns:a16="http://schemas.microsoft.com/office/drawing/2014/main" id="{1D792B15-4CAD-3986-C95D-FCE289C12B4E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Hexagon 34">
              <a:extLst>
                <a:ext uri="{FF2B5EF4-FFF2-40B4-BE49-F238E27FC236}">
                  <a16:creationId xmlns:a16="http://schemas.microsoft.com/office/drawing/2014/main" id="{C1A3C666-C492-803E-7A39-6243163A9B47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Hexagon 34">
              <a:extLst>
                <a:ext uri="{FF2B5EF4-FFF2-40B4-BE49-F238E27FC236}">
                  <a16:creationId xmlns:a16="http://schemas.microsoft.com/office/drawing/2014/main" id="{243FAC81-F0A6-0446-0E36-AFABE3CBB288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FDD59BD-D3B1-2C42-7C0E-67AEE8AD066F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1B483EF3-D769-58EA-D89C-469B1DE8FEF9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4FD3E0B-D1D6-7C8E-1818-EED0E1EFCC0D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21409034-848A-93AF-E9F5-B5607430C1E9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Hexagon 34">
                <a:extLst>
                  <a:ext uri="{FF2B5EF4-FFF2-40B4-BE49-F238E27FC236}">
                    <a16:creationId xmlns:a16="http://schemas.microsoft.com/office/drawing/2014/main" id="{C9A1BD3C-20C6-137C-04A5-B9B5C11052E8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37999B7D-7A0D-6E4A-5C7D-657EE94F79C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B4732AB-3EB0-411A-7EE5-227F4EFBD14F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9C586B3D-F681-CE0F-CBB9-3C565A3DA257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0CC7AC1-6E45-937B-C474-DCE72B2F14CE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103" name="Hexagon 34">
                <a:extLst>
                  <a:ext uri="{FF2B5EF4-FFF2-40B4-BE49-F238E27FC236}">
                    <a16:creationId xmlns:a16="http://schemas.microsoft.com/office/drawing/2014/main" id="{3B890F30-30EA-CE70-C4D5-44EBE0C7DE4B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Hexagon 34">
                <a:extLst>
                  <a:ext uri="{FF2B5EF4-FFF2-40B4-BE49-F238E27FC236}">
                    <a16:creationId xmlns:a16="http://schemas.microsoft.com/office/drawing/2014/main" id="{4AEA2C89-5333-9B47-BC27-FDA6656E839E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983279C-6BF1-5965-A972-72247C455960}"/>
              </a:ext>
            </a:extLst>
          </p:cNvPr>
          <p:cNvSpPr txBox="1"/>
          <p:nvPr userDrawn="1"/>
        </p:nvSpPr>
        <p:spPr>
          <a:xfrm>
            <a:off x="9737" y="-1488180"/>
            <a:ext cx="12189024" cy="13542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b="1" noProof="0"/>
              <a:t>Change Slide Color</a:t>
            </a:r>
            <a:r>
              <a:rPr noProof="0"/>
              <a:t>:</a:t>
            </a:r>
          </a:p>
          <a:p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Right click the slide</a:t>
            </a:r>
          </a:p>
          <a:p>
            <a:pPr marL="342900" indent="-342900">
              <a:buAutoNum type="arabicPeriod"/>
            </a:pPr>
            <a:r>
              <a:rPr sz="1600" noProof="0" dirty="0"/>
              <a:t>Select «</a:t>
            </a:r>
            <a:r>
              <a:rPr sz="1600" b="1" noProof="0" dirty="0"/>
              <a:t>format background»</a:t>
            </a:r>
            <a:endParaRPr sz="1600" noProof="0" dirty="0"/>
          </a:p>
          <a:p>
            <a:pPr marL="342900" indent="-342900">
              <a:buAutoNum type="arabicPeriod"/>
            </a:pPr>
            <a:r>
              <a:rPr sz="1600" noProof="0" dirty="0"/>
              <a:t>Select the </a:t>
            </a:r>
            <a:r>
              <a:rPr sz="1600" b="1" noProof="0" dirty="0"/>
              <a:t>«Color» </a:t>
            </a:r>
            <a:r>
              <a:rPr sz="1600" noProof="0" dirty="0"/>
              <a:t>function and use the </a:t>
            </a:r>
            <a:r>
              <a:rPr sz="1600" b="1" noProof="0" dirty="0"/>
              <a:t>eyedropper tool </a:t>
            </a:r>
            <a:r>
              <a:rPr sz="1600" noProof="0" dirty="0"/>
              <a:t>to select your preferred color from the color palette on the left side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5E418AA-7A38-B086-F83F-0E8A39DDC558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305FA462-F74D-B4A3-B7D3-A242B093D8F3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6F27AA43-8122-024C-F442-4F52096D2CFC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Hexagon 34">
              <a:extLst>
                <a:ext uri="{FF2B5EF4-FFF2-40B4-BE49-F238E27FC236}">
                  <a16:creationId xmlns:a16="http://schemas.microsoft.com/office/drawing/2014/main" id="{E9031F02-F4B3-2820-123B-366AAE2986FE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Hexagon 34">
              <a:extLst>
                <a:ext uri="{FF2B5EF4-FFF2-40B4-BE49-F238E27FC236}">
                  <a16:creationId xmlns:a16="http://schemas.microsoft.com/office/drawing/2014/main" id="{4F722C6D-ECBB-7E50-E19F-0D3E98E90B5A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0770CDC-1BC7-0058-858D-7E24EA656268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12" name="Hexagon 34">
              <a:extLst>
                <a:ext uri="{FF2B5EF4-FFF2-40B4-BE49-F238E27FC236}">
                  <a16:creationId xmlns:a16="http://schemas.microsoft.com/office/drawing/2014/main" id="{FAA4941C-B432-2051-B0C1-0A824F3D9DAD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Hexagon 34">
              <a:extLst>
                <a:ext uri="{FF2B5EF4-FFF2-40B4-BE49-F238E27FC236}">
                  <a16:creationId xmlns:a16="http://schemas.microsoft.com/office/drawing/2014/main" id="{3AFE7D9B-70EE-BAE5-9D61-CB870E53D7C3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Hexagon 34">
              <a:extLst>
                <a:ext uri="{FF2B5EF4-FFF2-40B4-BE49-F238E27FC236}">
                  <a16:creationId xmlns:a16="http://schemas.microsoft.com/office/drawing/2014/main" id="{53225F6A-2378-23CB-314E-68B2849C75F6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AF032006-36EA-B647-2905-AE2FC31F9899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6" name="Right Brace 115">
            <a:extLst>
              <a:ext uri="{FF2B5EF4-FFF2-40B4-BE49-F238E27FC236}">
                <a16:creationId xmlns:a16="http://schemas.microsoft.com/office/drawing/2014/main" id="{CA820A42-988F-21FA-31E9-7A45862A7911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E9841D-45D9-54E5-FE6C-B240FEECBCB0}"/>
              </a:ext>
            </a:extLst>
          </p:cNvPr>
          <p:cNvSpPr txBox="1"/>
          <p:nvPr userDrawn="1"/>
        </p:nvSpPr>
        <p:spPr>
          <a:xfrm rot="16200000">
            <a:off x="-1135312" y="252288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C418D75-A1BF-64D1-9291-1C0B4BBA3A68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B0C8E7F3-F78F-C566-B0E4-7965CD2D6805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7509A59-0B18-1F7B-B55B-622E3980B766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21" name="Right Brace 120">
            <a:extLst>
              <a:ext uri="{FF2B5EF4-FFF2-40B4-BE49-F238E27FC236}">
                <a16:creationId xmlns:a16="http://schemas.microsoft.com/office/drawing/2014/main" id="{6CD5AE37-5EE8-08C9-5DB7-9C1D5C7B0EF9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B715624-55EA-4DE8-D435-82753B4C7112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23" name="Right Brace 122">
            <a:extLst>
              <a:ext uri="{FF2B5EF4-FFF2-40B4-BE49-F238E27FC236}">
                <a16:creationId xmlns:a16="http://schemas.microsoft.com/office/drawing/2014/main" id="{5B7253B8-9426-7CC0-466E-B3051979F3CC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ight Brace 123">
            <a:extLst>
              <a:ext uri="{FF2B5EF4-FFF2-40B4-BE49-F238E27FC236}">
                <a16:creationId xmlns:a16="http://schemas.microsoft.com/office/drawing/2014/main" id="{34E2A565-06E7-197D-2AC3-38B6FA05D46C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ight Brace 124">
            <a:extLst>
              <a:ext uri="{FF2B5EF4-FFF2-40B4-BE49-F238E27FC236}">
                <a16:creationId xmlns:a16="http://schemas.microsoft.com/office/drawing/2014/main" id="{C239AE09-383E-8D81-FB8F-F375F792D5D2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5242F8A-2730-DEDD-1EB8-E1C84AB48FBA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89CCB59-CAB8-4D1B-7B1F-66270BAFD9BB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215678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167286-4119-7215-AD72-3559B64388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952FE70-FC7E-A05D-F1CC-B5DD1F5B0B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A62D157-AA85-569B-4C18-4CCF1AA97D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E2460-6EEA-92B5-B87E-DAFA0361C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392" y="6381328"/>
            <a:ext cx="360000" cy="263014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1200" b="1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fld id="{04118672-A67E-450C-B5F0-6774677CF265}" type="slidenum">
              <a:rPr smtClean="0"/>
              <a:pPr/>
              <a:t>‹#›</a:t>
            </a:fld>
            <a:endParaRPr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ED70CCD-4DD0-0CD1-530C-12C63E9918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F4BBB2A-4BF2-E457-A958-766326127E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Verdana" pitchFamily="2" charset="0"/>
              </a:defRPr>
            </a:lvl1pPr>
          </a:lstStyle>
          <a:p>
            <a:pPr algn="l"/>
            <a:r>
              <a:rPr dirty="0"/>
              <a:t>Agenda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B3C910-2A7D-BF8C-4D8C-DE0971B6B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1989705"/>
            <a:ext cx="5257800" cy="36004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n-US" sz="1600" b="0" i="0" kern="1200" baseline="0" dirty="0" smtClean="0">
                <a:solidFill>
                  <a:schemeClr val="tx2"/>
                </a:solidFill>
                <a:latin typeface="Verdana" pitchFamily="2" charset="0"/>
                <a:ea typeface="+mj-ea"/>
                <a:cs typeface="+mj-cs"/>
              </a:defRPr>
            </a:lvl1pPr>
            <a:lvl2pPr>
              <a:defRPr>
                <a:latin typeface="Verdana" pitchFamily="2" charset="0"/>
              </a:defRPr>
            </a:lvl2pPr>
            <a:lvl3pPr>
              <a:defRPr>
                <a:latin typeface="Verdana" pitchFamily="2" charset="0"/>
              </a:defRPr>
            </a:lvl3pPr>
            <a:lvl4pPr>
              <a:defRPr>
                <a:latin typeface="Verdana" pitchFamily="2" charset="0"/>
              </a:defRPr>
            </a:lvl4pPr>
            <a:lvl5pPr>
              <a:defRPr>
                <a:latin typeface="Verdana" pitchFamily="2" charset="0"/>
              </a:defRPr>
            </a:lvl5pPr>
          </a:lstStyle>
          <a:p>
            <a:pPr lvl="0"/>
            <a:r>
              <a:rPr dirty="0"/>
              <a:t>First Chapter</a:t>
            </a:r>
          </a:p>
          <a:p>
            <a:pPr lvl="0"/>
            <a:r>
              <a:rPr dirty="0"/>
              <a:t>Second Chapter</a:t>
            </a:r>
          </a:p>
          <a:p>
            <a:pPr lvl="0"/>
            <a:r>
              <a:rPr dirty="0"/>
              <a:t>Third Chapter</a:t>
            </a:r>
          </a:p>
          <a:p>
            <a:pPr lvl="0"/>
            <a:r>
              <a:rPr dirty="0"/>
              <a:t>Fourth Chapter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4DDBF08-6F69-1BC7-BC49-75C55F32F8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1989705"/>
            <a:ext cx="2592288" cy="36004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n-US" sz="1600" b="0" i="0" kern="1200" baseline="0" dirty="0" smtClean="0">
                <a:solidFill>
                  <a:srgbClr val="53585F"/>
                </a:solidFill>
                <a:latin typeface="Verdana" pitchFamily="2" charset="0"/>
                <a:ea typeface="+mn-ea"/>
                <a:cs typeface="+mn-cs"/>
              </a:defRPr>
            </a:lvl1pPr>
            <a:lvl2pPr>
              <a:defRPr>
                <a:latin typeface="Verdana" pitchFamily="2" charset="0"/>
              </a:defRPr>
            </a:lvl2pPr>
            <a:lvl3pPr>
              <a:defRPr>
                <a:latin typeface="Verdana" pitchFamily="2" charset="0"/>
              </a:defRPr>
            </a:lvl3pPr>
            <a:lvl4pPr>
              <a:defRPr>
                <a:latin typeface="Verdana" pitchFamily="2" charset="0"/>
              </a:defRPr>
            </a:lvl4pPr>
            <a:lvl5pPr>
              <a:defRPr>
                <a:latin typeface="Verdana" pitchFamily="2" charset="0"/>
              </a:defRPr>
            </a:lvl5pPr>
          </a:lstStyle>
          <a:p>
            <a:pPr lvl="0"/>
            <a:r>
              <a:rPr dirty="0"/>
              <a:t>Speaker 1, Speaker 4</a:t>
            </a:r>
          </a:p>
          <a:p>
            <a:pPr lvl="0"/>
            <a:r>
              <a:rPr dirty="0"/>
              <a:t>Speaker 2</a:t>
            </a:r>
          </a:p>
          <a:p>
            <a:pPr lvl="0"/>
            <a:r>
              <a:rPr dirty="0"/>
              <a:t>Speaker 3, Speaker 2</a:t>
            </a:r>
          </a:p>
          <a:p>
            <a:pPr lvl="0"/>
            <a:r>
              <a:rPr dirty="0"/>
              <a:t>Speaker 4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9838E76-A683-4936-D7F8-0BDFC0B664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1512" y="1982969"/>
            <a:ext cx="2592288" cy="36004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n-US" sz="1600" b="0" i="0" kern="1200" baseline="0" dirty="0" smtClean="0">
                <a:solidFill>
                  <a:srgbClr val="53585F"/>
                </a:solidFill>
                <a:latin typeface="Verdana" pitchFamily="2" charset="0"/>
                <a:ea typeface="+mn-ea"/>
                <a:cs typeface="+mn-cs"/>
              </a:defRPr>
            </a:lvl1pPr>
            <a:lvl2pPr>
              <a:defRPr>
                <a:latin typeface="Verdana" pitchFamily="2" charset="0"/>
              </a:defRPr>
            </a:lvl2pPr>
            <a:lvl3pPr>
              <a:defRPr>
                <a:latin typeface="Verdana" pitchFamily="2" charset="0"/>
              </a:defRPr>
            </a:lvl3pPr>
            <a:lvl4pPr>
              <a:defRPr>
                <a:latin typeface="Verdana" pitchFamily="2" charset="0"/>
              </a:defRPr>
            </a:lvl4pPr>
            <a:lvl5pPr>
              <a:defRPr>
                <a:latin typeface="Verdana" pitchFamily="2" charset="0"/>
              </a:defRPr>
            </a:lvl5pPr>
          </a:lstStyle>
          <a:p>
            <a:pPr lvl="0"/>
            <a:r>
              <a:rPr dirty="0"/>
              <a:t>9:30 – 9:40</a:t>
            </a:r>
          </a:p>
          <a:p>
            <a:pPr lvl="0"/>
            <a:r>
              <a:rPr dirty="0"/>
              <a:t>9:40 – 10:00</a:t>
            </a:r>
          </a:p>
          <a:p>
            <a:pPr lvl="0"/>
            <a:r>
              <a:rPr dirty="0"/>
              <a:t>10:00 – 10:15</a:t>
            </a:r>
          </a:p>
          <a:p>
            <a:pPr lvl="0"/>
            <a:r>
              <a:rPr dirty="0"/>
              <a:t>10:15 – 10:30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867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E5193B5-40DF-DAB6-CD77-2E483668563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3392" y="236538"/>
            <a:ext cx="11040392" cy="25874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noProof="0" dirty="0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517674-5F0E-9BBF-DAF9-34C16DF1ED6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03612" y="236538"/>
            <a:ext cx="5184775" cy="6000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Verdana" panose="00000700000000000000" pitchFamily="2" charset="0"/>
              </a:defRPr>
            </a:lvl1pPr>
          </a:lstStyle>
          <a:p>
            <a:pPr lvl="0"/>
            <a:r>
              <a:rPr noProof="0" dirty="0">
                <a:latin typeface="Verdana" panose="00000700000000000000" pitchFamily="2" charset="0"/>
              </a:rPr>
              <a:t>Add «Agenda» in white or black color (depending on the background picture)</a:t>
            </a:r>
            <a:endParaRPr noProof="0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CA1C7DC8-8B5C-23BA-7B60-7B0F4858EA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96DF9CB-D2BD-DCDE-355A-61D2A48A13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3FA0A5-14FC-9569-B5F0-46604D73FA39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A57E976-5AF3-9D8E-F707-D42D4F3AD31F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BDF6F17-AF21-8C07-2082-6083C95CC7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212975"/>
            <a:ext cx="5257800" cy="23771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n-US" sz="1600" b="0" i="0" kern="1200" baseline="0" dirty="0" smtClean="0">
                <a:solidFill>
                  <a:schemeClr val="tx2"/>
                </a:solidFill>
                <a:latin typeface="Verdana" pitchFamily="2" charset="0"/>
                <a:ea typeface="+mj-ea"/>
                <a:cs typeface="+mj-cs"/>
              </a:defRPr>
            </a:lvl1pPr>
            <a:lvl2pPr>
              <a:defRPr>
                <a:latin typeface="Verdana" pitchFamily="2" charset="0"/>
              </a:defRPr>
            </a:lvl2pPr>
            <a:lvl3pPr>
              <a:defRPr>
                <a:latin typeface="Verdana" pitchFamily="2" charset="0"/>
              </a:defRPr>
            </a:lvl3pPr>
            <a:lvl4pPr>
              <a:defRPr>
                <a:latin typeface="Verdana" pitchFamily="2" charset="0"/>
              </a:defRPr>
            </a:lvl4pPr>
            <a:lvl5pPr>
              <a:defRPr>
                <a:latin typeface="Verdana" pitchFamily="2" charset="0"/>
              </a:defRPr>
            </a:lvl5pPr>
          </a:lstStyle>
          <a:p>
            <a:pPr lvl="0"/>
            <a:r>
              <a:rPr dirty="0"/>
              <a:t>First Chapter</a:t>
            </a:r>
          </a:p>
          <a:p>
            <a:pPr lvl="0"/>
            <a:r>
              <a:rPr dirty="0"/>
              <a:t>Second Chapter</a:t>
            </a:r>
          </a:p>
          <a:p>
            <a:pPr lvl="0"/>
            <a:r>
              <a:rPr dirty="0"/>
              <a:t>Third Chapter</a:t>
            </a:r>
          </a:p>
          <a:p>
            <a:pPr lvl="0"/>
            <a:r>
              <a:rPr dirty="0"/>
              <a:t>Fourth Chapter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407E598-31AF-3769-0EAC-CB03828B68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212975"/>
            <a:ext cx="2592288" cy="23771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n-US" sz="1600" b="0" i="0" kern="1200" baseline="0" dirty="0" smtClean="0">
                <a:solidFill>
                  <a:srgbClr val="53585F"/>
                </a:solidFill>
                <a:latin typeface="Verdana" pitchFamily="2" charset="0"/>
                <a:ea typeface="+mn-ea"/>
                <a:cs typeface="+mn-cs"/>
              </a:defRPr>
            </a:lvl1pPr>
            <a:lvl2pPr>
              <a:defRPr>
                <a:latin typeface="Verdana" pitchFamily="2" charset="0"/>
              </a:defRPr>
            </a:lvl2pPr>
            <a:lvl3pPr>
              <a:defRPr>
                <a:latin typeface="Verdana" pitchFamily="2" charset="0"/>
              </a:defRPr>
            </a:lvl3pPr>
            <a:lvl4pPr>
              <a:defRPr>
                <a:latin typeface="Verdana" pitchFamily="2" charset="0"/>
              </a:defRPr>
            </a:lvl4pPr>
            <a:lvl5pPr>
              <a:defRPr>
                <a:latin typeface="Verdana" pitchFamily="2" charset="0"/>
              </a:defRPr>
            </a:lvl5pPr>
          </a:lstStyle>
          <a:p>
            <a:pPr lvl="0"/>
            <a:r>
              <a:rPr dirty="0"/>
              <a:t>Speaker 1, Speaker 4</a:t>
            </a:r>
          </a:p>
          <a:p>
            <a:pPr lvl="0"/>
            <a:r>
              <a:rPr dirty="0"/>
              <a:t>Speaker 2</a:t>
            </a:r>
          </a:p>
          <a:p>
            <a:pPr lvl="0"/>
            <a:r>
              <a:rPr dirty="0"/>
              <a:t>Speaker 3, Speaker 2</a:t>
            </a:r>
          </a:p>
          <a:p>
            <a:pPr lvl="0"/>
            <a:r>
              <a:rPr dirty="0"/>
              <a:t>Speaker 4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D52DEA1-85C8-C45B-3625-7D07E2EB61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1512" y="3206239"/>
            <a:ext cx="2592288" cy="23771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n-US" sz="1600" b="0" i="0" kern="1200" baseline="0" dirty="0" smtClean="0">
                <a:solidFill>
                  <a:srgbClr val="53585F"/>
                </a:solidFill>
                <a:latin typeface="Verdana" pitchFamily="2" charset="0"/>
                <a:ea typeface="+mn-ea"/>
                <a:cs typeface="+mn-cs"/>
              </a:defRPr>
            </a:lvl1pPr>
            <a:lvl2pPr>
              <a:defRPr>
                <a:latin typeface="Verdana" pitchFamily="2" charset="0"/>
              </a:defRPr>
            </a:lvl2pPr>
            <a:lvl3pPr>
              <a:defRPr>
                <a:latin typeface="Verdana" pitchFamily="2" charset="0"/>
              </a:defRPr>
            </a:lvl3pPr>
            <a:lvl4pPr>
              <a:defRPr>
                <a:latin typeface="Verdana" pitchFamily="2" charset="0"/>
              </a:defRPr>
            </a:lvl4pPr>
            <a:lvl5pPr>
              <a:defRPr>
                <a:latin typeface="Verdana" pitchFamily="2" charset="0"/>
              </a:defRPr>
            </a:lvl5pPr>
          </a:lstStyle>
          <a:p>
            <a:pPr lvl="0"/>
            <a:r>
              <a:rPr dirty="0"/>
              <a:t>9:30 – 9:40</a:t>
            </a:r>
          </a:p>
          <a:p>
            <a:pPr lvl="0"/>
            <a:r>
              <a:rPr dirty="0"/>
              <a:t>9:40 – 10:00</a:t>
            </a:r>
          </a:p>
          <a:p>
            <a:pPr lvl="0"/>
            <a:r>
              <a:rPr dirty="0"/>
              <a:t>10:00 – 10:15</a:t>
            </a:r>
          </a:p>
          <a:p>
            <a:pPr lvl="0"/>
            <a:r>
              <a:rPr dirty="0"/>
              <a:t>10:15 – 10:30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810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and_Contents_full_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/>
          <p:cNvSpPr>
            <a:spLocks noGrp="1"/>
          </p:cNvSpPr>
          <p:nvPr>
            <p:ph type="body" sz="quarter" idx="27" hasCustomPrompt="1"/>
          </p:nvPr>
        </p:nvSpPr>
        <p:spPr>
          <a:xfrm>
            <a:off x="838201" y="1371600"/>
            <a:ext cx="10591800" cy="4800600"/>
          </a:xfrm>
          <a:prstGeom prst="rect">
            <a:avLst/>
          </a:prstGeom>
          <a:noFill/>
        </p:spPr>
        <p:txBody>
          <a:bodyPr vert="horz" wrap="square" lIns="0" tIns="45720" rIns="144000" bIns="45720" rtlCol="0">
            <a:noAutofit/>
          </a:bodyPr>
          <a:lstStyle>
            <a:lvl1pPr marL="361950" marR="0" indent="-361950" algn="just" defTabSz="914400" rtl="0" eaLnBrk="1" fontAlgn="auto" latinLnBrk="0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/>
              <a:defRPr lang="fr-FR" sz="2400" b="0" kern="1200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25475" indent="-263525">
              <a:lnSpc>
                <a:spcPct val="125000"/>
              </a:lnSpc>
              <a:spcBef>
                <a:spcPts val="1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800"/>
            </a:lvl2pPr>
            <a:lvl3pPr marL="808038" indent="-182563" defTabSz="898525">
              <a:lnSpc>
                <a:spcPct val="125000"/>
              </a:lnSpc>
              <a:spcBef>
                <a:spcPts val="1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Char char="§"/>
              <a:defRPr sz="1600"/>
            </a:lvl3pPr>
          </a:lstStyle>
          <a:p>
            <a:pPr lvl="0"/>
            <a:r>
              <a:rPr dirty="0"/>
              <a:t>Insert </a:t>
            </a:r>
            <a:r>
              <a:rPr dirty="0" err="1"/>
              <a:t>your</a:t>
            </a:r>
            <a:r>
              <a:rPr dirty="0"/>
              <a:t> content </a:t>
            </a:r>
            <a:r>
              <a:rPr dirty="0" err="1"/>
              <a:t>level</a:t>
            </a:r>
            <a:r>
              <a:rPr dirty="0"/>
              <a:t> 1 </a:t>
            </a:r>
          </a:p>
          <a:p>
            <a:pPr lvl="1"/>
            <a:r>
              <a:rPr dirty="0"/>
              <a:t>Insert </a:t>
            </a:r>
            <a:r>
              <a:rPr dirty="0" err="1"/>
              <a:t>your</a:t>
            </a:r>
            <a:r>
              <a:rPr dirty="0"/>
              <a:t> content </a:t>
            </a:r>
            <a:r>
              <a:rPr dirty="0" err="1"/>
              <a:t>level</a:t>
            </a:r>
            <a:r>
              <a:rPr dirty="0"/>
              <a:t> 2 </a:t>
            </a:r>
          </a:p>
          <a:p>
            <a:pPr lvl="2"/>
            <a:r>
              <a:rPr dirty="0"/>
              <a:t>Insert </a:t>
            </a:r>
            <a:r>
              <a:rPr dirty="0" err="1"/>
              <a:t>your</a:t>
            </a:r>
            <a:r>
              <a:rPr dirty="0"/>
              <a:t> content </a:t>
            </a:r>
            <a:r>
              <a:rPr dirty="0" err="1"/>
              <a:t>level</a:t>
            </a:r>
            <a:r>
              <a:rPr dirty="0"/>
              <a:t> 3 </a:t>
            </a:r>
          </a:p>
        </p:txBody>
      </p:sp>
      <p:pic>
        <p:nvPicPr>
          <p:cNvPr id="2" name="Image 3">
            <a:extLst>
              <a:ext uri="{FF2B5EF4-FFF2-40B4-BE49-F238E27FC236}">
                <a16:creationId xmlns:a16="http://schemas.microsoft.com/office/drawing/2014/main" id="{A51D9EAE-6D50-2344-CCAE-57A768C6BA3E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3" name="Image 4">
            <a:extLst>
              <a:ext uri="{FF2B5EF4-FFF2-40B4-BE49-F238E27FC236}">
                <a16:creationId xmlns:a16="http://schemas.microsoft.com/office/drawing/2014/main" id="{532E1566-17CD-78B8-BDBF-A2E51B6E8C78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4" name="Titre 2">
            <a:extLst>
              <a:ext uri="{FF2B5EF4-FFF2-40B4-BE49-F238E27FC236}">
                <a16:creationId xmlns:a16="http://schemas.microsoft.com/office/drawing/2014/main" id="{35635F0C-F5DF-8BCB-C976-5734379FC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5F54B379-CC17-947C-7FA6-64E43AA5A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0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only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1610949" y="3045308"/>
            <a:ext cx="8970101" cy="1236236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342900" indent="-342900">
              <a:lnSpc>
                <a:spcPts val="2800"/>
              </a:lnSpc>
              <a:spcBef>
                <a:spcPts val="29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>
                <a:latin typeface="Verdana" pitchFamily="2" charset="77"/>
              </a:defRPr>
            </a:lvl1pPr>
            <a:lvl2pPr>
              <a:buClr>
                <a:srgbClr val="E23615"/>
              </a:buClr>
              <a:defRPr sz="2000" baseline="0">
                <a:latin typeface="Verdana" pitchFamily="2" charset="77"/>
              </a:defRPr>
            </a:lvl2pPr>
            <a:lvl3pPr marL="606425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rgbClr val="C4C8CB"/>
              </a:buClr>
              <a:buSzPct val="100000"/>
              <a:buFont typeface="Arial" panose="020B0604020202020204" pitchFamily="34" charset="0"/>
              <a:buNone/>
              <a:tabLst/>
              <a:defRPr baseline="0">
                <a:latin typeface="Verdana" pitchFamily="2" charset="77"/>
              </a:defRPr>
            </a:lvl3pPr>
          </a:lstStyle>
          <a:p>
            <a:r>
              <a:rPr noProof="0" dirty="0"/>
              <a:t>Insert Text</a:t>
            </a:r>
          </a:p>
          <a:p>
            <a:pPr lvl="1"/>
            <a:r>
              <a:rPr noProof="0" dirty="0"/>
              <a:t>Insert Text</a:t>
            </a:r>
          </a:p>
          <a:p>
            <a:pPr lvl="1"/>
            <a:endParaRPr noProof="0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106BAE4-2DCB-76A4-2032-4A4CFD57D4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CA1D5E-C11C-4068-BFD2-1C9B3318D4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7820837-1054-1147-F39E-C115AA47FEF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F8D3CC4-9193-9030-EF1D-5BC9C9D1F98B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8" name="Titre 2">
            <a:extLst>
              <a:ext uri="{FF2B5EF4-FFF2-40B4-BE49-F238E27FC236}">
                <a16:creationId xmlns:a16="http://schemas.microsoft.com/office/drawing/2014/main" id="{5F9B0B06-A081-D9A4-46C2-0E2B0A1B3B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0DB65624-9628-DD8D-811B-DCC7BE6FC4CC}"/>
              </a:ext>
            </a:extLst>
          </p:cNvPr>
          <p:cNvSpPr>
            <a:spLocks noGrp="1"/>
          </p:cNvSpPr>
          <p:nvPr>
            <p:ph type="subTitle" idx="18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1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061EEB12-DA8F-2B22-1D65-793307828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424" y="1303264"/>
            <a:ext cx="3249841" cy="313932"/>
          </a:xfrm>
          <a:custGeom>
            <a:avLst/>
            <a:gdLst>
              <a:gd name="connsiteX0" fmla="*/ 0 w 3451663"/>
              <a:gd name="connsiteY0" fmla="*/ 0 h 1460500"/>
              <a:gd name="connsiteX1" fmla="*/ 3451663 w 3451663"/>
              <a:gd name="connsiteY1" fmla="*/ 0 h 1460500"/>
              <a:gd name="connsiteX2" fmla="*/ 3451663 w 3451663"/>
              <a:gd name="connsiteY2" fmla="*/ 1460500 h 1460500"/>
              <a:gd name="connsiteX3" fmla="*/ 1813612 w 3451663"/>
              <a:gd name="connsiteY3" fmla="*/ 1460500 h 1460500"/>
              <a:gd name="connsiteX4" fmla="*/ 1725831 w 3451663"/>
              <a:gd name="connsiteY4" fmla="*/ 1372720 h 1460500"/>
              <a:gd name="connsiteX5" fmla="*/ 1638051 w 3451663"/>
              <a:gd name="connsiteY5" fmla="*/ 1460500 h 1460500"/>
              <a:gd name="connsiteX6" fmla="*/ 0 w 3451663"/>
              <a:gd name="connsiteY6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51663" h="1460500">
                <a:moveTo>
                  <a:pt x="0" y="0"/>
                </a:moveTo>
                <a:lnTo>
                  <a:pt x="3451663" y="0"/>
                </a:lnTo>
                <a:lnTo>
                  <a:pt x="3451663" y="1460500"/>
                </a:lnTo>
                <a:lnTo>
                  <a:pt x="1813612" y="1460500"/>
                </a:lnTo>
                <a:lnTo>
                  <a:pt x="1725831" y="1372720"/>
                </a:lnTo>
                <a:lnTo>
                  <a:pt x="1638051" y="1460500"/>
                </a:lnTo>
                <a:lnTo>
                  <a:pt x="0" y="1460500"/>
                </a:lnTo>
                <a:close/>
              </a:path>
            </a:pathLst>
          </a:custGeom>
        </p:spPr>
        <p:txBody>
          <a:bodyPr vert="horz" wrap="square" lIns="0" tIns="45720" rIns="91440" bIns="45720" rtlCol="0" anchor="ctr">
            <a:spAutoFit/>
          </a:bodyPr>
          <a:lstStyle>
            <a:lvl1pPr>
              <a:defRPr lang="de-CH" sz="1600" b="1" noProof="0" dirty="0">
                <a:solidFill>
                  <a:schemeClr val="accent2"/>
                </a:solidFill>
                <a:latin typeface="Verdana" panose="00000500000000000000" pitchFamily="2" charset="0"/>
              </a:defRPr>
            </a:lvl1pPr>
          </a:lstStyle>
          <a:p>
            <a:pPr marL="0" lvl="0" indent="0">
              <a:spcBef>
                <a:spcPts val="3000"/>
              </a:spcBef>
              <a:buNone/>
            </a:pPr>
            <a:r>
              <a:rPr noProof="0" dirty="0"/>
              <a:t>Click to insert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B88999CD-5FB4-0377-6FF7-300365785B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18747" y="1303264"/>
            <a:ext cx="3249841" cy="313932"/>
          </a:xfrm>
          <a:custGeom>
            <a:avLst/>
            <a:gdLst>
              <a:gd name="connsiteX0" fmla="*/ 0 w 3451663"/>
              <a:gd name="connsiteY0" fmla="*/ 0 h 1460500"/>
              <a:gd name="connsiteX1" fmla="*/ 3451663 w 3451663"/>
              <a:gd name="connsiteY1" fmla="*/ 0 h 1460500"/>
              <a:gd name="connsiteX2" fmla="*/ 3451663 w 3451663"/>
              <a:gd name="connsiteY2" fmla="*/ 1460500 h 1460500"/>
              <a:gd name="connsiteX3" fmla="*/ 1813612 w 3451663"/>
              <a:gd name="connsiteY3" fmla="*/ 1460500 h 1460500"/>
              <a:gd name="connsiteX4" fmla="*/ 1725831 w 3451663"/>
              <a:gd name="connsiteY4" fmla="*/ 1372720 h 1460500"/>
              <a:gd name="connsiteX5" fmla="*/ 1638051 w 3451663"/>
              <a:gd name="connsiteY5" fmla="*/ 1460500 h 1460500"/>
              <a:gd name="connsiteX6" fmla="*/ 0 w 3451663"/>
              <a:gd name="connsiteY6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51663" h="1460500">
                <a:moveTo>
                  <a:pt x="0" y="0"/>
                </a:moveTo>
                <a:lnTo>
                  <a:pt x="3451663" y="0"/>
                </a:lnTo>
                <a:lnTo>
                  <a:pt x="3451663" y="1460500"/>
                </a:lnTo>
                <a:lnTo>
                  <a:pt x="1813612" y="1460500"/>
                </a:lnTo>
                <a:lnTo>
                  <a:pt x="1725831" y="1372720"/>
                </a:lnTo>
                <a:lnTo>
                  <a:pt x="1638051" y="1460500"/>
                </a:lnTo>
                <a:lnTo>
                  <a:pt x="0" y="1460500"/>
                </a:lnTo>
                <a:close/>
              </a:path>
            </a:pathLst>
          </a:custGeom>
        </p:spPr>
        <p:txBody>
          <a:bodyPr vert="horz" wrap="square" lIns="0" tIns="45720" rIns="91440" bIns="45720" rtlCol="0" anchor="ctr">
            <a:spAutoFit/>
          </a:bodyPr>
          <a:lstStyle>
            <a:lvl1pPr>
              <a:defRPr lang="de-CH" sz="1600" b="1" noProof="0" dirty="0">
                <a:solidFill>
                  <a:schemeClr val="accent2"/>
                </a:solidFill>
                <a:latin typeface="Verdana" panose="00000500000000000000" pitchFamily="2" charset="0"/>
              </a:defRPr>
            </a:lvl1pPr>
          </a:lstStyle>
          <a:p>
            <a:pPr marL="0" lvl="0" indent="0">
              <a:spcBef>
                <a:spcPts val="3000"/>
              </a:spcBef>
              <a:buNone/>
            </a:pPr>
            <a:r>
              <a:rPr noProof="0" dirty="0"/>
              <a:t>Click to insert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091DB18-A8F6-BA10-ED11-3DFD4FC6F4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9626" y="1303264"/>
            <a:ext cx="3249841" cy="313932"/>
          </a:xfrm>
          <a:custGeom>
            <a:avLst/>
            <a:gdLst>
              <a:gd name="connsiteX0" fmla="*/ 0 w 3451663"/>
              <a:gd name="connsiteY0" fmla="*/ 0 h 1460500"/>
              <a:gd name="connsiteX1" fmla="*/ 3451663 w 3451663"/>
              <a:gd name="connsiteY1" fmla="*/ 0 h 1460500"/>
              <a:gd name="connsiteX2" fmla="*/ 3451663 w 3451663"/>
              <a:gd name="connsiteY2" fmla="*/ 1460500 h 1460500"/>
              <a:gd name="connsiteX3" fmla="*/ 1813612 w 3451663"/>
              <a:gd name="connsiteY3" fmla="*/ 1460500 h 1460500"/>
              <a:gd name="connsiteX4" fmla="*/ 1725831 w 3451663"/>
              <a:gd name="connsiteY4" fmla="*/ 1372720 h 1460500"/>
              <a:gd name="connsiteX5" fmla="*/ 1638051 w 3451663"/>
              <a:gd name="connsiteY5" fmla="*/ 1460500 h 1460500"/>
              <a:gd name="connsiteX6" fmla="*/ 0 w 3451663"/>
              <a:gd name="connsiteY6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51663" h="1460500">
                <a:moveTo>
                  <a:pt x="0" y="0"/>
                </a:moveTo>
                <a:lnTo>
                  <a:pt x="3451663" y="0"/>
                </a:lnTo>
                <a:lnTo>
                  <a:pt x="3451663" y="1460500"/>
                </a:lnTo>
                <a:lnTo>
                  <a:pt x="1813612" y="1460500"/>
                </a:lnTo>
                <a:lnTo>
                  <a:pt x="1725831" y="1372720"/>
                </a:lnTo>
                <a:lnTo>
                  <a:pt x="1638051" y="1460500"/>
                </a:lnTo>
                <a:lnTo>
                  <a:pt x="0" y="1460500"/>
                </a:lnTo>
                <a:close/>
              </a:path>
            </a:pathLst>
          </a:custGeom>
        </p:spPr>
        <p:txBody>
          <a:bodyPr vert="horz" wrap="square" lIns="0" tIns="45720" rIns="91440" bIns="45720" rtlCol="0" anchor="ctr">
            <a:spAutoFit/>
          </a:bodyPr>
          <a:lstStyle>
            <a:lvl1pPr>
              <a:defRPr lang="de-CH" sz="1600" b="1" noProof="0" dirty="0">
                <a:solidFill>
                  <a:schemeClr val="accent2"/>
                </a:solidFill>
                <a:latin typeface="Verdana" panose="00000500000000000000" pitchFamily="2" charset="0"/>
              </a:defRPr>
            </a:lvl1pPr>
          </a:lstStyle>
          <a:p>
            <a:pPr marL="0" lvl="0" indent="0">
              <a:spcBef>
                <a:spcPts val="3000"/>
              </a:spcBef>
              <a:buNone/>
            </a:pPr>
            <a:r>
              <a:rPr noProof="0" dirty="0"/>
              <a:t>Click to insert text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E71D8C1-6B60-6FEC-CC76-0307A4428280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4637369" y="1757190"/>
            <a:ext cx="3232308" cy="934478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357188" indent="-357188"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800" baseline="0" dirty="0">
                <a:latin typeface="Verdana" panose="00000500000000000000" pitchFamily="2" charset="0"/>
              </a:defRPr>
            </a:lvl1pPr>
            <a:lvl2pPr marL="525462" indent="-285750"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400" baseline="0" dirty="0">
                <a:latin typeface="Verdana" panose="00000500000000000000" pitchFamily="2" charset="0"/>
              </a:defRPr>
            </a:lvl2pPr>
            <a:lvl3pPr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200" dirty="0">
                <a:latin typeface="Verdana" panose="00000500000000000000" pitchFamily="2" charset="0"/>
              </a:defRPr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1</a:t>
            </a:r>
          </a:p>
          <a:p>
            <a:pPr marL="506412" lvl="1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2</a:t>
            </a:r>
          </a:p>
          <a:p>
            <a:pPr marL="744537" lvl="2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3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0730AB8-8988-81AD-EDFB-02D96418E3CF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328248" y="1757190"/>
            <a:ext cx="3232308" cy="934478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357188" indent="-357188"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800" baseline="0" dirty="0">
                <a:latin typeface="Verdana" pitchFamily="2" charset="0"/>
              </a:defRPr>
            </a:lvl1pPr>
            <a:lvl2pPr marL="525462" indent="-285750"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400" baseline="0" dirty="0">
                <a:latin typeface="Verdana" pitchFamily="2" charset="0"/>
              </a:defRPr>
            </a:lvl2pPr>
            <a:lvl3pPr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200" dirty="0">
                <a:latin typeface="Verdana" pitchFamily="2" charset="0"/>
              </a:defRPr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1</a:t>
            </a:r>
          </a:p>
          <a:p>
            <a:pPr marL="506412" lvl="1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2</a:t>
            </a:r>
          </a:p>
          <a:p>
            <a:pPr marL="744537" lvl="2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3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B448FE-5FD5-EDF2-45A2-1BA27C85B9B1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28957" y="1757190"/>
            <a:ext cx="3232308" cy="934478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357188" indent="-357188"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800" baseline="0" dirty="0">
                <a:latin typeface="Verdana" panose="00000500000000000000" pitchFamily="2" charset="0"/>
              </a:defRPr>
            </a:lvl1pPr>
            <a:lvl2pPr algn="l">
              <a:buClr>
                <a:schemeClr val="tx2"/>
              </a:buClr>
              <a:defRPr lang="fr-FR" sz="1400" baseline="0" dirty="0">
                <a:latin typeface="Verdana" panose="00000500000000000000" pitchFamily="2" charset="0"/>
              </a:defRPr>
            </a:lvl2pPr>
            <a:lvl3pPr algn="l">
              <a:buClr>
                <a:schemeClr val="tx2"/>
              </a:buClr>
              <a:buFont typeface="Arial" panose="020B0604020202020204" pitchFamily="34" charset="0"/>
              <a:buChar char="•"/>
              <a:defRPr lang="fr-FR" sz="1200" dirty="0">
                <a:latin typeface="Verdana" panose="00000500000000000000" pitchFamily="2" charset="0"/>
              </a:defRPr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1</a:t>
            </a:r>
          </a:p>
          <a:p>
            <a:pPr marL="506412" lvl="1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2</a:t>
            </a:r>
          </a:p>
          <a:p>
            <a:pPr marL="744537" lvl="2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 3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FFC1F02-2D77-B8D5-1BC4-9C3247D7EA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1886CED1-DC05-371D-2A34-B7BF837D2C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B6109412-5B99-3C19-40FB-A4C929D4B37E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4" name="Image 4">
            <a:extLst>
              <a:ext uri="{FF2B5EF4-FFF2-40B4-BE49-F238E27FC236}">
                <a16:creationId xmlns:a16="http://schemas.microsoft.com/office/drawing/2014/main" id="{83374206-2BC1-DFE9-D691-2B140C339064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11" name="Titre 2">
            <a:extLst>
              <a:ext uri="{FF2B5EF4-FFF2-40B4-BE49-F238E27FC236}">
                <a16:creationId xmlns:a16="http://schemas.microsoft.com/office/drawing/2014/main" id="{E574948E-6E45-2C28-3D4E-ACB9CCC2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A6B1B1F-25F9-319B-6EC8-0E6ED97F1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04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/Question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1260DB6-BC68-DDD5-5BAC-3EED1BD0DF13}"/>
              </a:ext>
            </a:extLst>
          </p:cNvPr>
          <p:cNvSpPr/>
          <p:nvPr userDrawn="1"/>
        </p:nvSpPr>
        <p:spPr>
          <a:xfrm>
            <a:off x="1" y="0"/>
            <a:ext cx="12191999" cy="6872439"/>
          </a:xfrm>
          <a:custGeom>
            <a:avLst/>
            <a:gdLst>
              <a:gd name="connsiteX0" fmla="*/ 6164054 w 12191999"/>
              <a:gd name="connsiteY0" fmla="*/ 224601 h 6872439"/>
              <a:gd name="connsiteX1" fmla="*/ 6164054 w 12191999"/>
              <a:gd name="connsiteY1" fmla="*/ 6604300 h 6872439"/>
              <a:gd name="connsiteX2" fmla="*/ 11640615 w 12191999"/>
              <a:gd name="connsiteY2" fmla="*/ 6604300 h 6872439"/>
              <a:gd name="connsiteX3" fmla="*/ 11640615 w 12191999"/>
              <a:gd name="connsiteY3" fmla="*/ 224601 h 6872439"/>
              <a:gd name="connsiteX4" fmla="*/ 5990050 w 12191999"/>
              <a:gd name="connsiteY4" fmla="*/ 0 h 6872439"/>
              <a:gd name="connsiteX5" fmla="*/ 12017995 w 12191999"/>
              <a:gd name="connsiteY5" fmla="*/ 0 h 6872439"/>
              <a:gd name="connsiteX6" fmla="*/ 12017995 w 12191999"/>
              <a:gd name="connsiteY6" fmla="*/ 1 h 6872439"/>
              <a:gd name="connsiteX7" fmla="*/ 12191997 w 12191999"/>
              <a:gd name="connsiteY7" fmla="*/ 1 h 6872439"/>
              <a:gd name="connsiteX8" fmla="*/ 12191997 w 12191999"/>
              <a:gd name="connsiteY8" fmla="*/ 6604300 h 6872439"/>
              <a:gd name="connsiteX9" fmla="*/ 12191999 w 12191999"/>
              <a:gd name="connsiteY9" fmla="*/ 6604300 h 6872439"/>
              <a:gd name="connsiteX10" fmla="*/ 12191999 w 12191999"/>
              <a:gd name="connsiteY10" fmla="*/ 6872439 h 6872439"/>
              <a:gd name="connsiteX11" fmla="*/ 6164054 w 12191999"/>
              <a:gd name="connsiteY11" fmla="*/ 6872439 h 6872439"/>
              <a:gd name="connsiteX12" fmla="*/ 6164054 w 12191999"/>
              <a:gd name="connsiteY12" fmla="*/ 6858000 h 6872439"/>
              <a:gd name="connsiteX13" fmla="*/ 0 w 12191999"/>
              <a:gd name="connsiteY13" fmla="*/ 6858000 h 6872439"/>
              <a:gd name="connsiteX14" fmla="*/ 0 w 12191999"/>
              <a:gd name="connsiteY14" fmla="*/ 0 h 6872439"/>
              <a:gd name="connsiteX15" fmla="*/ 5990050 w 12191999"/>
              <a:gd name="connsiteY15" fmla="*/ 0 h 687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1999" h="6872439">
                <a:moveTo>
                  <a:pt x="6164054" y="224601"/>
                </a:moveTo>
                <a:lnTo>
                  <a:pt x="6164054" y="6604300"/>
                </a:lnTo>
                <a:lnTo>
                  <a:pt x="11640615" y="6604300"/>
                </a:lnTo>
                <a:lnTo>
                  <a:pt x="11640615" y="224601"/>
                </a:lnTo>
                <a:close/>
                <a:moveTo>
                  <a:pt x="5990050" y="0"/>
                </a:moveTo>
                <a:lnTo>
                  <a:pt x="12017995" y="0"/>
                </a:lnTo>
                <a:lnTo>
                  <a:pt x="12017995" y="1"/>
                </a:lnTo>
                <a:lnTo>
                  <a:pt x="12191997" y="1"/>
                </a:lnTo>
                <a:lnTo>
                  <a:pt x="12191997" y="6604300"/>
                </a:lnTo>
                <a:lnTo>
                  <a:pt x="12191999" y="6604300"/>
                </a:lnTo>
                <a:lnTo>
                  <a:pt x="12191999" y="6872439"/>
                </a:lnTo>
                <a:lnTo>
                  <a:pt x="6164054" y="6872439"/>
                </a:lnTo>
                <a:lnTo>
                  <a:pt x="6164054" y="6858000"/>
                </a:lnTo>
                <a:lnTo>
                  <a:pt x="0" y="6858000"/>
                </a:lnTo>
                <a:lnTo>
                  <a:pt x="0" y="0"/>
                </a:lnTo>
                <a:lnTo>
                  <a:pt x="59900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E0D35EA4-0B74-5AAB-D7B7-0E79860027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5353" y="871537"/>
            <a:ext cx="4685223" cy="3376663"/>
          </a:xfrm>
          <a:prstGeom prst="rect">
            <a:avLst/>
          </a:prstGeom>
        </p:spPr>
        <p:txBody>
          <a:bodyPr bIns="72000" anchor="b">
            <a:normAutofit/>
          </a:bodyPr>
          <a:lstStyle>
            <a:lvl1pPr marL="0" indent="0">
              <a:buNone/>
              <a:defRPr sz="4400" b="0">
                <a:solidFill>
                  <a:schemeClr val="bg1"/>
                </a:solidFill>
              </a:defRPr>
            </a:lvl1pPr>
          </a:lstStyle>
          <a:p>
            <a:pPr lvl="0"/>
            <a:r>
              <a:rPr noProof="0" dirty="0"/>
              <a:t>Quote / Question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476EFB11-6019-8AB1-4B6A-5DED0026C0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5353" y="4248200"/>
            <a:ext cx="4685223" cy="1946225"/>
          </a:xfrm>
          <a:prstGeom prst="rect">
            <a:avLst/>
          </a:prstGeom>
        </p:spPr>
        <p:txBody>
          <a:bodyPr tIns="72000" anchor="t">
            <a:normAutofit/>
          </a:bodyPr>
          <a:lstStyle>
            <a:lvl1pPr marL="0" indent="0">
              <a:buNone/>
              <a:defRPr sz="1600" b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noProof="0" dirty="0"/>
              <a:t>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CCD869-5083-9CAE-8E38-B8F759327B7B}"/>
              </a:ext>
            </a:extLst>
          </p:cNvPr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79A552-51B2-308E-56B5-F771A432969F}"/>
              </a:ext>
            </a:extLst>
          </p:cNvPr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7D73BAF-0A7A-CC2A-150E-1C5A5C9A2988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3146" y="1060667"/>
            <a:ext cx="1725935" cy="136090"/>
          </a:xfrm>
          <a:prstGeom prst="rect">
            <a:avLst/>
          </a:prstGeom>
        </p:spPr>
      </p:pic>
      <p:sp>
        <p:nvSpPr>
          <p:cNvPr id="21" name="Espace réservé pour une image  2">
            <a:extLst>
              <a:ext uri="{FF2B5EF4-FFF2-40B4-BE49-F238E27FC236}">
                <a16:creationId xmlns:a16="http://schemas.microsoft.com/office/drawing/2014/main" id="{F3AB5680-E99F-8349-83E1-F88CC0E825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9763" y="224753"/>
            <a:ext cx="5613348" cy="6345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E5BB4FE3-6CFF-57CE-C12D-3707F344F45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F3B54F6-BE3E-86D6-9F0E-9273B6BE2024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6154B-8A5C-BF98-E0A2-CB1C113197D3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5" name="Hexagon 34">
            <a:extLst>
              <a:ext uri="{FF2B5EF4-FFF2-40B4-BE49-F238E27FC236}">
                <a16:creationId xmlns:a16="http://schemas.microsoft.com/office/drawing/2014/main" id="{C59B227D-1657-6EB2-029E-B1E9E0C00272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F843692-5A7C-2995-3D64-4ACD2E6C58B5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60" name="Hexagon 34">
              <a:extLst>
                <a:ext uri="{FF2B5EF4-FFF2-40B4-BE49-F238E27FC236}">
                  <a16:creationId xmlns:a16="http://schemas.microsoft.com/office/drawing/2014/main" id="{C6DE9150-8BDD-A06C-0173-61BC85261533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Hexagon 34">
              <a:extLst>
                <a:ext uri="{FF2B5EF4-FFF2-40B4-BE49-F238E27FC236}">
                  <a16:creationId xmlns:a16="http://schemas.microsoft.com/office/drawing/2014/main" id="{26CBAF41-B391-0A2B-4BD7-73084A84CE17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Hexagon 34">
              <a:extLst>
                <a:ext uri="{FF2B5EF4-FFF2-40B4-BE49-F238E27FC236}">
                  <a16:creationId xmlns:a16="http://schemas.microsoft.com/office/drawing/2014/main" id="{DD1AF012-3111-F685-B555-1421B4AF3A8F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320E0E43-4896-A79C-A664-08CEB2393547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64" name="Hexagon 34">
            <a:extLst>
              <a:ext uri="{FF2B5EF4-FFF2-40B4-BE49-F238E27FC236}">
                <a16:creationId xmlns:a16="http://schemas.microsoft.com/office/drawing/2014/main" id="{5674D752-145F-42FE-2A94-82CE4342CFF3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BAE88A7-7BEE-4023-268B-F4C69518BA89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66" name="Hexagon 34">
              <a:extLst>
                <a:ext uri="{FF2B5EF4-FFF2-40B4-BE49-F238E27FC236}">
                  <a16:creationId xmlns:a16="http://schemas.microsoft.com/office/drawing/2014/main" id="{081C100E-1675-F4F7-FA6D-53F62CF5A841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Hexagon 34">
              <a:extLst>
                <a:ext uri="{FF2B5EF4-FFF2-40B4-BE49-F238E27FC236}">
                  <a16:creationId xmlns:a16="http://schemas.microsoft.com/office/drawing/2014/main" id="{2390D1E3-A164-D6A6-85C7-6A09A6312ABA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Hexagon 34">
              <a:extLst>
                <a:ext uri="{FF2B5EF4-FFF2-40B4-BE49-F238E27FC236}">
                  <a16:creationId xmlns:a16="http://schemas.microsoft.com/office/drawing/2014/main" id="{F83AA29B-1A56-12F1-E884-EB91E11578FF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12D5E14-B48B-96AC-E32F-6A5CF39D3A4C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70" name="Hexagon 34">
              <a:extLst>
                <a:ext uri="{FF2B5EF4-FFF2-40B4-BE49-F238E27FC236}">
                  <a16:creationId xmlns:a16="http://schemas.microsoft.com/office/drawing/2014/main" id="{B649442A-3833-A74F-FECC-C587A84CEAD7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1" name="Hexagon 34">
              <a:extLst>
                <a:ext uri="{FF2B5EF4-FFF2-40B4-BE49-F238E27FC236}">
                  <a16:creationId xmlns:a16="http://schemas.microsoft.com/office/drawing/2014/main" id="{7C683E0F-E9D7-E41E-1F62-EAE4B307F5DE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Hexagon 34">
              <a:extLst>
                <a:ext uri="{FF2B5EF4-FFF2-40B4-BE49-F238E27FC236}">
                  <a16:creationId xmlns:a16="http://schemas.microsoft.com/office/drawing/2014/main" id="{CD7B2A2A-BDEF-D831-75BA-B64E8C9E9B00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Hexagon 34">
              <a:extLst>
                <a:ext uri="{FF2B5EF4-FFF2-40B4-BE49-F238E27FC236}">
                  <a16:creationId xmlns:a16="http://schemas.microsoft.com/office/drawing/2014/main" id="{56771A16-50FF-8B68-7D62-204E4BECF34A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E894F76-2E5A-94D4-F749-651395FC7814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75" name="Hexagon 34">
              <a:extLst>
                <a:ext uri="{FF2B5EF4-FFF2-40B4-BE49-F238E27FC236}">
                  <a16:creationId xmlns:a16="http://schemas.microsoft.com/office/drawing/2014/main" id="{2BD6303D-A1BE-A684-FC80-0A4C67CD63F7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Hexagon 34">
              <a:extLst>
                <a:ext uri="{FF2B5EF4-FFF2-40B4-BE49-F238E27FC236}">
                  <a16:creationId xmlns:a16="http://schemas.microsoft.com/office/drawing/2014/main" id="{F465D7DB-1C4A-0BA2-BDBB-16B483790CDC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Hexagon 34">
              <a:extLst>
                <a:ext uri="{FF2B5EF4-FFF2-40B4-BE49-F238E27FC236}">
                  <a16:creationId xmlns:a16="http://schemas.microsoft.com/office/drawing/2014/main" id="{E5F8D4EE-1544-D9F6-1A26-675F138413F8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Hexagon 34">
              <a:extLst>
                <a:ext uri="{FF2B5EF4-FFF2-40B4-BE49-F238E27FC236}">
                  <a16:creationId xmlns:a16="http://schemas.microsoft.com/office/drawing/2014/main" id="{3C861C1A-82D7-4131-741F-B25AD65FE706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9" name="Hexagon 34">
            <a:extLst>
              <a:ext uri="{FF2B5EF4-FFF2-40B4-BE49-F238E27FC236}">
                <a16:creationId xmlns:a16="http://schemas.microsoft.com/office/drawing/2014/main" id="{E7D58073-0CA5-1417-0AEC-4A4BFB1291D9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A0E7B3F-0A59-45B6-92AD-8E0C068FF273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81" name="Hexagon 34">
              <a:extLst>
                <a:ext uri="{FF2B5EF4-FFF2-40B4-BE49-F238E27FC236}">
                  <a16:creationId xmlns:a16="http://schemas.microsoft.com/office/drawing/2014/main" id="{7665F601-EA9B-CA6C-AA94-21DD0C20C851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2" name="Hexagon 34">
              <a:extLst>
                <a:ext uri="{FF2B5EF4-FFF2-40B4-BE49-F238E27FC236}">
                  <a16:creationId xmlns:a16="http://schemas.microsoft.com/office/drawing/2014/main" id="{2DAD8684-5BC6-8018-DFF0-4D363C624077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BCD16D1D-EB74-9F60-CE98-0622AFAD14DB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5807851-3B0A-C3BB-D939-601E784EDEB0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395FB40C-7533-E8A3-5DEC-F65009A6316F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Hexagon 34">
              <a:extLst>
                <a:ext uri="{FF2B5EF4-FFF2-40B4-BE49-F238E27FC236}">
                  <a16:creationId xmlns:a16="http://schemas.microsoft.com/office/drawing/2014/main" id="{C88FD61E-AC0E-BBDA-5895-806F8747E75A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990E47C8-915A-9BB6-66F1-3AFC0305F0DC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5B4E011-5F44-33E7-9EF3-B8D6A9951CE7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9" name="Hexagon 34">
              <a:extLst>
                <a:ext uri="{FF2B5EF4-FFF2-40B4-BE49-F238E27FC236}">
                  <a16:creationId xmlns:a16="http://schemas.microsoft.com/office/drawing/2014/main" id="{551FCC70-9D7D-3704-2F6A-C567BEFD1EA0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A19F665D-86C9-C22D-C201-0079F5C32393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91" name="Hexagon 34">
                <a:extLst>
                  <a:ext uri="{FF2B5EF4-FFF2-40B4-BE49-F238E27FC236}">
                    <a16:creationId xmlns:a16="http://schemas.microsoft.com/office/drawing/2014/main" id="{43F589B1-CD10-FC77-90B8-561A63C48596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Hexagon 34">
                <a:extLst>
                  <a:ext uri="{FF2B5EF4-FFF2-40B4-BE49-F238E27FC236}">
                    <a16:creationId xmlns:a16="http://schemas.microsoft.com/office/drawing/2014/main" id="{0D8386F7-4958-1E31-47BD-B5F22A8A0B9A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2B6FF3FD-F62C-AF61-75AB-133A2A30E30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23E2394-E6EA-6B03-3989-D13B3E6B6A89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5" name="Hexagon 34">
              <a:extLst>
                <a:ext uri="{FF2B5EF4-FFF2-40B4-BE49-F238E27FC236}">
                  <a16:creationId xmlns:a16="http://schemas.microsoft.com/office/drawing/2014/main" id="{1D0BED97-017E-EC84-3882-C7896E35DFB0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18701A27-61D9-A80E-D4B5-0CE11BF11DAF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7" name="Hexagon 34">
                <a:extLst>
                  <a:ext uri="{FF2B5EF4-FFF2-40B4-BE49-F238E27FC236}">
                    <a16:creationId xmlns:a16="http://schemas.microsoft.com/office/drawing/2014/main" id="{F6FB4C63-E048-6D76-7532-8A69D9DB50FF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Hexagon 34">
                <a:extLst>
                  <a:ext uri="{FF2B5EF4-FFF2-40B4-BE49-F238E27FC236}">
                    <a16:creationId xmlns:a16="http://schemas.microsoft.com/office/drawing/2014/main" id="{2E90613E-5059-4468-CE5C-D70287544EF3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E3814673-2755-3D5B-C552-A37FE4E85A4B}"/>
              </a:ext>
            </a:extLst>
          </p:cNvPr>
          <p:cNvSpPr txBox="1"/>
          <p:nvPr userDrawn="1"/>
        </p:nvSpPr>
        <p:spPr>
          <a:xfrm>
            <a:off x="9737" y="-1488180"/>
            <a:ext cx="12189024" cy="113877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800" b="1" kern="1200" noProof="0">
                <a:solidFill>
                  <a:srgbClr val="000000"/>
                </a:solidFill>
                <a:effectLst/>
                <a:latin typeface="Verdana" panose="020B0502040204020203" pitchFamily="34" charset="0"/>
                <a:ea typeface="+mn-ea"/>
                <a:cs typeface="+mn-cs"/>
              </a:rPr>
              <a:t>Change Slide Color</a:t>
            </a:r>
            <a:r>
              <a:rPr sz="1800" kern="1200" noProof="0">
                <a:solidFill>
                  <a:srgbClr val="000000"/>
                </a:solidFill>
                <a:effectLst/>
                <a:latin typeface="Verdana" panose="020B0502040204020203" pitchFamily="34" charset="0"/>
                <a:ea typeface="+mn-ea"/>
                <a:cs typeface="+mn-cs"/>
              </a:rPr>
              <a:t>:</a:t>
            </a:r>
            <a:endParaRPr noProof="0">
              <a:effectLst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800" kern="1200" noProof="0" dirty="0">
                <a:solidFill>
                  <a:srgbClr val="000000"/>
                </a:solidFill>
                <a:effectLst/>
                <a:latin typeface="Verdana" panose="020B0502040204020203" pitchFamily="34" charset="0"/>
                <a:ea typeface="+mn-ea"/>
                <a:cs typeface="+mn-cs"/>
              </a:rPr>
              <a:t>1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. Right click the colored shape (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outside of the textbox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sz="1600" noProof="0" dirty="0">
              <a:effectLst/>
              <a:latin typeface="+mn-lt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2. Select 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«Format Background»</a:t>
            </a:r>
            <a:endParaRPr sz="1600" noProof="0" dirty="0">
              <a:effectLst/>
              <a:latin typeface="+mn-lt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3. Select </a:t>
            </a:r>
            <a:r>
              <a:rPr sz="1600" b="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«Color» </a:t>
            </a:r>
            <a:r>
              <a:rPr sz="1600" b="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function 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and use the 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eyedropper tool 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to select your preferred color from the color palette on the left side</a:t>
            </a:r>
            <a:endParaRPr sz="1600" noProof="0" dirty="0">
              <a:effectLst/>
              <a:latin typeface="+mn-lt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982E76D-378E-6AF3-D8EC-D3B87B0E3418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7AD27A9F-FBA0-ECA3-1B3E-ADC9270FD132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468B7B75-464A-ECCA-232C-95A6DD5C6C79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Hexagon 34">
              <a:extLst>
                <a:ext uri="{FF2B5EF4-FFF2-40B4-BE49-F238E27FC236}">
                  <a16:creationId xmlns:a16="http://schemas.microsoft.com/office/drawing/2014/main" id="{74D47C44-C4AC-6C55-E8EA-976C2FF8E903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Hexagon 34">
              <a:extLst>
                <a:ext uri="{FF2B5EF4-FFF2-40B4-BE49-F238E27FC236}">
                  <a16:creationId xmlns:a16="http://schemas.microsoft.com/office/drawing/2014/main" id="{361BE35C-DBE0-AD9F-131E-F434AD18B547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AD937C7-6F00-C9E9-82EA-1430E177BA47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73856130-09BA-E0E3-86A8-8F4EEA264A32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Hexagon 34">
              <a:extLst>
                <a:ext uri="{FF2B5EF4-FFF2-40B4-BE49-F238E27FC236}">
                  <a16:creationId xmlns:a16="http://schemas.microsoft.com/office/drawing/2014/main" id="{6FD90983-A435-8B71-82A6-744EC482DB58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Hexagon 34">
              <a:extLst>
                <a:ext uri="{FF2B5EF4-FFF2-40B4-BE49-F238E27FC236}">
                  <a16:creationId xmlns:a16="http://schemas.microsoft.com/office/drawing/2014/main" id="{E98E00ED-E281-2F3B-7B99-204B4C86D404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A6140F6F-CEFA-B755-ADC3-625C3CD18ACA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A5618D08-94E1-4035-B7BB-91BFE9D873B0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51C2182-0E0A-6993-137D-BDE4B4F1AC7E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2" name="Right Brace 111">
            <a:extLst>
              <a:ext uri="{FF2B5EF4-FFF2-40B4-BE49-F238E27FC236}">
                <a16:creationId xmlns:a16="http://schemas.microsoft.com/office/drawing/2014/main" id="{C9DB21ED-C5D2-160D-042F-DAE84D457E0D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3DD1370-E19B-0A33-EE41-B0D9918C65EF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4" name="Right Brace 113">
            <a:extLst>
              <a:ext uri="{FF2B5EF4-FFF2-40B4-BE49-F238E27FC236}">
                <a16:creationId xmlns:a16="http://schemas.microsoft.com/office/drawing/2014/main" id="{C2DCE74A-6552-5BF8-9043-55F0F87BDA72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9C22B3E-63C8-84AE-6048-5ED796B20591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6" name="Right Brace 115">
            <a:extLst>
              <a:ext uri="{FF2B5EF4-FFF2-40B4-BE49-F238E27FC236}">
                <a16:creationId xmlns:a16="http://schemas.microsoft.com/office/drawing/2014/main" id="{A99D7FDB-6E75-D7BF-9B61-53D4E44EC8D7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E9AAFE21-A8B1-2225-732D-3558C30D951F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ight Brace 117">
            <a:extLst>
              <a:ext uri="{FF2B5EF4-FFF2-40B4-BE49-F238E27FC236}">
                <a16:creationId xmlns:a16="http://schemas.microsoft.com/office/drawing/2014/main" id="{ED2C77D2-7944-4200-7FD9-3A81D88AA955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40F3FB-D596-190C-8D60-6C5AF8BB2637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900C5F-618A-E1AE-3E0B-23ACB8A23C29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407911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/Question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8C23892-808F-6DA4-F591-867DAE70A136}"/>
              </a:ext>
            </a:extLst>
          </p:cNvPr>
          <p:cNvSpPr/>
          <p:nvPr userDrawn="1"/>
        </p:nvSpPr>
        <p:spPr>
          <a:xfrm rot="5400000">
            <a:off x="2655657" y="-2667034"/>
            <a:ext cx="6860977" cy="12195044"/>
          </a:xfrm>
          <a:custGeom>
            <a:avLst/>
            <a:gdLst>
              <a:gd name="connsiteX0" fmla="*/ 233084 w 6860977"/>
              <a:gd name="connsiteY0" fmla="*/ 11623130 h 12195044"/>
              <a:gd name="connsiteX1" fmla="*/ 6592255 w 6860977"/>
              <a:gd name="connsiteY1" fmla="*/ 11623130 h 12195044"/>
              <a:gd name="connsiteX2" fmla="*/ 6592255 w 6860977"/>
              <a:gd name="connsiteY2" fmla="*/ 6036573 h 12195044"/>
              <a:gd name="connsiteX3" fmla="*/ 233084 w 6860977"/>
              <a:gd name="connsiteY3" fmla="*/ 6036573 h 12195044"/>
              <a:gd name="connsiteX4" fmla="*/ 0 w 6860977"/>
              <a:gd name="connsiteY4" fmla="*/ 12175331 h 12195044"/>
              <a:gd name="connsiteX5" fmla="*/ 0 w 6860977"/>
              <a:gd name="connsiteY5" fmla="*/ 5317331 h 12195044"/>
              <a:gd name="connsiteX6" fmla="*/ 0 w 6860977"/>
              <a:gd name="connsiteY6" fmla="*/ 5317331 h 12195044"/>
              <a:gd name="connsiteX7" fmla="*/ 0 w 6860977"/>
              <a:gd name="connsiteY7" fmla="*/ 0 h 12195044"/>
              <a:gd name="connsiteX8" fmla="*/ 6858000 w 6860977"/>
              <a:gd name="connsiteY8" fmla="*/ 0 h 12195044"/>
              <a:gd name="connsiteX9" fmla="*/ 6858000 w 6860977"/>
              <a:gd name="connsiteY9" fmla="*/ 5317332 h 12195044"/>
              <a:gd name="connsiteX10" fmla="*/ 6860977 w 6860977"/>
              <a:gd name="connsiteY10" fmla="*/ 5317332 h 12195044"/>
              <a:gd name="connsiteX11" fmla="*/ 6860977 w 6860977"/>
              <a:gd name="connsiteY11" fmla="*/ 12195044 h 12195044"/>
              <a:gd name="connsiteX12" fmla="*/ 6592255 w 6860977"/>
              <a:gd name="connsiteY12" fmla="*/ 12195044 h 12195044"/>
              <a:gd name="connsiteX13" fmla="*/ 6592255 w 6860977"/>
              <a:gd name="connsiteY13" fmla="*/ 12192815 h 12195044"/>
              <a:gd name="connsiteX14" fmla="*/ 0 w 6860977"/>
              <a:gd name="connsiteY14" fmla="*/ 12192815 h 12195044"/>
              <a:gd name="connsiteX15" fmla="*/ 0 w 6860977"/>
              <a:gd name="connsiteY15" fmla="*/ 12175331 h 1219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0977" h="12195044">
                <a:moveTo>
                  <a:pt x="233084" y="11623130"/>
                </a:moveTo>
                <a:lnTo>
                  <a:pt x="6592255" y="11623130"/>
                </a:lnTo>
                <a:lnTo>
                  <a:pt x="6592255" y="6036573"/>
                </a:lnTo>
                <a:lnTo>
                  <a:pt x="233084" y="6036573"/>
                </a:lnTo>
                <a:close/>
                <a:moveTo>
                  <a:pt x="0" y="12175331"/>
                </a:moveTo>
                <a:lnTo>
                  <a:pt x="0" y="5317331"/>
                </a:lnTo>
                <a:lnTo>
                  <a:pt x="0" y="5317331"/>
                </a:lnTo>
                <a:lnTo>
                  <a:pt x="0" y="0"/>
                </a:lnTo>
                <a:lnTo>
                  <a:pt x="6858000" y="0"/>
                </a:lnTo>
                <a:lnTo>
                  <a:pt x="6858000" y="5317332"/>
                </a:lnTo>
                <a:lnTo>
                  <a:pt x="6860977" y="5317332"/>
                </a:lnTo>
                <a:lnTo>
                  <a:pt x="6860977" y="12195044"/>
                </a:lnTo>
                <a:lnTo>
                  <a:pt x="6592255" y="12195044"/>
                </a:lnTo>
                <a:lnTo>
                  <a:pt x="6592255" y="12192815"/>
                </a:lnTo>
                <a:lnTo>
                  <a:pt x="0" y="12192815"/>
                </a:lnTo>
                <a:lnTo>
                  <a:pt x="0" y="121753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dirty="0"/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844751B8-954C-E047-2D77-AE1A328715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75011" y="871537"/>
            <a:ext cx="4685223" cy="3376663"/>
          </a:xfrm>
          <a:prstGeom prst="rect">
            <a:avLst/>
          </a:prstGeom>
        </p:spPr>
        <p:txBody>
          <a:bodyPr bIns="72000" anchor="b">
            <a:normAutofit/>
          </a:bodyPr>
          <a:lstStyle>
            <a:lvl1pPr marL="0" indent="0">
              <a:buNone/>
              <a:defRPr sz="4400" b="0">
                <a:solidFill>
                  <a:schemeClr val="bg1"/>
                </a:solidFill>
              </a:defRPr>
            </a:lvl1pPr>
          </a:lstStyle>
          <a:p>
            <a:pPr lvl="0"/>
            <a:r>
              <a:rPr noProof="0" dirty="0"/>
              <a:t>Quote / Question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D1C5CFE5-0B4C-AEC7-490A-3AF76BEDE6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5011" y="4248200"/>
            <a:ext cx="4685223" cy="1946225"/>
          </a:xfrm>
          <a:prstGeom prst="rect">
            <a:avLst/>
          </a:prstGeom>
        </p:spPr>
        <p:txBody>
          <a:bodyPr tIns="72000" anchor="t">
            <a:normAutofit/>
          </a:bodyPr>
          <a:lstStyle>
            <a:lvl1pPr marL="0" indent="0">
              <a:buNone/>
              <a:defRPr sz="1600" b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tabLst/>
              <a:defRPr/>
            </a:pPr>
            <a:r>
              <a:rPr noProof="0" dirty="0"/>
              <a:t>Name</a:t>
            </a:r>
          </a:p>
          <a:p>
            <a:pPr lvl="0"/>
            <a:endParaRPr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EF182C-D361-45A4-850D-C29DA7B62E1C}"/>
              </a:ext>
            </a:extLst>
          </p:cNvPr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AA570A-A1E8-6783-009B-9D98B2E7CD21}"/>
              </a:ext>
            </a:extLst>
          </p:cNvPr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51FC74EC-3D79-70DC-1255-31B30B1527D3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3146" y="1060667"/>
            <a:ext cx="1725935" cy="13609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9B08483-2322-8B4D-D3B1-A28880F3B095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21" name="Espace réservé pour une image  2">
            <a:extLst>
              <a:ext uri="{FF2B5EF4-FFF2-40B4-BE49-F238E27FC236}">
                <a16:creationId xmlns:a16="http://schemas.microsoft.com/office/drawing/2014/main" id="{253E62CD-8372-CA03-2625-A6B4967546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48044" y="236658"/>
            <a:ext cx="5505090" cy="6345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7A1B0B5D-56D7-094A-41FB-5D04593FC3D1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45403-045F-2CEB-9366-145BBF74C296}"/>
              </a:ext>
            </a:extLst>
          </p:cNvPr>
          <p:cNvSpPr txBox="1"/>
          <p:nvPr userDrawn="1"/>
        </p:nvSpPr>
        <p:spPr>
          <a:xfrm>
            <a:off x="-3300719" y="-218762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Group</a:t>
            </a:r>
          </a:p>
        </p:txBody>
      </p:sp>
      <p:sp>
        <p:nvSpPr>
          <p:cNvPr id="4" name="Hexagon 34">
            <a:extLst>
              <a:ext uri="{FF2B5EF4-FFF2-40B4-BE49-F238E27FC236}">
                <a16:creationId xmlns:a16="http://schemas.microsoft.com/office/drawing/2014/main" id="{519EC49F-06A1-89E6-AA60-A7FA0CED1C2A}"/>
              </a:ext>
            </a:extLst>
          </p:cNvPr>
          <p:cNvSpPr/>
          <p:nvPr userDrawn="1"/>
        </p:nvSpPr>
        <p:spPr>
          <a:xfrm>
            <a:off x="-3324506" y="-163462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F6387D-6156-97D1-53CC-E710FBD41834}"/>
              </a:ext>
            </a:extLst>
          </p:cNvPr>
          <p:cNvGrpSpPr/>
          <p:nvPr userDrawn="1"/>
        </p:nvGrpSpPr>
        <p:grpSpPr>
          <a:xfrm>
            <a:off x="-3295214" y="-1132958"/>
            <a:ext cx="1548392" cy="442988"/>
            <a:chOff x="-3411790" y="-1707010"/>
            <a:chExt cx="1548392" cy="442988"/>
          </a:xfrm>
        </p:grpSpPr>
        <p:sp>
          <p:nvSpPr>
            <p:cNvPr id="8" name="Hexagon 34">
              <a:extLst>
                <a:ext uri="{FF2B5EF4-FFF2-40B4-BE49-F238E27FC236}">
                  <a16:creationId xmlns:a16="http://schemas.microsoft.com/office/drawing/2014/main" id="{3011ED62-9DC2-AAF9-042E-1633BF8D6225}"/>
                </a:ext>
              </a:extLst>
            </p:cNvPr>
            <p:cNvSpPr/>
            <p:nvPr userDrawn="1"/>
          </p:nvSpPr>
          <p:spPr>
            <a:xfrm>
              <a:off x="-341179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Hexagon 34">
              <a:extLst>
                <a:ext uri="{FF2B5EF4-FFF2-40B4-BE49-F238E27FC236}">
                  <a16:creationId xmlns:a16="http://schemas.microsoft.com/office/drawing/2014/main" id="{AFC77FC0-4B0A-4A51-A380-32592C935E1B}"/>
                </a:ext>
              </a:extLst>
            </p:cNvPr>
            <p:cNvSpPr/>
            <p:nvPr userDrawn="1"/>
          </p:nvSpPr>
          <p:spPr>
            <a:xfrm>
              <a:off x="-2882960" y="-1707010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CA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Hexagon 34">
              <a:extLst>
                <a:ext uri="{FF2B5EF4-FFF2-40B4-BE49-F238E27FC236}">
                  <a16:creationId xmlns:a16="http://schemas.microsoft.com/office/drawing/2014/main" id="{50B5E677-106D-DCE4-1471-0789FE1BDD63}"/>
                </a:ext>
              </a:extLst>
            </p:cNvPr>
            <p:cNvSpPr/>
            <p:nvPr userDrawn="1"/>
          </p:nvSpPr>
          <p:spPr>
            <a:xfrm>
              <a:off x="-2337175" y="-170093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A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2838B0E-B8CF-0663-A72C-826F4E88D442}"/>
              </a:ext>
            </a:extLst>
          </p:cNvPr>
          <p:cNvSpPr txBox="1"/>
          <p:nvPr userDrawn="1"/>
        </p:nvSpPr>
        <p:spPr>
          <a:xfrm>
            <a:off x="-3300719" y="90872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Sumex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62" name="Hexagon 34">
            <a:extLst>
              <a:ext uri="{FF2B5EF4-FFF2-40B4-BE49-F238E27FC236}">
                <a16:creationId xmlns:a16="http://schemas.microsoft.com/office/drawing/2014/main" id="{59DE71BF-F797-A082-071D-98C9B6127E7E}"/>
              </a:ext>
            </a:extLst>
          </p:cNvPr>
          <p:cNvSpPr/>
          <p:nvPr userDrawn="1"/>
        </p:nvSpPr>
        <p:spPr>
          <a:xfrm>
            <a:off x="-3286877" y="1461342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738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FA37AF9-5F83-20BB-C755-536C6E7CA2A7}"/>
              </a:ext>
            </a:extLst>
          </p:cNvPr>
          <p:cNvGrpSpPr/>
          <p:nvPr userDrawn="1"/>
        </p:nvGrpSpPr>
        <p:grpSpPr>
          <a:xfrm>
            <a:off x="-3291571" y="1977900"/>
            <a:ext cx="1582363" cy="442988"/>
            <a:chOff x="-3567586" y="1544252"/>
            <a:chExt cx="1582363" cy="442988"/>
          </a:xfrm>
        </p:grpSpPr>
        <p:sp>
          <p:nvSpPr>
            <p:cNvPr id="64" name="Hexagon 34">
              <a:extLst>
                <a:ext uri="{FF2B5EF4-FFF2-40B4-BE49-F238E27FC236}">
                  <a16:creationId xmlns:a16="http://schemas.microsoft.com/office/drawing/2014/main" id="{1F1EEBC9-EB8A-1A7D-0922-F097BF4D9085}"/>
                </a:ext>
              </a:extLst>
            </p:cNvPr>
            <p:cNvSpPr/>
            <p:nvPr userDrawn="1"/>
          </p:nvSpPr>
          <p:spPr>
            <a:xfrm>
              <a:off x="-3567586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C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Hexagon 34">
              <a:extLst>
                <a:ext uri="{FF2B5EF4-FFF2-40B4-BE49-F238E27FC236}">
                  <a16:creationId xmlns:a16="http://schemas.microsoft.com/office/drawing/2014/main" id="{11AA74C6-3182-08B0-EB19-5130BDC9693A}"/>
                </a:ext>
              </a:extLst>
            </p:cNvPr>
            <p:cNvSpPr/>
            <p:nvPr userDrawn="1"/>
          </p:nvSpPr>
          <p:spPr>
            <a:xfrm>
              <a:off x="-2991522" y="1544252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C9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Hexagon 34">
              <a:extLst>
                <a:ext uri="{FF2B5EF4-FFF2-40B4-BE49-F238E27FC236}">
                  <a16:creationId xmlns:a16="http://schemas.microsoft.com/office/drawing/2014/main" id="{AC389F29-F509-7977-2B16-1C3B02BC578B}"/>
                </a:ext>
              </a:extLst>
            </p:cNvPr>
            <p:cNvSpPr/>
            <p:nvPr userDrawn="1"/>
          </p:nvSpPr>
          <p:spPr>
            <a:xfrm>
              <a:off x="-2459000" y="155032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B9B4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AE4D7C6-B11D-A66C-4595-552B2BCA7E5A}"/>
              </a:ext>
            </a:extLst>
          </p:cNvPr>
          <p:cNvGrpSpPr/>
          <p:nvPr userDrawn="1"/>
        </p:nvGrpSpPr>
        <p:grpSpPr>
          <a:xfrm>
            <a:off x="-3286877" y="2449354"/>
            <a:ext cx="2087091" cy="442988"/>
            <a:chOff x="-4115294" y="1029294"/>
            <a:chExt cx="2087091" cy="442988"/>
          </a:xfrm>
          <a:solidFill>
            <a:srgbClr val="B9B414"/>
          </a:solidFill>
        </p:grpSpPr>
        <p:sp>
          <p:nvSpPr>
            <p:cNvPr id="68" name="Hexagon 34">
              <a:extLst>
                <a:ext uri="{FF2B5EF4-FFF2-40B4-BE49-F238E27FC236}">
                  <a16:creationId xmlns:a16="http://schemas.microsoft.com/office/drawing/2014/main" id="{A1437D1D-D58F-1C03-F2B9-E504135A082F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9A0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9" name="Hexagon 34">
              <a:extLst>
                <a:ext uri="{FF2B5EF4-FFF2-40B4-BE49-F238E27FC236}">
                  <a16:creationId xmlns:a16="http://schemas.microsoft.com/office/drawing/2014/main" id="{7A86D0A9-859E-F3A2-F9F9-C3B3DD64F1FB}"/>
                </a:ext>
              </a:extLst>
            </p:cNvPr>
            <p:cNvSpPr/>
            <p:nvPr userDrawn="1"/>
          </p:nvSpPr>
          <p:spPr>
            <a:xfrm>
              <a:off x="-358210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5A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Hexagon 34">
              <a:extLst>
                <a:ext uri="{FF2B5EF4-FFF2-40B4-BE49-F238E27FC236}">
                  <a16:creationId xmlns:a16="http://schemas.microsoft.com/office/drawing/2014/main" id="{681EADD5-D9B2-1A7C-1417-71A0F3510FF2}"/>
                </a:ext>
              </a:extLst>
            </p:cNvPr>
            <p:cNvSpPr/>
            <p:nvPr userDrawn="1"/>
          </p:nvSpPr>
          <p:spPr>
            <a:xfrm>
              <a:off x="-3042108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A4B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Hexagon 34">
              <a:extLst>
                <a:ext uri="{FF2B5EF4-FFF2-40B4-BE49-F238E27FC236}">
                  <a16:creationId xmlns:a16="http://schemas.microsoft.com/office/drawing/2014/main" id="{8A561F94-B79E-2D19-581F-95833E5D265D}"/>
                </a:ext>
              </a:extLst>
            </p:cNvPr>
            <p:cNvSpPr/>
            <p:nvPr userDrawn="1"/>
          </p:nvSpPr>
          <p:spPr>
            <a:xfrm>
              <a:off x="-2501980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8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8588ADC-926F-BD43-2CA0-A20E95C21A53}"/>
              </a:ext>
            </a:extLst>
          </p:cNvPr>
          <p:cNvGrpSpPr/>
          <p:nvPr userDrawn="1"/>
        </p:nvGrpSpPr>
        <p:grpSpPr>
          <a:xfrm>
            <a:off x="-3286877" y="2952848"/>
            <a:ext cx="2058063" cy="442988"/>
            <a:chOff x="-4115294" y="1029294"/>
            <a:chExt cx="2058063" cy="442988"/>
          </a:xfrm>
          <a:solidFill>
            <a:srgbClr val="D70F3C"/>
          </a:solidFill>
        </p:grpSpPr>
        <p:sp>
          <p:nvSpPr>
            <p:cNvPr id="73" name="Hexagon 34">
              <a:extLst>
                <a:ext uri="{FF2B5EF4-FFF2-40B4-BE49-F238E27FC236}">
                  <a16:creationId xmlns:a16="http://schemas.microsoft.com/office/drawing/2014/main" id="{CCBCFFA6-5C38-4FB9-D88C-8DC7ED959773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Hexagon 34">
              <a:extLst>
                <a:ext uri="{FF2B5EF4-FFF2-40B4-BE49-F238E27FC236}">
                  <a16:creationId xmlns:a16="http://schemas.microsoft.com/office/drawing/2014/main" id="{AA735282-4713-A535-883D-0D3AF3E06C5F}"/>
                </a:ext>
              </a:extLst>
            </p:cNvPr>
            <p:cNvSpPr/>
            <p:nvPr userDrawn="1"/>
          </p:nvSpPr>
          <p:spPr>
            <a:xfrm>
              <a:off x="-359480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936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Hexagon 34">
              <a:extLst>
                <a:ext uri="{FF2B5EF4-FFF2-40B4-BE49-F238E27FC236}">
                  <a16:creationId xmlns:a16="http://schemas.microsoft.com/office/drawing/2014/main" id="{52520F70-C1EA-D5CA-4CFF-8EB8124C75B3}"/>
                </a:ext>
              </a:extLst>
            </p:cNvPr>
            <p:cNvSpPr/>
            <p:nvPr userDrawn="1"/>
          </p:nvSpPr>
          <p:spPr>
            <a:xfrm>
              <a:off x="-306353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Hexagon 34">
              <a:extLst>
                <a:ext uri="{FF2B5EF4-FFF2-40B4-BE49-F238E27FC236}">
                  <a16:creationId xmlns:a16="http://schemas.microsoft.com/office/drawing/2014/main" id="{297E4DCE-6148-CC3B-97E6-E2EA47B984F2}"/>
                </a:ext>
              </a:extLst>
            </p:cNvPr>
            <p:cNvSpPr/>
            <p:nvPr userDrawn="1"/>
          </p:nvSpPr>
          <p:spPr>
            <a:xfrm>
              <a:off x="-2531008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7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7" name="Hexagon 34">
            <a:extLst>
              <a:ext uri="{FF2B5EF4-FFF2-40B4-BE49-F238E27FC236}">
                <a16:creationId xmlns:a16="http://schemas.microsoft.com/office/drawing/2014/main" id="{9C132580-50F8-AE89-72F6-09F8B5FCAE8F}"/>
              </a:ext>
            </a:extLst>
          </p:cNvPr>
          <p:cNvSpPr/>
          <p:nvPr userDrawn="1"/>
        </p:nvSpPr>
        <p:spPr>
          <a:xfrm>
            <a:off x="-3270440" y="4630759"/>
            <a:ext cx="473777" cy="436914"/>
          </a:xfrm>
          <a:custGeom>
            <a:avLst/>
            <a:gdLst>
              <a:gd name="connsiteX0" fmla="*/ 0 w 864096"/>
              <a:gd name="connsiteY0" fmla="*/ 426670 h 853340"/>
              <a:gd name="connsiteX1" fmla="*/ 213335 w 864096"/>
              <a:gd name="connsiteY1" fmla="*/ 0 h 853340"/>
              <a:gd name="connsiteX2" fmla="*/ 650761 w 864096"/>
              <a:gd name="connsiteY2" fmla="*/ 0 h 853340"/>
              <a:gd name="connsiteX3" fmla="*/ 864096 w 864096"/>
              <a:gd name="connsiteY3" fmla="*/ 426670 h 853340"/>
              <a:gd name="connsiteX4" fmla="*/ 650761 w 864096"/>
              <a:gd name="connsiteY4" fmla="*/ 853340 h 853340"/>
              <a:gd name="connsiteX5" fmla="*/ 213335 w 864096"/>
              <a:gd name="connsiteY5" fmla="*/ 853340 h 853340"/>
              <a:gd name="connsiteX6" fmla="*/ 0 w 864096"/>
              <a:gd name="connsiteY6" fmla="*/ 426670 h 853340"/>
              <a:gd name="connsiteX0" fmla="*/ 150996 w 1015092"/>
              <a:gd name="connsiteY0" fmla="*/ 426670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150996 w 1015092"/>
              <a:gd name="connsiteY6" fmla="*/ 426670 h 1089084"/>
              <a:gd name="connsiteX0" fmla="*/ 29552 w 1015092"/>
              <a:gd name="connsiteY0" fmla="*/ 190926 h 1089084"/>
              <a:gd name="connsiteX1" fmla="*/ 364331 w 1015092"/>
              <a:gd name="connsiteY1" fmla="*/ 0 h 1089084"/>
              <a:gd name="connsiteX2" fmla="*/ 801757 w 1015092"/>
              <a:gd name="connsiteY2" fmla="*/ 0 h 1089084"/>
              <a:gd name="connsiteX3" fmla="*/ 1015092 w 1015092"/>
              <a:gd name="connsiteY3" fmla="*/ 426670 h 1089084"/>
              <a:gd name="connsiteX4" fmla="*/ 801757 w 1015092"/>
              <a:gd name="connsiteY4" fmla="*/ 853340 h 1089084"/>
              <a:gd name="connsiteX5" fmla="*/ 0 w 1015092"/>
              <a:gd name="connsiteY5" fmla="*/ 1089084 h 1089084"/>
              <a:gd name="connsiteX6" fmla="*/ 29552 w 1015092"/>
              <a:gd name="connsiteY6" fmla="*/ 190926 h 1089084"/>
              <a:gd name="connsiteX0" fmla="*/ 29552 w 1015092"/>
              <a:gd name="connsiteY0" fmla="*/ 371901 h 1270059"/>
              <a:gd name="connsiteX1" fmla="*/ 192881 w 1015092"/>
              <a:gd name="connsiteY1" fmla="*/ 0 h 1270059"/>
              <a:gd name="connsiteX2" fmla="*/ 801757 w 1015092"/>
              <a:gd name="connsiteY2" fmla="*/ 180975 h 1270059"/>
              <a:gd name="connsiteX3" fmla="*/ 1015092 w 1015092"/>
              <a:gd name="connsiteY3" fmla="*/ 607645 h 1270059"/>
              <a:gd name="connsiteX4" fmla="*/ 801757 w 1015092"/>
              <a:gd name="connsiteY4" fmla="*/ 1034315 h 1270059"/>
              <a:gd name="connsiteX5" fmla="*/ 0 w 1015092"/>
              <a:gd name="connsiteY5" fmla="*/ 1270059 h 1270059"/>
              <a:gd name="connsiteX6" fmla="*/ 29552 w 1015092"/>
              <a:gd name="connsiteY6" fmla="*/ 371901 h 1270059"/>
              <a:gd name="connsiteX0" fmla="*/ 29552 w 1418501"/>
              <a:gd name="connsiteY0" fmla="*/ 436195 h 1334353"/>
              <a:gd name="connsiteX1" fmla="*/ 192881 w 1418501"/>
              <a:gd name="connsiteY1" fmla="*/ 64294 h 1334353"/>
              <a:gd name="connsiteX2" fmla="*/ 1418501 w 1418501"/>
              <a:gd name="connsiteY2" fmla="*/ 0 h 1334353"/>
              <a:gd name="connsiteX3" fmla="*/ 1015092 w 1418501"/>
              <a:gd name="connsiteY3" fmla="*/ 671939 h 1334353"/>
              <a:gd name="connsiteX4" fmla="*/ 801757 w 1418501"/>
              <a:gd name="connsiteY4" fmla="*/ 1098609 h 1334353"/>
              <a:gd name="connsiteX5" fmla="*/ 0 w 1418501"/>
              <a:gd name="connsiteY5" fmla="*/ 1334353 h 1334353"/>
              <a:gd name="connsiteX6" fmla="*/ 29552 w 1418501"/>
              <a:gd name="connsiteY6" fmla="*/ 436195 h 1334353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801757 w 1467529"/>
              <a:gd name="connsiteY4" fmla="*/ 109860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29552 w 1467529"/>
              <a:gd name="connsiteY0" fmla="*/ 436195 h 1357739"/>
              <a:gd name="connsiteX1" fmla="*/ 192881 w 1467529"/>
              <a:gd name="connsiteY1" fmla="*/ 64294 h 1357739"/>
              <a:gd name="connsiteX2" fmla="*/ 1418501 w 1467529"/>
              <a:gd name="connsiteY2" fmla="*/ 0 h 1357739"/>
              <a:gd name="connsiteX3" fmla="*/ 1467529 w 1467529"/>
              <a:gd name="connsiteY3" fmla="*/ 1357739 h 1357739"/>
              <a:gd name="connsiteX4" fmla="*/ 787470 w 1467529"/>
              <a:gd name="connsiteY4" fmla="*/ 1346259 h 1357739"/>
              <a:gd name="connsiteX5" fmla="*/ 0 w 1467529"/>
              <a:gd name="connsiteY5" fmla="*/ 1334353 h 1357739"/>
              <a:gd name="connsiteX6" fmla="*/ 29552 w 1467529"/>
              <a:gd name="connsiteY6" fmla="*/ 436195 h 1357739"/>
              <a:gd name="connsiteX0" fmla="*/ 34315 w 1472292"/>
              <a:gd name="connsiteY0" fmla="*/ 436195 h 1357739"/>
              <a:gd name="connsiteX1" fmla="*/ 197644 w 1472292"/>
              <a:gd name="connsiteY1" fmla="*/ 64294 h 1357739"/>
              <a:gd name="connsiteX2" fmla="*/ 1423264 w 1472292"/>
              <a:gd name="connsiteY2" fmla="*/ 0 h 1357739"/>
              <a:gd name="connsiteX3" fmla="*/ 1472292 w 1472292"/>
              <a:gd name="connsiteY3" fmla="*/ 1357739 h 1357739"/>
              <a:gd name="connsiteX4" fmla="*/ 792233 w 1472292"/>
              <a:gd name="connsiteY4" fmla="*/ 1346259 h 1357739"/>
              <a:gd name="connsiteX5" fmla="*/ 0 w 1472292"/>
              <a:gd name="connsiteY5" fmla="*/ 1339115 h 1357739"/>
              <a:gd name="connsiteX6" fmla="*/ 34315 w 1472292"/>
              <a:gd name="connsiteY6" fmla="*/ 436195 h 13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2292" h="1357739">
                <a:moveTo>
                  <a:pt x="34315" y="436195"/>
                </a:moveTo>
                <a:lnTo>
                  <a:pt x="197644" y="64294"/>
                </a:lnTo>
                <a:lnTo>
                  <a:pt x="1423264" y="0"/>
                </a:lnTo>
                <a:lnTo>
                  <a:pt x="1472292" y="1357739"/>
                </a:lnTo>
                <a:lnTo>
                  <a:pt x="792233" y="1346259"/>
                </a:lnTo>
                <a:lnTo>
                  <a:pt x="0" y="1339115"/>
                </a:lnTo>
                <a:lnTo>
                  <a:pt x="34315" y="436195"/>
                </a:lnTo>
                <a:close/>
              </a:path>
            </a:pathLst>
          </a:custGeom>
          <a:solidFill>
            <a:srgbClr val="61A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5B35858-CCD9-BED8-7924-50C4A75000B5}"/>
              </a:ext>
            </a:extLst>
          </p:cNvPr>
          <p:cNvGrpSpPr/>
          <p:nvPr userDrawn="1"/>
        </p:nvGrpSpPr>
        <p:grpSpPr>
          <a:xfrm>
            <a:off x="-3266531" y="5099698"/>
            <a:ext cx="1526931" cy="442988"/>
            <a:chOff x="-3425632" y="4294521"/>
            <a:chExt cx="1526931" cy="442988"/>
          </a:xfrm>
        </p:grpSpPr>
        <p:sp>
          <p:nvSpPr>
            <p:cNvPr id="79" name="Hexagon 34">
              <a:extLst>
                <a:ext uri="{FF2B5EF4-FFF2-40B4-BE49-F238E27FC236}">
                  <a16:creationId xmlns:a16="http://schemas.microsoft.com/office/drawing/2014/main" id="{674204CB-9C9E-9B09-A9CF-BC416B9634DF}"/>
                </a:ext>
              </a:extLst>
            </p:cNvPr>
            <p:cNvSpPr/>
            <p:nvPr userDrawn="1"/>
          </p:nvSpPr>
          <p:spPr>
            <a:xfrm>
              <a:off x="-3425632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00A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0" name="Hexagon 34">
              <a:extLst>
                <a:ext uri="{FF2B5EF4-FFF2-40B4-BE49-F238E27FC236}">
                  <a16:creationId xmlns:a16="http://schemas.microsoft.com/office/drawing/2014/main" id="{0D5E573E-E4DB-96DC-0E3E-E95BBBC14F6A}"/>
                </a:ext>
              </a:extLst>
            </p:cNvPr>
            <p:cNvSpPr/>
            <p:nvPr userDrawn="1"/>
          </p:nvSpPr>
          <p:spPr>
            <a:xfrm>
              <a:off x="-2905000" y="4294521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33BD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Hexagon 34">
              <a:extLst>
                <a:ext uri="{FF2B5EF4-FFF2-40B4-BE49-F238E27FC236}">
                  <a16:creationId xmlns:a16="http://schemas.microsoft.com/office/drawing/2014/main" id="{7F68464C-E5CB-CBC2-699E-C4C7F61D9B2F}"/>
                </a:ext>
              </a:extLst>
            </p:cNvPr>
            <p:cNvSpPr/>
            <p:nvPr userDrawn="1"/>
          </p:nvSpPr>
          <p:spPr>
            <a:xfrm>
              <a:off x="-2372478" y="4300595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6C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84C9BD5-C7FE-CA61-0CE7-0AE7889B1569}"/>
              </a:ext>
            </a:extLst>
          </p:cNvPr>
          <p:cNvGrpSpPr/>
          <p:nvPr userDrawn="1"/>
        </p:nvGrpSpPr>
        <p:grpSpPr>
          <a:xfrm>
            <a:off x="-3286877" y="5596852"/>
            <a:ext cx="1511027" cy="436914"/>
            <a:chOff x="-4115294" y="5524844"/>
            <a:chExt cx="1511027" cy="436914"/>
          </a:xfrm>
        </p:grpSpPr>
        <p:sp>
          <p:nvSpPr>
            <p:cNvPr id="83" name="Hexagon 34">
              <a:extLst>
                <a:ext uri="{FF2B5EF4-FFF2-40B4-BE49-F238E27FC236}">
                  <a16:creationId xmlns:a16="http://schemas.microsoft.com/office/drawing/2014/main" id="{D04B2C1C-D8D0-FAE9-130E-01F03DF152A3}"/>
                </a:ext>
              </a:extLst>
            </p:cNvPr>
            <p:cNvSpPr/>
            <p:nvPr userDrawn="1"/>
          </p:nvSpPr>
          <p:spPr>
            <a:xfrm>
              <a:off x="-411529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Hexagon 34">
              <a:extLst>
                <a:ext uri="{FF2B5EF4-FFF2-40B4-BE49-F238E27FC236}">
                  <a16:creationId xmlns:a16="http://schemas.microsoft.com/office/drawing/2014/main" id="{F30209A1-11BB-F066-F467-1BA79B24248F}"/>
                </a:ext>
              </a:extLst>
            </p:cNvPr>
            <p:cNvSpPr/>
            <p:nvPr userDrawn="1"/>
          </p:nvSpPr>
          <p:spPr>
            <a:xfrm>
              <a:off x="-359661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Hexagon 34">
              <a:extLst>
                <a:ext uri="{FF2B5EF4-FFF2-40B4-BE49-F238E27FC236}">
                  <a16:creationId xmlns:a16="http://schemas.microsoft.com/office/drawing/2014/main" id="{0093D00D-4C8E-C019-46AC-70BA5CCA06F6}"/>
                </a:ext>
              </a:extLst>
            </p:cNvPr>
            <p:cNvSpPr/>
            <p:nvPr userDrawn="1"/>
          </p:nvSpPr>
          <p:spPr>
            <a:xfrm>
              <a:off x="-3078044" y="552484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2E2B76B-D4F0-F6BE-57E2-901CF240C1EA}"/>
              </a:ext>
            </a:extLst>
          </p:cNvPr>
          <p:cNvGrpSpPr/>
          <p:nvPr userDrawn="1"/>
        </p:nvGrpSpPr>
        <p:grpSpPr>
          <a:xfrm>
            <a:off x="-3286877" y="6087932"/>
            <a:ext cx="1517905" cy="447214"/>
            <a:chOff x="-4115294" y="6015924"/>
            <a:chExt cx="1517905" cy="447214"/>
          </a:xfrm>
        </p:grpSpPr>
        <p:sp>
          <p:nvSpPr>
            <p:cNvPr id="87" name="Hexagon 34">
              <a:extLst>
                <a:ext uri="{FF2B5EF4-FFF2-40B4-BE49-F238E27FC236}">
                  <a16:creationId xmlns:a16="http://schemas.microsoft.com/office/drawing/2014/main" id="{14294D70-787C-7BB7-F789-718CC7685DF6}"/>
                </a:ext>
              </a:extLst>
            </p:cNvPr>
            <p:cNvSpPr/>
            <p:nvPr userDrawn="1"/>
          </p:nvSpPr>
          <p:spPr>
            <a:xfrm>
              <a:off x="-4115294" y="602622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3EC091C-D82F-7A7E-78B5-D6B8B020D112}"/>
                </a:ext>
              </a:extLst>
            </p:cNvPr>
            <p:cNvGrpSpPr/>
            <p:nvPr userDrawn="1"/>
          </p:nvGrpSpPr>
          <p:grpSpPr>
            <a:xfrm>
              <a:off x="-3603689" y="6015924"/>
              <a:ext cx="1006300" cy="436914"/>
              <a:chOff x="-4129137" y="5622699"/>
              <a:chExt cx="1006300" cy="436914"/>
            </a:xfrm>
          </p:grpSpPr>
          <p:sp>
            <p:nvSpPr>
              <p:cNvPr id="89" name="Hexagon 34">
                <a:extLst>
                  <a:ext uri="{FF2B5EF4-FFF2-40B4-BE49-F238E27FC236}">
                    <a16:creationId xmlns:a16="http://schemas.microsoft.com/office/drawing/2014/main" id="{22A73268-9CD0-47BD-8D5E-60DEBD322B2D}"/>
                  </a:ext>
                </a:extLst>
              </p:cNvPr>
              <p:cNvSpPr/>
              <p:nvPr userDrawn="1"/>
            </p:nvSpPr>
            <p:spPr>
              <a:xfrm>
                <a:off x="-4129137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64A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Hexagon 34">
                <a:extLst>
                  <a:ext uri="{FF2B5EF4-FFF2-40B4-BE49-F238E27FC236}">
                    <a16:creationId xmlns:a16="http://schemas.microsoft.com/office/drawing/2014/main" id="{0D9874EA-64FA-15CA-7FAB-5CD65E7B0693}"/>
                  </a:ext>
                </a:extLst>
              </p:cNvPr>
              <p:cNvSpPr/>
              <p:nvPr userDrawn="1"/>
            </p:nvSpPr>
            <p:spPr>
              <a:xfrm>
                <a:off x="-3596614" y="5622699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F770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0787882F-2B70-541E-6E94-465A9DBA328A}"/>
              </a:ext>
            </a:extLst>
          </p:cNvPr>
          <p:cNvSpPr txBox="1"/>
          <p:nvPr userDrawn="1"/>
        </p:nvSpPr>
        <p:spPr>
          <a:xfrm>
            <a:off x="-3304566" y="688538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Neosis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287FFA2-3353-95B2-A6E0-BDFBBD30747F}"/>
              </a:ext>
            </a:extLst>
          </p:cNvPr>
          <p:cNvGrpSpPr/>
          <p:nvPr userDrawn="1"/>
        </p:nvGrpSpPr>
        <p:grpSpPr>
          <a:xfrm>
            <a:off x="-3241629" y="7317432"/>
            <a:ext cx="1546813" cy="436914"/>
            <a:chOff x="-4129137" y="6934996"/>
            <a:chExt cx="1546813" cy="436914"/>
          </a:xfrm>
        </p:grpSpPr>
        <p:sp>
          <p:nvSpPr>
            <p:cNvPr id="93" name="Hexagon 34">
              <a:extLst>
                <a:ext uri="{FF2B5EF4-FFF2-40B4-BE49-F238E27FC236}">
                  <a16:creationId xmlns:a16="http://schemas.microsoft.com/office/drawing/2014/main" id="{E3708F27-FC3F-01A0-EB02-10879F8D32BA}"/>
                </a:ext>
              </a:extLst>
            </p:cNvPr>
            <p:cNvSpPr/>
            <p:nvPr userDrawn="1"/>
          </p:nvSpPr>
          <p:spPr>
            <a:xfrm>
              <a:off x="-3592619" y="6934996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1F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A0BB5B50-17C4-6B11-976B-832046F530C7}"/>
                </a:ext>
              </a:extLst>
            </p:cNvPr>
            <p:cNvGrpSpPr/>
            <p:nvPr userDrawn="1"/>
          </p:nvGrpSpPr>
          <p:grpSpPr>
            <a:xfrm>
              <a:off x="-4129137" y="6934996"/>
              <a:ext cx="1546813" cy="436914"/>
              <a:chOff x="-4129137" y="6934996"/>
              <a:chExt cx="1546813" cy="436914"/>
            </a:xfrm>
          </p:grpSpPr>
          <p:sp>
            <p:nvSpPr>
              <p:cNvPr id="95" name="Hexagon 34">
                <a:extLst>
                  <a:ext uri="{FF2B5EF4-FFF2-40B4-BE49-F238E27FC236}">
                    <a16:creationId xmlns:a16="http://schemas.microsoft.com/office/drawing/2014/main" id="{42C69DCC-AF59-7806-62B8-68AD9E3BA416}"/>
                  </a:ext>
                </a:extLst>
              </p:cNvPr>
              <p:cNvSpPr/>
              <p:nvPr userDrawn="1"/>
            </p:nvSpPr>
            <p:spPr>
              <a:xfrm>
                <a:off x="-4129137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6624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Hexagon 34">
                <a:extLst>
                  <a:ext uri="{FF2B5EF4-FFF2-40B4-BE49-F238E27FC236}">
                    <a16:creationId xmlns:a16="http://schemas.microsoft.com/office/drawing/2014/main" id="{CF3B2785-6DAE-2777-65B0-49F1DCC06B20}"/>
                  </a:ext>
                </a:extLst>
              </p:cNvPr>
              <p:cNvSpPr/>
              <p:nvPr userDrawn="1"/>
            </p:nvSpPr>
            <p:spPr>
              <a:xfrm>
                <a:off x="-3056101" y="6934996"/>
                <a:ext cx="473777" cy="436914"/>
              </a:xfrm>
              <a:custGeom>
                <a:avLst/>
                <a:gdLst>
                  <a:gd name="connsiteX0" fmla="*/ 0 w 864096"/>
                  <a:gd name="connsiteY0" fmla="*/ 426670 h 853340"/>
                  <a:gd name="connsiteX1" fmla="*/ 213335 w 864096"/>
                  <a:gd name="connsiteY1" fmla="*/ 0 h 853340"/>
                  <a:gd name="connsiteX2" fmla="*/ 650761 w 864096"/>
                  <a:gd name="connsiteY2" fmla="*/ 0 h 853340"/>
                  <a:gd name="connsiteX3" fmla="*/ 864096 w 864096"/>
                  <a:gd name="connsiteY3" fmla="*/ 426670 h 853340"/>
                  <a:gd name="connsiteX4" fmla="*/ 650761 w 864096"/>
                  <a:gd name="connsiteY4" fmla="*/ 853340 h 853340"/>
                  <a:gd name="connsiteX5" fmla="*/ 213335 w 864096"/>
                  <a:gd name="connsiteY5" fmla="*/ 853340 h 853340"/>
                  <a:gd name="connsiteX6" fmla="*/ 0 w 864096"/>
                  <a:gd name="connsiteY6" fmla="*/ 426670 h 853340"/>
                  <a:gd name="connsiteX0" fmla="*/ 150996 w 1015092"/>
                  <a:gd name="connsiteY0" fmla="*/ 426670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150996 w 1015092"/>
                  <a:gd name="connsiteY6" fmla="*/ 426670 h 1089084"/>
                  <a:gd name="connsiteX0" fmla="*/ 29552 w 1015092"/>
                  <a:gd name="connsiteY0" fmla="*/ 190926 h 1089084"/>
                  <a:gd name="connsiteX1" fmla="*/ 364331 w 1015092"/>
                  <a:gd name="connsiteY1" fmla="*/ 0 h 1089084"/>
                  <a:gd name="connsiteX2" fmla="*/ 801757 w 1015092"/>
                  <a:gd name="connsiteY2" fmla="*/ 0 h 1089084"/>
                  <a:gd name="connsiteX3" fmla="*/ 1015092 w 1015092"/>
                  <a:gd name="connsiteY3" fmla="*/ 426670 h 1089084"/>
                  <a:gd name="connsiteX4" fmla="*/ 801757 w 1015092"/>
                  <a:gd name="connsiteY4" fmla="*/ 853340 h 1089084"/>
                  <a:gd name="connsiteX5" fmla="*/ 0 w 1015092"/>
                  <a:gd name="connsiteY5" fmla="*/ 1089084 h 1089084"/>
                  <a:gd name="connsiteX6" fmla="*/ 29552 w 1015092"/>
                  <a:gd name="connsiteY6" fmla="*/ 190926 h 1089084"/>
                  <a:gd name="connsiteX0" fmla="*/ 29552 w 1015092"/>
                  <a:gd name="connsiteY0" fmla="*/ 371901 h 1270059"/>
                  <a:gd name="connsiteX1" fmla="*/ 192881 w 1015092"/>
                  <a:gd name="connsiteY1" fmla="*/ 0 h 1270059"/>
                  <a:gd name="connsiteX2" fmla="*/ 801757 w 1015092"/>
                  <a:gd name="connsiteY2" fmla="*/ 180975 h 1270059"/>
                  <a:gd name="connsiteX3" fmla="*/ 1015092 w 1015092"/>
                  <a:gd name="connsiteY3" fmla="*/ 607645 h 1270059"/>
                  <a:gd name="connsiteX4" fmla="*/ 801757 w 1015092"/>
                  <a:gd name="connsiteY4" fmla="*/ 1034315 h 1270059"/>
                  <a:gd name="connsiteX5" fmla="*/ 0 w 1015092"/>
                  <a:gd name="connsiteY5" fmla="*/ 1270059 h 1270059"/>
                  <a:gd name="connsiteX6" fmla="*/ 29552 w 1015092"/>
                  <a:gd name="connsiteY6" fmla="*/ 371901 h 1270059"/>
                  <a:gd name="connsiteX0" fmla="*/ 29552 w 1418501"/>
                  <a:gd name="connsiteY0" fmla="*/ 436195 h 1334353"/>
                  <a:gd name="connsiteX1" fmla="*/ 192881 w 1418501"/>
                  <a:gd name="connsiteY1" fmla="*/ 64294 h 1334353"/>
                  <a:gd name="connsiteX2" fmla="*/ 1418501 w 1418501"/>
                  <a:gd name="connsiteY2" fmla="*/ 0 h 1334353"/>
                  <a:gd name="connsiteX3" fmla="*/ 1015092 w 1418501"/>
                  <a:gd name="connsiteY3" fmla="*/ 671939 h 1334353"/>
                  <a:gd name="connsiteX4" fmla="*/ 801757 w 1418501"/>
                  <a:gd name="connsiteY4" fmla="*/ 1098609 h 1334353"/>
                  <a:gd name="connsiteX5" fmla="*/ 0 w 1418501"/>
                  <a:gd name="connsiteY5" fmla="*/ 1334353 h 1334353"/>
                  <a:gd name="connsiteX6" fmla="*/ 29552 w 1418501"/>
                  <a:gd name="connsiteY6" fmla="*/ 436195 h 1334353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801757 w 1467529"/>
                  <a:gd name="connsiteY4" fmla="*/ 109860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29552 w 1467529"/>
                  <a:gd name="connsiteY0" fmla="*/ 436195 h 1357739"/>
                  <a:gd name="connsiteX1" fmla="*/ 192881 w 1467529"/>
                  <a:gd name="connsiteY1" fmla="*/ 64294 h 1357739"/>
                  <a:gd name="connsiteX2" fmla="*/ 1418501 w 1467529"/>
                  <a:gd name="connsiteY2" fmla="*/ 0 h 1357739"/>
                  <a:gd name="connsiteX3" fmla="*/ 1467529 w 1467529"/>
                  <a:gd name="connsiteY3" fmla="*/ 1357739 h 1357739"/>
                  <a:gd name="connsiteX4" fmla="*/ 787470 w 1467529"/>
                  <a:gd name="connsiteY4" fmla="*/ 1346259 h 1357739"/>
                  <a:gd name="connsiteX5" fmla="*/ 0 w 1467529"/>
                  <a:gd name="connsiteY5" fmla="*/ 1334353 h 1357739"/>
                  <a:gd name="connsiteX6" fmla="*/ 29552 w 1467529"/>
                  <a:gd name="connsiteY6" fmla="*/ 436195 h 1357739"/>
                  <a:gd name="connsiteX0" fmla="*/ 34315 w 1472292"/>
                  <a:gd name="connsiteY0" fmla="*/ 436195 h 1357739"/>
                  <a:gd name="connsiteX1" fmla="*/ 197644 w 1472292"/>
                  <a:gd name="connsiteY1" fmla="*/ 64294 h 1357739"/>
                  <a:gd name="connsiteX2" fmla="*/ 1423264 w 1472292"/>
                  <a:gd name="connsiteY2" fmla="*/ 0 h 1357739"/>
                  <a:gd name="connsiteX3" fmla="*/ 1472292 w 1472292"/>
                  <a:gd name="connsiteY3" fmla="*/ 1357739 h 1357739"/>
                  <a:gd name="connsiteX4" fmla="*/ 792233 w 1472292"/>
                  <a:gd name="connsiteY4" fmla="*/ 1346259 h 1357739"/>
                  <a:gd name="connsiteX5" fmla="*/ 0 w 1472292"/>
                  <a:gd name="connsiteY5" fmla="*/ 1339115 h 1357739"/>
                  <a:gd name="connsiteX6" fmla="*/ 34315 w 1472292"/>
                  <a:gd name="connsiteY6" fmla="*/ 436195 h 135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2292" h="1357739">
                    <a:moveTo>
                      <a:pt x="34315" y="436195"/>
                    </a:moveTo>
                    <a:lnTo>
                      <a:pt x="197644" y="64294"/>
                    </a:lnTo>
                    <a:lnTo>
                      <a:pt x="1423264" y="0"/>
                    </a:lnTo>
                    <a:lnTo>
                      <a:pt x="1472292" y="1357739"/>
                    </a:lnTo>
                    <a:lnTo>
                      <a:pt x="792233" y="1346259"/>
                    </a:lnTo>
                    <a:lnTo>
                      <a:pt x="0" y="1339115"/>
                    </a:lnTo>
                    <a:lnTo>
                      <a:pt x="34315" y="436195"/>
                    </a:lnTo>
                    <a:close/>
                  </a:path>
                </a:pathLst>
              </a:custGeom>
              <a:solidFill>
                <a:srgbClr val="3332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5655A56C-8390-2C51-E394-498D9572A28C}"/>
              </a:ext>
            </a:extLst>
          </p:cNvPr>
          <p:cNvSpPr txBox="1"/>
          <p:nvPr userDrawn="1"/>
        </p:nvSpPr>
        <p:spPr>
          <a:xfrm>
            <a:off x="9737" y="-1488180"/>
            <a:ext cx="12189024" cy="113877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800" b="1" kern="1200" noProof="0">
                <a:solidFill>
                  <a:srgbClr val="000000"/>
                </a:solidFill>
                <a:effectLst/>
                <a:latin typeface="Verdana" panose="020B0502040204020203" pitchFamily="34" charset="0"/>
                <a:ea typeface="+mn-ea"/>
                <a:cs typeface="+mn-cs"/>
              </a:rPr>
              <a:t>Change Slide Color</a:t>
            </a:r>
            <a:r>
              <a:rPr sz="1800" kern="1200" noProof="0">
                <a:solidFill>
                  <a:srgbClr val="000000"/>
                </a:solidFill>
                <a:effectLst/>
                <a:latin typeface="Verdana" panose="020B0502040204020203" pitchFamily="34" charset="0"/>
                <a:ea typeface="+mn-ea"/>
                <a:cs typeface="+mn-cs"/>
              </a:rPr>
              <a:t>:</a:t>
            </a:r>
            <a:endParaRPr noProof="0">
              <a:effectLst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800" kern="1200" noProof="0" dirty="0">
                <a:solidFill>
                  <a:srgbClr val="000000"/>
                </a:solidFill>
                <a:effectLst/>
                <a:latin typeface="Verdana" panose="020B0502040204020203" pitchFamily="34" charset="0"/>
                <a:ea typeface="+mn-ea"/>
                <a:cs typeface="+mn-cs"/>
              </a:rPr>
              <a:t>1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. Right click the colored shape (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outside of the textbox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sz="1600" noProof="0" dirty="0">
              <a:effectLst/>
              <a:latin typeface="+mn-lt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2. Select 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«Format Background»</a:t>
            </a:r>
            <a:endParaRPr sz="1600" noProof="0" dirty="0">
              <a:effectLst/>
              <a:latin typeface="+mn-lt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3. Select </a:t>
            </a:r>
            <a:r>
              <a:rPr sz="1600" b="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«Color» </a:t>
            </a:r>
            <a:r>
              <a:rPr sz="1600" b="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function 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and use the </a:t>
            </a:r>
            <a:r>
              <a:rPr sz="1600" b="1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eyedropper tool </a:t>
            </a:r>
            <a:r>
              <a:rPr sz="1600" kern="1200" noProof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to select your preferred color from the color palette on the left side</a:t>
            </a:r>
            <a:endParaRPr sz="1600" noProof="0" dirty="0">
              <a:effectLst/>
              <a:latin typeface="+mn-lt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99BC12A-98EF-380D-A5A2-037151968E1A}"/>
              </a:ext>
            </a:extLst>
          </p:cNvPr>
          <p:cNvGrpSpPr/>
          <p:nvPr userDrawn="1"/>
        </p:nvGrpSpPr>
        <p:grpSpPr>
          <a:xfrm>
            <a:off x="-3304566" y="-618524"/>
            <a:ext cx="1989792" cy="442988"/>
            <a:chOff x="-4115294" y="1029294"/>
            <a:chExt cx="1989792" cy="442988"/>
          </a:xfrm>
        </p:grpSpPr>
        <p:sp>
          <p:nvSpPr>
            <p:cNvPr id="99" name="Hexagon 34">
              <a:extLst>
                <a:ext uri="{FF2B5EF4-FFF2-40B4-BE49-F238E27FC236}">
                  <a16:creationId xmlns:a16="http://schemas.microsoft.com/office/drawing/2014/main" id="{8479B82C-9086-8D98-0D59-12357CA5A5EE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641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Hexagon 34">
              <a:extLst>
                <a:ext uri="{FF2B5EF4-FFF2-40B4-BE49-F238E27FC236}">
                  <a16:creationId xmlns:a16="http://schemas.microsoft.com/office/drawing/2014/main" id="{B4E66EE0-D2AD-8FDF-B968-95768B73EE6B}"/>
                </a:ext>
              </a:extLst>
            </p:cNvPr>
            <p:cNvSpPr/>
            <p:nvPr userDrawn="1"/>
          </p:nvSpPr>
          <p:spPr>
            <a:xfrm>
              <a:off x="-3607391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8C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Hexagon 34">
              <a:extLst>
                <a:ext uri="{FF2B5EF4-FFF2-40B4-BE49-F238E27FC236}">
                  <a16:creationId xmlns:a16="http://schemas.microsoft.com/office/drawing/2014/main" id="{31F83A5F-0FFC-91C1-7B74-A2925D47981D}"/>
                </a:ext>
              </a:extLst>
            </p:cNvPr>
            <p:cNvSpPr/>
            <p:nvPr userDrawn="1"/>
          </p:nvSpPr>
          <p:spPr>
            <a:xfrm>
              <a:off x="-31033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F2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Hexagon 34">
              <a:extLst>
                <a:ext uri="{FF2B5EF4-FFF2-40B4-BE49-F238E27FC236}">
                  <a16:creationId xmlns:a16="http://schemas.microsoft.com/office/drawing/2014/main" id="{D462B589-1DDD-558E-D71E-6EF469788B43}"/>
                </a:ext>
              </a:extLst>
            </p:cNvPr>
            <p:cNvSpPr/>
            <p:nvPr userDrawn="1"/>
          </p:nvSpPr>
          <p:spPr>
            <a:xfrm>
              <a:off x="-2599279" y="1035368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CC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1214F68-B609-3FF3-915A-6AF73C1BAA2F}"/>
              </a:ext>
            </a:extLst>
          </p:cNvPr>
          <p:cNvGrpSpPr/>
          <p:nvPr userDrawn="1"/>
        </p:nvGrpSpPr>
        <p:grpSpPr>
          <a:xfrm>
            <a:off x="-3304743" y="-114468"/>
            <a:ext cx="1557921" cy="436914"/>
            <a:chOff x="-4115294" y="1029294"/>
            <a:chExt cx="1557921" cy="436914"/>
          </a:xfrm>
        </p:grpSpPr>
        <p:sp>
          <p:nvSpPr>
            <p:cNvPr id="104" name="Hexagon 34">
              <a:extLst>
                <a:ext uri="{FF2B5EF4-FFF2-40B4-BE49-F238E27FC236}">
                  <a16:creationId xmlns:a16="http://schemas.microsoft.com/office/drawing/2014/main" id="{6C90A2B0-5E19-08B5-AECE-1E671B4CCCCC}"/>
                </a:ext>
              </a:extLst>
            </p:cNvPr>
            <p:cNvSpPr/>
            <p:nvPr userDrawn="1"/>
          </p:nvSpPr>
          <p:spPr>
            <a:xfrm>
              <a:off x="-4115294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FF48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Hexagon 34">
              <a:extLst>
                <a:ext uri="{FF2B5EF4-FFF2-40B4-BE49-F238E27FC236}">
                  <a16:creationId xmlns:a16="http://schemas.microsoft.com/office/drawing/2014/main" id="{02917921-4843-9482-D620-6A01EA3A5ADE}"/>
                </a:ext>
              </a:extLst>
            </p:cNvPr>
            <p:cNvSpPr/>
            <p:nvPr userDrawn="1"/>
          </p:nvSpPr>
          <p:spPr>
            <a:xfrm>
              <a:off x="-3576935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41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Hexagon 34">
              <a:extLst>
                <a:ext uri="{FF2B5EF4-FFF2-40B4-BE49-F238E27FC236}">
                  <a16:creationId xmlns:a16="http://schemas.microsoft.com/office/drawing/2014/main" id="{13A1CEAA-EF5D-C2BC-1E4F-0F64C4A5F079}"/>
                </a:ext>
              </a:extLst>
            </p:cNvPr>
            <p:cNvSpPr/>
            <p:nvPr userDrawn="1"/>
          </p:nvSpPr>
          <p:spPr>
            <a:xfrm>
              <a:off x="-3031150" y="1029294"/>
              <a:ext cx="473777" cy="436914"/>
            </a:xfrm>
            <a:custGeom>
              <a:avLst/>
              <a:gdLst>
                <a:gd name="connsiteX0" fmla="*/ 0 w 864096"/>
                <a:gd name="connsiteY0" fmla="*/ 426670 h 853340"/>
                <a:gd name="connsiteX1" fmla="*/ 213335 w 864096"/>
                <a:gd name="connsiteY1" fmla="*/ 0 h 853340"/>
                <a:gd name="connsiteX2" fmla="*/ 650761 w 864096"/>
                <a:gd name="connsiteY2" fmla="*/ 0 h 853340"/>
                <a:gd name="connsiteX3" fmla="*/ 864096 w 864096"/>
                <a:gd name="connsiteY3" fmla="*/ 426670 h 853340"/>
                <a:gd name="connsiteX4" fmla="*/ 650761 w 864096"/>
                <a:gd name="connsiteY4" fmla="*/ 853340 h 853340"/>
                <a:gd name="connsiteX5" fmla="*/ 213335 w 864096"/>
                <a:gd name="connsiteY5" fmla="*/ 853340 h 853340"/>
                <a:gd name="connsiteX6" fmla="*/ 0 w 864096"/>
                <a:gd name="connsiteY6" fmla="*/ 426670 h 853340"/>
                <a:gd name="connsiteX0" fmla="*/ 150996 w 1015092"/>
                <a:gd name="connsiteY0" fmla="*/ 426670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150996 w 1015092"/>
                <a:gd name="connsiteY6" fmla="*/ 426670 h 1089084"/>
                <a:gd name="connsiteX0" fmla="*/ 29552 w 1015092"/>
                <a:gd name="connsiteY0" fmla="*/ 190926 h 1089084"/>
                <a:gd name="connsiteX1" fmla="*/ 364331 w 1015092"/>
                <a:gd name="connsiteY1" fmla="*/ 0 h 1089084"/>
                <a:gd name="connsiteX2" fmla="*/ 801757 w 1015092"/>
                <a:gd name="connsiteY2" fmla="*/ 0 h 1089084"/>
                <a:gd name="connsiteX3" fmla="*/ 1015092 w 1015092"/>
                <a:gd name="connsiteY3" fmla="*/ 426670 h 1089084"/>
                <a:gd name="connsiteX4" fmla="*/ 801757 w 1015092"/>
                <a:gd name="connsiteY4" fmla="*/ 853340 h 1089084"/>
                <a:gd name="connsiteX5" fmla="*/ 0 w 1015092"/>
                <a:gd name="connsiteY5" fmla="*/ 1089084 h 1089084"/>
                <a:gd name="connsiteX6" fmla="*/ 29552 w 1015092"/>
                <a:gd name="connsiteY6" fmla="*/ 190926 h 1089084"/>
                <a:gd name="connsiteX0" fmla="*/ 29552 w 1015092"/>
                <a:gd name="connsiteY0" fmla="*/ 371901 h 1270059"/>
                <a:gd name="connsiteX1" fmla="*/ 192881 w 1015092"/>
                <a:gd name="connsiteY1" fmla="*/ 0 h 1270059"/>
                <a:gd name="connsiteX2" fmla="*/ 801757 w 1015092"/>
                <a:gd name="connsiteY2" fmla="*/ 180975 h 1270059"/>
                <a:gd name="connsiteX3" fmla="*/ 1015092 w 1015092"/>
                <a:gd name="connsiteY3" fmla="*/ 607645 h 1270059"/>
                <a:gd name="connsiteX4" fmla="*/ 801757 w 1015092"/>
                <a:gd name="connsiteY4" fmla="*/ 1034315 h 1270059"/>
                <a:gd name="connsiteX5" fmla="*/ 0 w 1015092"/>
                <a:gd name="connsiteY5" fmla="*/ 1270059 h 1270059"/>
                <a:gd name="connsiteX6" fmla="*/ 29552 w 1015092"/>
                <a:gd name="connsiteY6" fmla="*/ 371901 h 1270059"/>
                <a:gd name="connsiteX0" fmla="*/ 29552 w 1418501"/>
                <a:gd name="connsiteY0" fmla="*/ 436195 h 1334353"/>
                <a:gd name="connsiteX1" fmla="*/ 192881 w 1418501"/>
                <a:gd name="connsiteY1" fmla="*/ 64294 h 1334353"/>
                <a:gd name="connsiteX2" fmla="*/ 1418501 w 1418501"/>
                <a:gd name="connsiteY2" fmla="*/ 0 h 1334353"/>
                <a:gd name="connsiteX3" fmla="*/ 1015092 w 1418501"/>
                <a:gd name="connsiteY3" fmla="*/ 671939 h 1334353"/>
                <a:gd name="connsiteX4" fmla="*/ 801757 w 1418501"/>
                <a:gd name="connsiteY4" fmla="*/ 1098609 h 1334353"/>
                <a:gd name="connsiteX5" fmla="*/ 0 w 1418501"/>
                <a:gd name="connsiteY5" fmla="*/ 1334353 h 1334353"/>
                <a:gd name="connsiteX6" fmla="*/ 29552 w 1418501"/>
                <a:gd name="connsiteY6" fmla="*/ 436195 h 1334353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801757 w 1467529"/>
                <a:gd name="connsiteY4" fmla="*/ 109860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29552 w 1467529"/>
                <a:gd name="connsiteY0" fmla="*/ 436195 h 1357739"/>
                <a:gd name="connsiteX1" fmla="*/ 192881 w 1467529"/>
                <a:gd name="connsiteY1" fmla="*/ 64294 h 1357739"/>
                <a:gd name="connsiteX2" fmla="*/ 1418501 w 1467529"/>
                <a:gd name="connsiteY2" fmla="*/ 0 h 1357739"/>
                <a:gd name="connsiteX3" fmla="*/ 1467529 w 1467529"/>
                <a:gd name="connsiteY3" fmla="*/ 1357739 h 1357739"/>
                <a:gd name="connsiteX4" fmla="*/ 787470 w 1467529"/>
                <a:gd name="connsiteY4" fmla="*/ 1346259 h 1357739"/>
                <a:gd name="connsiteX5" fmla="*/ 0 w 1467529"/>
                <a:gd name="connsiteY5" fmla="*/ 1334353 h 1357739"/>
                <a:gd name="connsiteX6" fmla="*/ 29552 w 1467529"/>
                <a:gd name="connsiteY6" fmla="*/ 436195 h 1357739"/>
                <a:gd name="connsiteX0" fmla="*/ 34315 w 1472292"/>
                <a:gd name="connsiteY0" fmla="*/ 436195 h 1357739"/>
                <a:gd name="connsiteX1" fmla="*/ 197644 w 1472292"/>
                <a:gd name="connsiteY1" fmla="*/ 64294 h 1357739"/>
                <a:gd name="connsiteX2" fmla="*/ 1423264 w 1472292"/>
                <a:gd name="connsiteY2" fmla="*/ 0 h 1357739"/>
                <a:gd name="connsiteX3" fmla="*/ 1472292 w 1472292"/>
                <a:gd name="connsiteY3" fmla="*/ 1357739 h 1357739"/>
                <a:gd name="connsiteX4" fmla="*/ 792233 w 1472292"/>
                <a:gd name="connsiteY4" fmla="*/ 1346259 h 1357739"/>
                <a:gd name="connsiteX5" fmla="*/ 0 w 1472292"/>
                <a:gd name="connsiteY5" fmla="*/ 1339115 h 1357739"/>
                <a:gd name="connsiteX6" fmla="*/ 34315 w 1472292"/>
                <a:gd name="connsiteY6" fmla="*/ 436195 h 135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2292" h="1357739">
                  <a:moveTo>
                    <a:pt x="34315" y="436195"/>
                  </a:moveTo>
                  <a:lnTo>
                    <a:pt x="197644" y="64294"/>
                  </a:lnTo>
                  <a:lnTo>
                    <a:pt x="1423264" y="0"/>
                  </a:lnTo>
                  <a:lnTo>
                    <a:pt x="1472292" y="1357739"/>
                  </a:lnTo>
                  <a:lnTo>
                    <a:pt x="792233" y="1346259"/>
                  </a:lnTo>
                  <a:lnTo>
                    <a:pt x="0" y="1339115"/>
                  </a:lnTo>
                  <a:lnTo>
                    <a:pt x="34315" y="43619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6534190A-6896-FACD-9E6E-3E0712F1792C}"/>
              </a:ext>
            </a:extLst>
          </p:cNvPr>
          <p:cNvSpPr txBox="1"/>
          <p:nvPr userDrawn="1"/>
        </p:nvSpPr>
        <p:spPr>
          <a:xfrm>
            <a:off x="-2182985" y="1482945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D363EFCD-3590-A5D9-C262-2512C95E2AB3}"/>
              </a:ext>
            </a:extLst>
          </p:cNvPr>
          <p:cNvSpPr/>
          <p:nvPr userDrawn="1"/>
        </p:nvSpPr>
        <p:spPr>
          <a:xfrm>
            <a:off x="-1039604" y="1977900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20A57F8-6957-ECB6-45C8-E10E9879C927}"/>
              </a:ext>
            </a:extLst>
          </p:cNvPr>
          <p:cNvSpPr txBox="1"/>
          <p:nvPr userDrawn="1"/>
        </p:nvSpPr>
        <p:spPr>
          <a:xfrm>
            <a:off x="-2343857" y="-1556831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BB32A3D5-3BA1-1633-D48E-2CA729997E7A}"/>
              </a:ext>
            </a:extLst>
          </p:cNvPr>
          <p:cNvSpPr/>
          <p:nvPr userDrawn="1"/>
        </p:nvSpPr>
        <p:spPr>
          <a:xfrm>
            <a:off x="-1060902" y="-1109761"/>
            <a:ext cx="209748" cy="1419387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5C03ADB-2F30-FF7A-9F5C-76254324E8E3}"/>
              </a:ext>
            </a:extLst>
          </p:cNvPr>
          <p:cNvSpPr txBox="1"/>
          <p:nvPr userDrawn="1"/>
        </p:nvSpPr>
        <p:spPr>
          <a:xfrm rot="16200000">
            <a:off x="-1205883" y="-553956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  <p:sp>
        <p:nvSpPr>
          <p:cNvPr id="112" name="Right Brace 111">
            <a:extLst>
              <a:ext uri="{FF2B5EF4-FFF2-40B4-BE49-F238E27FC236}">
                <a16:creationId xmlns:a16="http://schemas.microsoft.com/office/drawing/2014/main" id="{590C3F61-E153-01B6-E69C-84EA1ECF530E}"/>
              </a:ext>
            </a:extLst>
          </p:cNvPr>
          <p:cNvSpPr/>
          <p:nvPr userDrawn="1"/>
        </p:nvSpPr>
        <p:spPr>
          <a:xfrm>
            <a:off x="-956287" y="5147831"/>
            <a:ext cx="307778" cy="141186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7CA3E97-1DD2-B411-A8C7-0665F20258F5}"/>
              </a:ext>
            </a:extLst>
          </p:cNvPr>
          <p:cNvSpPr txBox="1"/>
          <p:nvPr userDrawn="1"/>
        </p:nvSpPr>
        <p:spPr>
          <a:xfrm>
            <a:off x="-2284299" y="4665822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Primary Color</a:t>
            </a:r>
          </a:p>
        </p:txBody>
      </p:sp>
      <p:sp>
        <p:nvSpPr>
          <p:cNvPr id="114" name="Right Brace 113">
            <a:extLst>
              <a:ext uri="{FF2B5EF4-FFF2-40B4-BE49-F238E27FC236}">
                <a16:creationId xmlns:a16="http://schemas.microsoft.com/office/drawing/2014/main" id="{6E7A6191-D265-FB2F-6C6E-87DB2590EAF6}"/>
              </a:ext>
            </a:extLst>
          </p:cNvPr>
          <p:cNvSpPr/>
          <p:nvPr userDrawn="1"/>
        </p:nvSpPr>
        <p:spPr>
          <a:xfrm>
            <a:off x="-2718373" y="4629234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6848AA35-157D-3121-4622-7BE79CCD0DA3}"/>
              </a:ext>
            </a:extLst>
          </p:cNvPr>
          <p:cNvSpPr/>
          <p:nvPr userDrawn="1"/>
        </p:nvSpPr>
        <p:spPr>
          <a:xfrm>
            <a:off x="-2610468" y="1429215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ight Brace 115">
            <a:extLst>
              <a:ext uri="{FF2B5EF4-FFF2-40B4-BE49-F238E27FC236}">
                <a16:creationId xmlns:a16="http://schemas.microsoft.com/office/drawing/2014/main" id="{0BD4913C-7700-5E4D-03E1-E33E1921CA46}"/>
              </a:ext>
            </a:extLst>
          </p:cNvPr>
          <p:cNvSpPr/>
          <p:nvPr userDrawn="1"/>
        </p:nvSpPr>
        <p:spPr>
          <a:xfrm>
            <a:off x="-2746914" y="-1596568"/>
            <a:ext cx="338346" cy="39239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94950B3-4DA1-F934-2057-48D9DD30DA00}"/>
              </a:ext>
            </a:extLst>
          </p:cNvPr>
          <p:cNvSpPr txBox="1"/>
          <p:nvPr userDrawn="1"/>
        </p:nvSpPr>
        <p:spPr>
          <a:xfrm>
            <a:off x="-3286877" y="4077072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FF0000"/>
                </a:solidFill>
                <a:latin typeface="Verdana" pitchFamily="2" charset="0"/>
              </a:rPr>
              <a:t>ELCA Security / </a:t>
            </a:r>
            <a:r>
              <a:rPr dirty="0" err="1">
                <a:solidFill>
                  <a:srgbClr val="FF0000"/>
                </a:solidFill>
                <a:latin typeface="Verdana" pitchFamily="2" charset="0"/>
              </a:rPr>
              <a:t>Senthorus</a:t>
            </a:r>
            <a:endParaRPr dirty="0">
              <a:solidFill>
                <a:srgbClr val="FF0000"/>
              </a:solidFill>
              <a:latin typeface="Verdan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D61EB1-E3ED-4407-F168-AB16C53EAEAF}"/>
              </a:ext>
            </a:extLst>
          </p:cNvPr>
          <p:cNvSpPr txBox="1"/>
          <p:nvPr userDrawn="1"/>
        </p:nvSpPr>
        <p:spPr>
          <a:xfrm rot="16200000">
            <a:off x="-1051995" y="5692815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dirty="0">
                <a:solidFill>
                  <a:srgbClr val="FF0000"/>
                </a:solidFill>
                <a:latin typeface="Verdana" pitchFamily="2" charset="0"/>
              </a:rPr>
              <a:t>Other Colors</a:t>
            </a:r>
          </a:p>
        </p:txBody>
      </p:sp>
    </p:spTree>
    <p:extLst>
      <p:ext uri="{BB962C8B-B14F-4D97-AF65-F5344CB8AC3E}">
        <p14:creationId xmlns:p14="http://schemas.microsoft.com/office/powerpoint/2010/main" val="208942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/Quest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FFA44DA0-3F90-B922-F587-3F69B37772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6377" y="2088931"/>
            <a:ext cx="8970103" cy="31373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3200">
                <a:solidFill>
                  <a:schemeClr val="accent2"/>
                </a:solidFill>
                <a:latin typeface="Verdana" pitchFamily="2" charset="77"/>
              </a:defRPr>
            </a:lvl1pPr>
            <a:lvl2pPr marL="311150" indent="0" algn="ctr">
              <a:buNone/>
              <a:defRPr>
                <a:latin typeface="+mj-lt"/>
              </a:defRPr>
            </a:lvl2pPr>
            <a:lvl3pPr marL="666750" indent="0" algn="ctr">
              <a:buNone/>
              <a:defRPr>
                <a:latin typeface="+mj-lt"/>
              </a:defRPr>
            </a:lvl3pPr>
            <a:lvl4pPr marL="1028700" indent="0" algn="ctr">
              <a:buNone/>
              <a:defRPr>
                <a:latin typeface="+mj-lt"/>
              </a:defRPr>
            </a:lvl4pPr>
            <a:lvl5pPr marL="1384300" indent="0" algn="ctr">
              <a:buNone/>
              <a:defRPr>
                <a:latin typeface="+mj-lt"/>
              </a:defRPr>
            </a:lvl5pPr>
          </a:lstStyle>
          <a:p>
            <a:pPr lvl="0"/>
            <a:r>
              <a:rPr noProof="0" dirty="0"/>
              <a:t>Click to insert text or several lines, highlighting certain words in bold/</a:t>
            </a:r>
            <a:r>
              <a:rPr noProof="0" dirty="0" err="1"/>
              <a:t>colour</a:t>
            </a:r>
            <a:r>
              <a:rPr noProof="0" dirty="0"/>
              <a:t>.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17D6A64B-3B84-6CA4-6FE0-77ED803F1D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2E306E9-3169-EA55-EE7C-F4470D9CF8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23FAE356-3C08-66DF-DBEE-194594B018B4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994E0DB-9B4F-2A4F-C826-F728413DA3EE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8" name="Titre 2">
            <a:extLst>
              <a:ext uri="{FF2B5EF4-FFF2-40B4-BE49-F238E27FC236}">
                <a16:creationId xmlns:a16="http://schemas.microsoft.com/office/drawing/2014/main" id="{70506433-2682-51DD-A9BE-4D5D2D284C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D7B26CE3-072E-BB74-5D4A-ECD8BC7B2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60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/Ques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A6036F-0227-EBA1-8A93-58B5081B075C}"/>
              </a:ext>
            </a:extLst>
          </p:cNvPr>
          <p:cNvSpPr/>
          <p:nvPr userDrawn="1"/>
        </p:nvSpPr>
        <p:spPr>
          <a:xfrm>
            <a:off x="-4572" y="0"/>
            <a:ext cx="12192000" cy="6858000"/>
          </a:xfrm>
          <a:prstGeom prst="rect">
            <a:avLst/>
          </a:prstGeom>
          <a:solidFill>
            <a:schemeClr val="accent2">
              <a:alpha val="803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AB50733C-113E-DA23-A2A3-6A788B2C6EE4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>
                <a:solidFill>
                  <a:schemeClr val="bg1"/>
                </a:solidFill>
              </a:rPr>
              <a:pPr/>
              <a:t>‹#›</a:t>
            </a:fld>
            <a:endParaRPr b="1" i="0" dirty="0">
              <a:solidFill>
                <a:schemeClr val="bg1"/>
              </a:solidFill>
              <a:latin typeface="Verdana" pitchFamily="2" charset="77"/>
            </a:endParaRP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E1AC4AA0-E054-7E78-92FA-EF079C2888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6377" y="1860331"/>
            <a:ext cx="8970103" cy="31373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3200">
                <a:solidFill>
                  <a:schemeClr val="bg1"/>
                </a:solidFill>
                <a:latin typeface="Verdana" pitchFamily="2" charset="77"/>
              </a:defRPr>
            </a:lvl1pPr>
            <a:lvl2pPr marL="311150" indent="0" algn="ctr">
              <a:buNone/>
              <a:defRPr>
                <a:latin typeface="+mj-lt"/>
              </a:defRPr>
            </a:lvl2pPr>
            <a:lvl3pPr marL="666750" indent="0" algn="ctr">
              <a:buNone/>
              <a:defRPr>
                <a:latin typeface="+mj-lt"/>
              </a:defRPr>
            </a:lvl3pPr>
            <a:lvl4pPr marL="1028700" indent="0" algn="ctr">
              <a:buNone/>
              <a:defRPr>
                <a:latin typeface="+mj-lt"/>
              </a:defRPr>
            </a:lvl4pPr>
            <a:lvl5pPr marL="1384300" indent="0" algn="ctr">
              <a:buNone/>
              <a:defRPr>
                <a:latin typeface="+mj-lt"/>
              </a:defRPr>
            </a:lvl5pPr>
          </a:lstStyle>
          <a:p>
            <a:pPr lvl="0"/>
            <a:r>
              <a:rPr noProof="0" dirty="0"/>
              <a:t>Click to insert text or several lines, highlighting certain words in bold/color.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48107D-7494-0183-5B96-8E3324CEF95F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82" y="1057814"/>
            <a:ext cx="1725961" cy="13609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E72EAA5-E438-8C32-4804-81426C5064D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01" y="5653321"/>
            <a:ext cx="1725961" cy="13609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02B11D2-D67F-1FEF-66E0-09A02F46FD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bg1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C04ACB6E-6F4C-2BCC-9CF7-9D0CFF9939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bg1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16207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 th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E5DB4D-C43C-4818-7CE7-3D9A8464F49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14" name="Title 6">
            <a:extLst>
              <a:ext uri="{FF2B5EF4-FFF2-40B4-BE49-F238E27FC236}">
                <a16:creationId xmlns:a16="http://schemas.microsoft.com/office/drawing/2014/main" id="{00D0A476-04AF-662A-C036-818A248BA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4102" y="813368"/>
            <a:ext cx="3900369" cy="1406102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2000" b="0" i="0">
                <a:solidFill>
                  <a:schemeClr val="accent2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989465A7-D4DA-3A28-416C-A1CD0BEB6E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7103" y="260648"/>
            <a:ext cx="11076127" cy="36576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2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buNone/>
            </a:pPr>
            <a:r>
              <a:rPr sz="1400" i="1" noProof="0" dirty="0">
                <a:latin typeface="Verdana"/>
              </a:rPr>
              <a:t>Insert title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68AF2052-37EF-3A56-972E-3BE502DB1A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102" y="2452911"/>
            <a:ext cx="3900369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8-12 lines</a:t>
            </a:r>
            <a:endParaRPr noProof="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D1E35DD-5E53-6DAE-02B0-4563B075D95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3146" y="1060667"/>
            <a:ext cx="1725935" cy="136090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27F4D6-8F50-2F8A-6F14-D4D946A99F2A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051427A6-8148-636D-7BBA-EB55F5CEF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97318" y="260647"/>
            <a:ext cx="5570690" cy="6336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909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 the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2"/>
          <p:cNvSpPr>
            <a:spLocks noGrp="1"/>
          </p:cNvSpPr>
          <p:nvPr>
            <p:ph type="pic" sz="quarter" idx="12" hasCustomPrompt="1"/>
          </p:nvPr>
        </p:nvSpPr>
        <p:spPr>
          <a:xfrm>
            <a:off x="596131" y="260648"/>
            <a:ext cx="5571877" cy="3168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E5DB4D-C43C-4818-7CE7-3D9A8464F49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5AF2B96-73AF-CB4D-7B9B-65270D35E419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18125AF9-B284-EB7A-162C-F58A3C0462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3123" y="3579946"/>
            <a:ext cx="2698825" cy="30174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EC71DC6C-D051-281C-9363-EDF598F75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4102" y="813368"/>
            <a:ext cx="3900369" cy="1406102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2000" b="0" i="0">
                <a:solidFill>
                  <a:schemeClr val="accent2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20FF5EFB-C91C-4114-D3F1-B66B50E95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7103" y="260648"/>
            <a:ext cx="11076127" cy="36576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2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buNone/>
            </a:pPr>
            <a:r>
              <a:rPr sz="1400" i="1" noProof="0" dirty="0">
                <a:latin typeface="Verdana"/>
              </a:rPr>
              <a:t>Insert title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B84C72F2-3FD0-A77D-8F12-84A42051C1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102" y="2452911"/>
            <a:ext cx="3900369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8-12 lines</a:t>
            </a:r>
            <a:endParaRPr noProof="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B908F31-D8D7-FB40-10DC-19CDC4646417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3146" y="1060667"/>
            <a:ext cx="1725935" cy="136090"/>
          </a:xfrm>
          <a:prstGeom prst="rect">
            <a:avLst/>
          </a:prstGeom>
        </p:spPr>
      </p:pic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894E7630-C23C-57FC-037A-10FCAAF7BE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67996" y="3579946"/>
            <a:ext cx="2698825" cy="30174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995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 the righ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E5DB4D-C43C-4818-7CE7-3D9A8464F49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5AF2B96-73AF-CB4D-7B9B-65270D35E419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EC71DC6C-D051-281C-9363-EDF598F75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4102" y="813368"/>
            <a:ext cx="3900369" cy="1406102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2000" b="0" i="0">
                <a:solidFill>
                  <a:schemeClr val="accent2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20FF5EFB-C91C-4114-D3F1-B66B50E95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7103" y="260648"/>
            <a:ext cx="11076127" cy="36576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2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buNone/>
            </a:pPr>
            <a:r>
              <a:rPr sz="1400" i="1" noProof="0" dirty="0">
                <a:latin typeface="Verdana"/>
              </a:rPr>
              <a:t>Insert title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B84C72F2-3FD0-A77D-8F12-84A42051C1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102" y="2452911"/>
            <a:ext cx="3900369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8-12 lines</a:t>
            </a:r>
            <a:endParaRPr noProof="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B908F31-D8D7-FB40-10DC-19CDC4646417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3146" y="1060667"/>
            <a:ext cx="1725935" cy="136090"/>
          </a:xfrm>
          <a:prstGeom prst="rect">
            <a:avLst/>
          </a:prstGeom>
        </p:spPr>
      </p:pic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9CBE333A-292C-BB27-9F91-1B0C012309B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1939" y="260648"/>
            <a:ext cx="5571877" cy="3168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C61FA157-55D8-1CF6-3DF9-02D17E710B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1939" y="3501008"/>
            <a:ext cx="5571877" cy="3168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024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 the lef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CB7E368-1523-B970-F6F5-4D7063C56ADB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9E5DB4D-C43C-4818-7CE7-3D9A8464F49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5AF2B96-73AF-CB4D-7B9B-65270D35E419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18" name="Espace réservé pour une image  2">
            <a:extLst>
              <a:ext uri="{FF2B5EF4-FFF2-40B4-BE49-F238E27FC236}">
                <a16:creationId xmlns:a16="http://schemas.microsoft.com/office/drawing/2014/main" id="{9826A08E-5B6C-4424-2DBF-EB4F93CADB3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924722" y="260647"/>
            <a:ext cx="5594051" cy="6336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B1BD4A48-1803-96A5-22F1-6D9F14D169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7223" y="813368"/>
            <a:ext cx="3900369" cy="1406102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2000" b="0" i="0">
                <a:solidFill>
                  <a:schemeClr val="accent2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2731B34E-42FA-B1ED-3CB3-3EA6443452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7103" y="260648"/>
            <a:ext cx="11076127" cy="36576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2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buNone/>
            </a:pPr>
            <a:r>
              <a:rPr sz="1400" i="1" noProof="0" dirty="0">
                <a:latin typeface="Verdana"/>
              </a:rPr>
              <a:t>Insert title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42196091-604F-1A81-074F-8933779603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223" y="2452911"/>
            <a:ext cx="3900369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8-12 lines</a:t>
            </a:r>
            <a:endParaRPr noProof="0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5A869A6-FADA-6647-D54C-C66F7E31D2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6287E51-BE6E-A06F-D2FC-56C0B507B7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203047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 the lef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CB7E368-1523-B970-F6F5-4D7063C56ADB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9E5DB4D-C43C-4818-7CE7-3D9A8464F49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5AF2B96-73AF-CB4D-7B9B-65270D35E419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00D0A476-04AF-662A-C036-818A248BA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7223" y="813368"/>
            <a:ext cx="3900369" cy="1406102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2000" b="0" i="0">
                <a:solidFill>
                  <a:schemeClr val="accent2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68AF2052-37EF-3A56-972E-3BE502DB1A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223" y="2452911"/>
            <a:ext cx="3900369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  <a:latin typeface="Verdana" panose="00000500000000000000" pitchFamily="2" charset="0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8-12 lines</a:t>
            </a:r>
            <a:endParaRPr noProof="0" dirty="0"/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AE96B007-B46C-D8FB-3355-64B374068564}"/>
              </a:ext>
            </a:extLst>
          </p:cNvPr>
          <p:cNvSpPr txBox="1">
            <a:spLocks/>
          </p:cNvSpPr>
          <p:nvPr userDrawn="1"/>
        </p:nvSpPr>
        <p:spPr>
          <a:xfrm>
            <a:off x="6258832" y="2454162"/>
            <a:ext cx="2705942" cy="1661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sz="1200" b="0" kern="1200" baseline="0">
                <a:solidFill>
                  <a:schemeClr val="bg1"/>
                </a:solidFill>
                <a:latin typeface="Verdana" pitchFamily="2" charset="77"/>
                <a:ea typeface="+mn-ea"/>
                <a:cs typeface="+mn-cs"/>
              </a:defRPr>
            </a:lvl1pPr>
            <a:lvl2pPr marL="596900" indent="-2286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35025" indent="-2286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tabLst/>
              <a:defRPr lang="fr-FR" sz="1600" kern="1200" baseline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44613" indent="-2286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129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Add text</a:t>
            </a: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42AFA796-0091-FF1D-CA36-106A05783EEC}"/>
              </a:ext>
            </a:extLst>
          </p:cNvPr>
          <p:cNvSpPr txBox="1">
            <a:spLocks/>
          </p:cNvSpPr>
          <p:nvPr userDrawn="1"/>
        </p:nvSpPr>
        <p:spPr>
          <a:xfrm>
            <a:off x="9115611" y="4141197"/>
            <a:ext cx="2069416" cy="780214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sz="1200" b="0" kern="1200" baseline="0">
                <a:solidFill>
                  <a:schemeClr val="bg1"/>
                </a:solidFill>
                <a:latin typeface="Verdana" pitchFamily="2" charset="77"/>
                <a:ea typeface="+mn-ea"/>
                <a:cs typeface="+mn-cs"/>
              </a:defRPr>
            </a:lvl1pPr>
            <a:lvl2pPr marL="596900" indent="-2286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35025" indent="-2286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tabLst/>
              <a:defRPr lang="fr-FR" sz="1600" kern="1200" baseline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44613" indent="-22860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129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ISO   9001, ISO 14001</a:t>
            </a:r>
            <a:br>
              <a:rPr dirty="0"/>
            </a:br>
            <a:r>
              <a:rPr dirty="0"/>
              <a:t>ISO 27001, ISO 27017, ISO 27018</a:t>
            </a:r>
          </a:p>
          <a:p>
            <a:endParaRPr dirty="0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D7924FAF-7910-8523-09FB-12EBA2EAD7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24723" y="260648"/>
            <a:ext cx="5571877" cy="3168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31" name="Espace réservé pour une image  2">
            <a:extLst>
              <a:ext uri="{FF2B5EF4-FFF2-40B4-BE49-F238E27FC236}">
                <a16:creationId xmlns:a16="http://schemas.microsoft.com/office/drawing/2014/main" id="{1B2C6173-237D-FCEC-93B6-C27526658F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21715" y="3579946"/>
            <a:ext cx="2698825" cy="30174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32" name="Espace réservé pour une image  2">
            <a:extLst>
              <a:ext uri="{FF2B5EF4-FFF2-40B4-BE49-F238E27FC236}">
                <a16:creationId xmlns:a16="http://schemas.microsoft.com/office/drawing/2014/main" id="{2102B3DF-9752-3B8D-18CE-6FF871E5C6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96588" y="3579946"/>
            <a:ext cx="2698825" cy="30174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CA3CF77-FA4A-C9F9-C056-714DFA1CE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9CA0EAA-4CF9-3666-4BE6-05CB7F7798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F4505769-DB05-7AD3-A40F-B787D29D5B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7103" y="260648"/>
            <a:ext cx="11076127" cy="36576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2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buNone/>
            </a:pPr>
            <a:r>
              <a:rPr sz="1400" i="1" noProof="0" dirty="0">
                <a:latin typeface="Verdana"/>
              </a:rPr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4170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 the lef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E69C0E3-52C5-ACEE-27D2-85C65E6E43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7223" y="813368"/>
            <a:ext cx="3900369" cy="1406102"/>
          </a:xfrm>
          <a:prstGeom prst="rect">
            <a:avLst/>
          </a:prstGeom>
        </p:spPr>
        <p:txBody>
          <a:bodyPr tIns="36000" bIns="0">
            <a:noAutofit/>
          </a:bodyPr>
          <a:lstStyle>
            <a:lvl1pPr algn="l">
              <a:defRPr sz="2000" b="0" i="0">
                <a:solidFill>
                  <a:schemeClr val="accent2"/>
                </a:solidFill>
                <a:latin typeface="Montserrat Light" pitchFamily="2" charset="77"/>
              </a:defRPr>
            </a:lvl1pPr>
          </a:lstStyle>
          <a:p>
            <a:pPr algn="l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BCD58BDE-3ACC-659D-8C32-29939CC220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7103" y="260648"/>
            <a:ext cx="11076127" cy="36576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2"/>
                </a:solidFill>
                <a:latin typeface="Verda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buNone/>
            </a:pPr>
            <a:r>
              <a:rPr sz="1400" i="1" noProof="0" dirty="0">
                <a:latin typeface="Verdana"/>
              </a:rPr>
              <a:t>Insert title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69E77C1F-0698-8772-2A7A-78D357B5DA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223" y="2452911"/>
            <a:ext cx="3900369" cy="1938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  <a:latin typeface="Verdana" panose="00000500000000000000" pitchFamily="2" charset="0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8-12 lines</a:t>
            </a:r>
            <a:endParaRPr noProof="0" dirty="0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E32073FC-761B-E118-9D5F-3F8960A73F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24723" y="260648"/>
            <a:ext cx="5571877" cy="3168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8" name="Espace réservé pour une image  2">
            <a:extLst>
              <a:ext uri="{FF2B5EF4-FFF2-40B4-BE49-F238E27FC236}">
                <a16:creationId xmlns:a16="http://schemas.microsoft.com/office/drawing/2014/main" id="{D5CA6093-DB0E-D04D-BCEC-F229D36443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24723" y="3501008"/>
            <a:ext cx="5571877" cy="3168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25BB08E-7BBC-881E-0DCE-B6F4763184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BBED5AB5-E848-082B-45DB-4D6A65EDB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2" name="Image 3">
            <a:extLst>
              <a:ext uri="{FF2B5EF4-FFF2-40B4-BE49-F238E27FC236}">
                <a16:creationId xmlns:a16="http://schemas.microsoft.com/office/drawing/2014/main" id="{901DC704-3474-29F7-6D1D-EA4CE27F7164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3" name="Image 4">
            <a:extLst>
              <a:ext uri="{FF2B5EF4-FFF2-40B4-BE49-F238E27FC236}">
                <a16:creationId xmlns:a16="http://schemas.microsoft.com/office/drawing/2014/main" id="{4E19309D-6706-6924-542C-45A31671F202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1721561" y="6503801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1721561" y="341248"/>
            <a:ext cx="25200" cy="2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E5DB4D-C43C-4818-7CE7-3D9A8464F49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5AF2B96-73AF-CB4D-7B9B-65270D35E419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D1E35DD-5E53-6DAE-02B0-4563B075D95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3146" y="1060667"/>
            <a:ext cx="1725935" cy="136090"/>
          </a:xfrm>
          <a:prstGeom prst="rect">
            <a:avLst/>
          </a:prstGeom>
        </p:spPr>
      </p:pic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F4F963CF-B9E7-A95A-FA11-A3819938F9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7318" y="959119"/>
            <a:ext cx="11070767" cy="5350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noProof="0" dirty="0"/>
              <a:t>.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E62DC93-EC8F-77AA-AE4D-B50BE06224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A6B9119-F7E8-C81D-57C1-B935C9F7D0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sp>
        <p:nvSpPr>
          <p:cNvPr id="2" name="Titre 2">
            <a:extLst>
              <a:ext uri="{FF2B5EF4-FFF2-40B4-BE49-F238E27FC236}">
                <a16:creationId xmlns:a16="http://schemas.microsoft.com/office/drawing/2014/main" id="{059D90BF-DDC3-CCE1-2D55-4A15BD4E0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BE1E9B50-5CF5-3E6F-592F-5330E90E5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87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CEB97D72-B373-DF19-B1AD-ED306C114E9B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27690" y="2070942"/>
            <a:ext cx="1961762" cy="226591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0" indent="0" algn="l">
              <a:buNone/>
              <a:defRPr lang="fr-FR" sz="12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4E5400F-A78E-E852-4528-14FE5AD7D6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97318" y="1484784"/>
            <a:ext cx="1992134" cy="324901"/>
          </a:xfrm>
          <a:prstGeom prst="roundRect">
            <a:avLst/>
          </a:prstGeom>
          <a:solidFill>
            <a:srgbClr val="E23615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t>Click to edit Master text styles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1EF11391-16D4-F74E-7D2A-B53DB8FE8C1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877260" y="1484784"/>
            <a:ext cx="2048765" cy="324901"/>
          </a:xfrm>
          <a:prstGeom prst="roundRect">
            <a:avLst/>
          </a:prstGeom>
          <a:solidFill>
            <a:srgbClr val="00B0F0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F9EA98B2-28D8-A4DE-BAEB-6C29B442C4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76809" y="1484784"/>
            <a:ext cx="2048765" cy="324901"/>
          </a:xfrm>
          <a:prstGeom prst="roundRect">
            <a:avLst/>
          </a:prstGeom>
          <a:solidFill>
            <a:srgbClr val="FFCA4B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05F6250E-C5F3-A021-F803-9C082AD6F96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67366" y="1484783"/>
            <a:ext cx="2048765" cy="324901"/>
          </a:xfrm>
          <a:prstGeom prst="roundRect">
            <a:avLst/>
          </a:prstGeom>
          <a:solidFill>
            <a:srgbClr val="28AF91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91CB1AF2-A8F2-81C3-C9C5-20C417768C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755755" y="1481285"/>
            <a:ext cx="2048765" cy="324901"/>
          </a:xfrm>
          <a:prstGeom prst="roundRect">
            <a:avLst/>
          </a:prstGeom>
          <a:solidFill>
            <a:srgbClr val="414344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DEBF7B-A28F-BB30-D3C2-C2ECC1F8E7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97317" y="4784459"/>
            <a:ext cx="11205035" cy="324901"/>
          </a:xfrm>
          <a:prstGeom prst="roundRect">
            <a:avLst/>
          </a:prstGeom>
          <a:solidFill>
            <a:srgbClr val="A0A0A0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36" name="Espace réservé du contenu 2">
            <a:extLst>
              <a:ext uri="{FF2B5EF4-FFF2-40B4-BE49-F238E27FC236}">
                <a16:creationId xmlns:a16="http://schemas.microsoft.com/office/drawing/2014/main" id="{2C6B8BEC-A30C-B556-D1E0-54473262F008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2871200" y="2067444"/>
            <a:ext cx="2094773" cy="226591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0" indent="0" algn="l">
              <a:buNone/>
              <a:defRPr lang="fr-FR" sz="12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37" name="Espace réservé du contenu 2">
            <a:extLst>
              <a:ext uri="{FF2B5EF4-FFF2-40B4-BE49-F238E27FC236}">
                <a16:creationId xmlns:a16="http://schemas.microsoft.com/office/drawing/2014/main" id="{2E26F03C-AB8B-20C9-A86A-41D114527C00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7467365" y="2067444"/>
            <a:ext cx="2048763" cy="226591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0" indent="0" algn="l">
              <a:buNone/>
              <a:defRPr lang="fr-FR" sz="12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38" name="Espace réservé du contenu 2">
            <a:extLst>
              <a:ext uri="{FF2B5EF4-FFF2-40B4-BE49-F238E27FC236}">
                <a16:creationId xmlns:a16="http://schemas.microsoft.com/office/drawing/2014/main" id="{6CF67EE7-4180-EA60-95AD-0A808A8A364E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9755754" y="2062295"/>
            <a:ext cx="2046597" cy="226591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0" indent="0" algn="l">
              <a:buNone/>
              <a:defRPr lang="fr-FR" sz="12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1EF814D5-5CF2-3FEC-3F9C-14564D0C8A43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5176809" y="2067444"/>
            <a:ext cx="2048764" cy="226591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0" indent="0" algn="l">
              <a:buNone/>
              <a:defRPr lang="fr-FR" sz="12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CEB37307-B023-3D59-E2E1-771AF486CE28}"/>
              </a:ext>
            </a:extLst>
          </p:cNvPr>
          <p:cNvSpPr>
            <a:spLocks noGrp="1"/>
          </p:cNvSpPr>
          <p:nvPr>
            <p:ph idx="42" hasCustomPrompt="1"/>
          </p:nvPr>
        </p:nvSpPr>
        <p:spPr>
          <a:xfrm>
            <a:off x="627690" y="5445224"/>
            <a:ext cx="11205035" cy="24198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marL="0" indent="0" algn="ctr">
              <a:buNone/>
              <a:defRPr lang="fr-FR" sz="12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C0FE821E-AF40-0C24-55D1-73E76BB9219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97318" y="1487383"/>
            <a:ext cx="1992134" cy="324901"/>
          </a:xfrm>
          <a:prstGeom prst="roundRect">
            <a:avLst/>
          </a:prstGeom>
          <a:solidFill>
            <a:srgbClr val="E23615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4A0F2C5E-7A27-7476-C1E0-F19DA23495E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2877260" y="1487383"/>
            <a:ext cx="2048765" cy="324901"/>
          </a:xfrm>
          <a:prstGeom prst="roundRect">
            <a:avLst/>
          </a:prstGeom>
          <a:solidFill>
            <a:srgbClr val="00B0F0"/>
          </a:solidFill>
        </p:spPr>
        <p:txBody>
          <a:bodyPr/>
          <a:lstStyle>
            <a:lvl1pPr marL="0" indent="0" algn="ctr">
              <a:buNone/>
              <a:defRPr kumimoji="0" lang="en-US" sz="1200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2" charset="77"/>
                <a:ea typeface="Verdana" panose="020B0604030504040204" pitchFamily="34" charset="0"/>
                <a:cs typeface="+mn-cs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B00B730-9960-05A5-9225-6047D11F84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7EF833A7-036C-7698-1988-BBB2703B20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2" name="Image 3">
            <a:extLst>
              <a:ext uri="{FF2B5EF4-FFF2-40B4-BE49-F238E27FC236}">
                <a16:creationId xmlns:a16="http://schemas.microsoft.com/office/drawing/2014/main" id="{2AC17478-BEBD-0AED-10FC-A752A596C507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7" name="Image 4">
            <a:extLst>
              <a:ext uri="{FF2B5EF4-FFF2-40B4-BE49-F238E27FC236}">
                <a16:creationId xmlns:a16="http://schemas.microsoft.com/office/drawing/2014/main" id="{56E2F942-FA68-D865-7B9E-88B7C9CD43F1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8" name="Titre 2">
            <a:extLst>
              <a:ext uri="{FF2B5EF4-FFF2-40B4-BE49-F238E27FC236}">
                <a16:creationId xmlns:a16="http://schemas.microsoft.com/office/drawing/2014/main" id="{607F4B17-D88C-F6E6-2F0D-9C54A1467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7FED48D0-B643-22F0-2DB4-42663C069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7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space réservé du contenu 2">
            <a:extLst>
              <a:ext uri="{FF2B5EF4-FFF2-40B4-BE49-F238E27FC236}">
                <a16:creationId xmlns:a16="http://schemas.microsoft.com/office/drawing/2014/main" id="{9F9B747B-3B77-571E-E531-809E681F0351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1305038" y="3435097"/>
            <a:ext cx="2342690" cy="318924"/>
          </a:xfrm>
          <a:prstGeom prst="rect">
            <a:avLst/>
          </a:prstGeom>
        </p:spPr>
        <p:txBody>
          <a:bodyPr vert="horz" wrap="square" lIns="0" tIns="36000" rIns="0" bIns="36000" rtlCol="0" anchor="ctr" anchorCtr="0">
            <a:spAutoFit/>
          </a:bodyPr>
          <a:lstStyle>
            <a:lvl1pPr marL="0" indent="0" algn="l">
              <a:buNone/>
              <a:defRPr lang="fr-FR" sz="16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54" name="Espace réservé du contenu 2">
            <a:extLst>
              <a:ext uri="{FF2B5EF4-FFF2-40B4-BE49-F238E27FC236}">
                <a16:creationId xmlns:a16="http://schemas.microsoft.com/office/drawing/2014/main" id="{8B30D945-367C-0524-0984-79A9E764F057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0142219" y="3447184"/>
            <a:ext cx="1930445" cy="318924"/>
          </a:xfrm>
          <a:prstGeom prst="rect">
            <a:avLst/>
          </a:prstGeom>
        </p:spPr>
        <p:txBody>
          <a:bodyPr vert="horz" wrap="square" lIns="0" tIns="36000" rIns="0" bIns="36000" rtlCol="0" anchor="ctr" anchorCtr="0">
            <a:spAutoFit/>
          </a:bodyPr>
          <a:lstStyle>
            <a:lvl1pPr marL="0" indent="0" algn="l">
              <a:buNone/>
              <a:defRPr lang="fr-FR" sz="16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55" name="Espace réservé du contenu 2">
            <a:extLst>
              <a:ext uri="{FF2B5EF4-FFF2-40B4-BE49-F238E27FC236}">
                <a16:creationId xmlns:a16="http://schemas.microsoft.com/office/drawing/2014/main" id="{B20461BC-B202-B5EF-EED9-8274BD8369FB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7329918" y="3428035"/>
            <a:ext cx="2006442" cy="318924"/>
          </a:xfrm>
          <a:prstGeom prst="rect">
            <a:avLst/>
          </a:prstGeom>
        </p:spPr>
        <p:txBody>
          <a:bodyPr vert="horz" wrap="square" lIns="0" tIns="36000" rIns="0" bIns="36000" rtlCol="0" anchor="ctr" anchorCtr="0">
            <a:spAutoFit/>
          </a:bodyPr>
          <a:lstStyle>
            <a:lvl1pPr marL="0" indent="0" algn="l">
              <a:buNone/>
              <a:defRPr lang="fr-FR" sz="16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56" name="Espace réservé du contenu 2">
            <a:extLst>
              <a:ext uri="{FF2B5EF4-FFF2-40B4-BE49-F238E27FC236}">
                <a16:creationId xmlns:a16="http://schemas.microsoft.com/office/drawing/2014/main" id="{E3D524BC-02E5-9BC5-6A78-E7AEF6C38DA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4512625" y="3433168"/>
            <a:ext cx="2015423" cy="318924"/>
          </a:xfrm>
          <a:prstGeom prst="rect">
            <a:avLst/>
          </a:prstGeom>
        </p:spPr>
        <p:txBody>
          <a:bodyPr vert="horz" wrap="square" lIns="0" tIns="36000" rIns="0" bIns="36000" rtlCol="0" anchor="ctr" anchorCtr="0">
            <a:spAutoFit/>
          </a:bodyPr>
          <a:lstStyle>
            <a:lvl1pPr marL="0" indent="0" algn="l">
              <a:buNone/>
              <a:defRPr lang="fr-FR" sz="16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/>
            </a:lvl2pPr>
            <a:lvl3pPr algn="l">
              <a:buFont typeface="Symbol" panose="05050102010706020507" pitchFamily="18" charset="2"/>
              <a:buChar char="-"/>
              <a:defRPr lang="fr-FR" sz="1200" dirty="0"/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Insert text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A80ADBCA-5B71-E09B-F69C-9770CFDB7D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0986" y="1974429"/>
            <a:ext cx="598470" cy="3038748"/>
          </a:xfrm>
          <a:prstGeom prst="flowChartOffpageConnector">
            <a:avLst/>
          </a:prstGeom>
          <a:solidFill>
            <a:srgbClr val="28AF91"/>
          </a:solidFill>
        </p:spPr>
        <p:txBody>
          <a:bodyPr vert="vert" anchor="ctr" anchorCtr="1"/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0000500000000000000" pitchFamily="2" charset="0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59" name="Espace réservé pour une image  6">
            <a:extLst>
              <a:ext uri="{FF2B5EF4-FFF2-40B4-BE49-F238E27FC236}">
                <a16:creationId xmlns:a16="http://schemas.microsoft.com/office/drawing/2014/main" id="{22A0C698-D09A-A8FD-70E2-1AB6215BDDE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30893" y="1987039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60" name="Espace réservé pour une image  6">
            <a:extLst>
              <a:ext uri="{FF2B5EF4-FFF2-40B4-BE49-F238E27FC236}">
                <a16:creationId xmlns:a16="http://schemas.microsoft.com/office/drawing/2014/main" id="{C93C4EFA-7EE1-A88F-48D8-331A8FBA0A9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623526" y="1978286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61" name="Espace réservé pour une image  6">
            <a:extLst>
              <a:ext uri="{FF2B5EF4-FFF2-40B4-BE49-F238E27FC236}">
                <a16:creationId xmlns:a16="http://schemas.microsoft.com/office/drawing/2014/main" id="{8DEBDA2B-B272-0DC4-2DB0-088A653B078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34154" y="2016979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62" name="Espace réservé pour une image  6">
            <a:extLst>
              <a:ext uri="{FF2B5EF4-FFF2-40B4-BE49-F238E27FC236}">
                <a16:creationId xmlns:a16="http://schemas.microsoft.com/office/drawing/2014/main" id="{E9A40FD8-6DD5-5F8B-D0D9-E5F783CB9D3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0200456" y="1997372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184A221E-B9BD-6393-91C3-6ED48C3B98F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802421" y="1982357"/>
            <a:ext cx="598470" cy="3038748"/>
          </a:xfrm>
          <a:prstGeom prst="flowChartOffpageConnector">
            <a:avLst/>
          </a:prstGeom>
          <a:solidFill>
            <a:srgbClr val="00B0F0"/>
          </a:solidFill>
        </p:spPr>
        <p:txBody>
          <a:bodyPr vert="vert" anchor="ctr" anchorCtr="1"/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0000500000000000000" pitchFamily="2" charset="0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273D04B5-FEA3-C087-B779-33237F3AD1D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0042" y="1974428"/>
            <a:ext cx="598470" cy="3038748"/>
          </a:xfrm>
          <a:prstGeom prst="flowChartOffpageConnector">
            <a:avLst/>
          </a:prstGeom>
          <a:solidFill>
            <a:srgbClr val="E23615"/>
          </a:solidFill>
        </p:spPr>
        <p:txBody>
          <a:bodyPr vert="vert" anchor="ctr" anchorCtr="1"/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0000500000000000000" pitchFamily="2" charset="0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79CBCE7A-31F5-2B13-30B8-09BB6FF389E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45219" y="1997373"/>
            <a:ext cx="598470" cy="3038748"/>
          </a:xfrm>
          <a:prstGeom prst="flowChartOffpageConnector">
            <a:avLst/>
          </a:prstGeom>
          <a:solidFill>
            <a:srgbClr val="FFCA4B"/>
          </a:solidFill>
        </p:spPr>
        <p:txBody>
          <a:bodyPr vert="vert" anchor="ctr" anchorCtr="1"/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0000500000000000000" pitchFamily="2" charset="0"/>
              </a:defRPr>
            </a:lvl1pPr>
          </a:lstStyle>
          <a:p>
            <a:pPr lvl="0"/>
            <a:r>
              <a:rPr noProof="0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0BA9951-4929-C4C3-CAF4-E5B12BE637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6E0C25A-E19C-4EEB-B131-1965D3D333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1E62B0BC-5E9E-092D-0F36-E1FFE3A788B5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4" name="Image 4">
            <a:extLst>
              <a:ext uri="{FF2B5EF4-FFF2-40B4-BE49-F238E27FC236}">
                <a16:creationId xmlns:a16="http://schemas.microsoft.com/office/drawing/2014/main" id="{F1D53569-D9B6-E981-8062-503473DADEA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C9853A83-AAC1-C167-6471-72CA0B8D3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999E2294-F434-F6D6-38C4-FD31AAF7F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81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s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12F80777-CFC9-C33E-0043-98B0A7DB4C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3392" y="230286"/>
            <a:ext cx="11053744" cy="32117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AAC833-AEEC-45F9-9517-6A80DFD91DD1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97601A9-C03E-172B-C357-75E42E81190D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940F336-F137-A261-93ED-93CB1EF4C6C6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53" name="Espace réservé du texte 7">
            <a:extLst>
              <a:ext uri="{FF2B5EF4-FFF2-40B4-BE49-F238E27FC236}">
                <a16:creationId xmlns:a16="http://schemas.microsoft.com/office/drawing/2014/main" id="{FF1967C7-9EF1-BBD4-EB52-B65CE20307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45124" y="4819010"/>
            <a:ext cx="1878582" cy="3323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ctr">
              <a:buNone/>
              <a:defRPr sz="12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54" name="Sous-titre 2">
            <a:extLst>
              <a:ext uri="{FF2B5EF4-FFF2-40B4-BE49-F238E27FC236}">
                <a16:creationId xmlns:a16="http://schemas.microsoft.com/office/drawing/2014/main" id="{FD2C2512-E4A5-CB0F-7D58-9E4B43DCA411}"/>
              </a:ext>
            </a:extLst>
          </p:cNvPr>
          <p:cNvSpPr txBox="1">
            <a:spLocks/>
          </p:cNvSpPr>
          <p:nvPr userDrawn="1"/>
        </p:nvSpPr>
        <p:spPr>
          <a:xfrm>
            <a:off x="2945125" y="4407678"/>
            <a:ext cx="1878582" cy="36004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sz="1400" b="0" i="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None/>
              <a:tabLst/>
              <a:defRPr lang="fr-FR" sz="180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</a:pPr>
            <a:r>
              <a:rPr sz="1400" b="0" i="0" kern="1200" baseline="0" noProof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rPr>
              <a:t>Insert title</a:t>
            </a:r>
          </a:p>
        </p:txBody>
      </p:sp>
      <p:sp>
        <p:nvSpPr>
          <p:cNvPr id="58" name="Espace réservé du texte 7">
            <a:extLst>
              <a:ext uri="{FF2B5EF4-FFF2-40B4-BE49-F238E27FC236}">
                <a16:creationId xmlns:a16="http://schemas.microsoft.com/office/drawing/2014/main" id="{53563C60-84B5-BD9D-5DE1-1EBC0DB70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26" y="4819010"/>
            <a:ext cx="1878582" cy="3323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ctr">
              <a:buNone/>
              <a:defRPr sz="12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59" name="Sous-titre 2">
            <a:extLst>
              <a:ext uri="{FF2B5EF4-FFF2-40B4-BE49-F238E27FC236}">
                <a16:creationId xmlns:a16="http://schemas.microsoft.com/office/drawing/2014/main" id="{6579A0CD-F57E-B70E-C708-DAA0511F416B}"/>
              </a:ext>
            </a:extLst>
          </p:cNvPr>
          <p:cNvSpPr txBox="1">
            <a:spLocks/>
          </p:cNvSpPr>
          <p:nvPr userDrawn="1"/>
        </p:nvSpPr>
        <p:spPr>
          <a:xfrm>
            <a:off x="622827" y="4407678"/>
            <a:ext cx="1878582" cy="36004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sz="1400" b="0" i="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None/>
              <a:tabLst/>
              <a:defRPr lang="fr-FR" sz="180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noProof="0" dirty="0"/>
              <a:t>Insert title</a:t>
            </a:r>
          </a:p>
        </p:txBody>
      </p:sp>
      <p:sp>
        <p:nvSpPr>
          <p:cNvPr id="61" name="Espace réservé du texte 7">
            <a:extLst>
              <a:ext uri="{FF2B5EF4-FFF2-40B4-BE49-F238E27FC236}">
                <a16:creationId xmlns:a16="http://schemas.microsoft.com/office/drawing/2014/main" id="{E9023012-4094-90A5-E0E4-7E34FFAF4F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62210" y="4819010"/>
            <a:ext cx="1878582" cy="3323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ctr">
              <a:buNone/>
              <a:defRPr sz="12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62" name="Sous-titre 2">
            <a:extLst>
              <a:ext uri="{FF2B5EF4-FFF2-40B4-BE49-F238E27FC236}">
                <a16:creationId xmlns:a16="http://schemas.microsoft.com/office/drawing/2014/main" id="{BE75E8E9-E8C3-7D61-D49B-326B4F1E8E16}"/>
              </a:ext>
            </a:extLst>
          </p:cNvPr>
          <p:cNvSpPr txBox="1">
            <a:spLocks/>
          </p:cNvSpPr>
          <p:nvPr userDrawn="1"/>
        </p:nvSpPr>
        <p:spPr>
          <a:xfrm>
            <a:off x="5262211" y="4407678"/>
            <a:ext cx="1878582" cy="36004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sz="1400" b="0" i="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None/>
              <a:tabLst/>
              <a:defRPr lang="fr-FR" sz="180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</a:pPr>
            <a:r>
              <a:rPr sz="1400" b="0" i="0" kern="1200" baseline="0" noProof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rPr>
              <a:t>Insert title</a:t>
            </a:r>
          </a:p>
        </p:txBody>
      </p:sp>
      <p:sp>
        <p:nvSpPr>
          <p:cNvPr id="64" name="Espace réservé du texte 7">
            <a:extLst>
              <a:ext uri="{FF2B5EF4-FFF2-40B4-BE49-F238E27FC236}">
                <a16:creationId xmlns:a16="http://schemas.microsoft.com/office/drawing/2014/main" id="{4F995B74-B3E9-843D-DE5A-AEFE7B77A2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25643" y="4819010"/>
            <a:ext cx="1878582" cy="3323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ctr">
              <a:buNone/>
              <a:defRPr sz="12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65" name="Sous-titre 2">
            <a:extLst>
              <a:ext uri="{FF2B5EF4-FFF2-40B4-BE49-F238E27FC236}">
                <a16:creationId xmlns:a16="http://schemas.microsoft.com/office/drawing/2014/main" id="{C8E651D9-2B57-E010-31D6-0815EFB10E84}"/>
              </a:ext>
            </a:extLst>
          </p:cNvPr>
          <p:cNvSpPr txBox="1">
            <a:spLocks/>
          </p:cNvSpPr>
          <p:nvPr userDrawn="1"/>
        </p:nvSpPr>
        <p:spPr>
          <a:xfrm>
            <a:off x="7525644" y="4407678"/>
            <a:ext cx="1878582" cy="36004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sz="1400" b="0" i="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None/>
              <a:tabLst/>
              <a:defRPr lang="fr-FR" sz="180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noProof="0" dirty="0"/>
              <a:t>Insert title</a:t>
            </a:r>
          </a:p>
        </p:txBody>
      </p:sp>
      <p:sp>
        <p:nvSpPr>
          <p:cNvPr id="67" name="Espace réservé du texte 7">
            <a:extLst>
              <a:ext uri="{FF2B5EF4-FFF2-40B4-BE49-F238E27FC236}">
                <a16:creationId xmlns:a16="http://schemas.microsoft.com/office/drawing/2014/main" id="{A2718648-8BB4-EC0B-A355-8050A56DB5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95050" y="4819010"/>
            <a:ext cx="1878582" cy="332399"/>
          </a:xfrm>
          <a:prstGeom prst="rect">
            <a:avLst/>
          </a:prstGeom>
        </p:spPr>
        <p:txBody>
          <a:bodyPr wrap="square" tIns="0" bIns="0" anchor="ctr">
            <a:spAutoFit/>
          </a:bodyPr>
          <a:lstStyle>
            <a:lvl1pPr marL="0" indent="0" algn="ctr">
              <a:buNone/>
              <a:defRPr sz="1200" b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>
                <a:effectLst/>
              </a:rPr>
              <a:t>Click to insert a text of 4-5 lines</a:t>
            </a:r>
            <a:endParaRPr noProof="0" dirty="0"/>
          </a:p>
        </p:txBody>
      </p:sp>
      <p:sp>
        <p:nvSpPr>
          <p:cNvPr id="68" name="Sous-titre 2">
            <a:extLst>
              <a:ext uri="{FF2B5EF4-FFF2-40B4-BE49-F238E27FC236}">
                <a16:creationId xmlns:a16="http://schemas.microsoft.com/office/drawing/2014/main" id="{72A3CF35-C168-6D3C-76EC-F271453A67FB}"/>
              </a:ext>
            </a:extLst>
          </p:cNvPr>
          <p:cNvSpPr txBox="1">
            <a:spLocks/>
          </p:cNvSpPr>
          <p:nvPr userDrawn="1"/>
        </p:nvSpPr>
        <p:spPr>
          <a:xfrm>
            <a:off x="9795051" y="4407678"/>
            <a:ext cx="1878582" cy="360040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sz="1400" b="0" i="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None/>
              <a:tabLst/>
              <a:defRPr lang="fr-FR" sz="1800" kern="1200" baseline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900"/>
              </a:spcBef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noProof="0" dirty="0"/>
              <a:t>Insert title</a:t>
            </a:r>
          </a:p>
        </p:txBody>
      </p:sp>
      <p:sp>
        <p:nvSpPr>
          <p:cNvPr id="2" name="Espace réservé pour une image  6">
            <a:extLst>
              <a:ext uri="{FF2B5EF4-FFF2-40B4-BE49-F238E27FC236}">
                <a16:creationId xmlns:a16="http://schemas.microsoft.com/office/drawing/2014/main" id="{1F8394B5-D635-FD96-FA97-2C21CEE7ED0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527" y="2782818"/>
            <a:ext cx="1313180" cy="13131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3" name="Espace réservé pour une image  6">
            <a:extLst>
              <a:ext uri="{FF2B5EF4-FFF2-40B4-BE49-F238E27FC236}">
                <a16:creationId xmlns:a16="http://schemas.microsoft.com/office/drawing/2014/main" id="{D90D2178-596A-E72B-55AE-C1EA76DFDD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227825" y="2772410"/>
            <a:ext cx="1313180" cy="13131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11" name="Espace réservé pour une image  6">
            <a:extLst>
              <a:ext uri="{FF2B5EF4-FFF2-40B4-BE49-F238E27FC236}">
                <a16:creationId xmlns:a16="http://schemas.microsoft.com/office/drawing/2014/main" id="{7E12125F-C7A8-5FD5-F6DE-473F561B09A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548950" y="2772410"/>
            <a:ext cx="1313180" cy="13131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12" name="Espace réservé pour une image  6">
            <a:extLst>
              <a:ext uri="{FF2B5EF4-FFF2-40B4-BE49-F238E27FC236}">
                <a16:creationId xmlns:a16="http://schemas.microsoft.com/office/drawing/2014/main" id="{B5F78C38-BCDD-1B5A-A4C6-2E2603374A54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808344" y="2772410"/>
            <a:ext cx="1313180" cy="13131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13" name="Espace réservé pour une image  6">
            <a:extLst>
              <a:ext uri="{FF2B5EF4-FFF2-40B4-BE49-F238E27FC236}">
                <a16:creationId xmlns:a16="http://schemas.microsoft.com/office/drawing/2014/main" id="{97BE3E7A-AAA4-1A1E-99A7-85EBA8FBCDE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0044754" y="2760590"/>
            <a:ext cx="1313180" cy="13131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E9EB899-385A-0DE9-C718-BCC6790F69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202062-A0BC-E087-C12A-DA1BA8D532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21766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s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CBE4D97-946B-682F-5C89-F991D9CD63D9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2AED48B-7839-B42B-46CF-0F9EF85CB522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8" name="Espace réservé pour une image  2">
            <a:extLst>
              <a:ext uri="{FF2B5EF4-FFF2-40B4-BE49-F238E27FC236}">
                <a16:creationId xmlns:a16="http://schemas.microsoft.com/office/drawing/2014/main" id="{A83E4265-43A8-40EA-5578-A54E0C53EC7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3392" y="230286"/>
            <a:ext cx="11053744" cy="32117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F7B745E2-C2B7-C674-A524-089065C84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68" y="3658874"/>
            <a:ext cx="3249841" cy="286232"/>
          </a:xfrm>
          <a:custGeom>
            <a:avLst/>
            <a:gdLst>
              <a:gd name="connsiteX0" fmla="*/ 0 w 3451663"/>
              <a:gd name="connsiteY0" fmla="*/ 0 h 1460500"/>
              <a:gd name="connsiteX1" fmla="*/ 3451663 w 3451663"/>
              <a:gd name="connsiteY1" fmla="*/ 0 h 1460500"/>
              <a:gd name="connsiteX2" fmla="*/ 3451663 w 3451663"/>
              <a:gd name="connsiteY2" fmla="*/ 1460500 h 1460500"/>
              <a:gd name="connsiteX3" fmla="*/ 1813612 w 3451663"/>
              <a:gd name="connsiteY3" fmla="*/ 1460500 h 1460500"/>
              <a:gd name="connsiteX4" fmla="*/ 1725831 w 3451663"/>
              <a:gd name="connsiteY4" fmla="*/ 1372720 h 1460500"/>
              <a:gd name="connsiteX5" fmla="*/ 1638051 w 3451663"/>
              <a:gd name="connsiteY5" fmla="*/ 1460500 h 1460500"/>
              <a:gd name="connsiteX6" fmla="*/ 0 w 3451663"/>
              <a:gd name="connsiteY6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51663" h="1460500">
                <a:moveTo>
                  <a:pt x="0" y="0"/>
                </a:moveTo>
                <a:lnTo>
                  <a:pt x="3451663" y="0"/>
                </a:lnTo>
                <a:lnTo>
                  <a:pt x="3451663" y="1460500"/>
                </a:lnTo>
                <a:lnTo>
                  <a:pt x="1813612" y="1460500"/>
                </a:lnTo>
                <a:lnTo>
                  <a:pt x="1725831" y="1372720"/>
                </a:lnTo>
                <a:lnTo>
                  <a:pt x="1638051" y="1460500"/>
                </a:lnTo>
                <a:lnTo>
                  <a:pt x="0" y="1460500"/>
                </a:lnTo>
                <a:close/>
              </a:path>
            </a:pathLst>
          </a:custGeom>
        </p:spPr>
        <p:txBody>
          <a:bodyPr vert="horz" wrap="square" lIns="0" tIns="45720" rIns="91440" bIns="45720" rtlCol="0" anchor="ctr">
            <a:spAutoFit/>
          </a:bodyPr>
          <a:lstStyle>
            <a:lvl1pPr>
              <a:defRPr lang="de-CH" sz="1400" b="1" i="0" noProof="0" dirty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marL="0" lvl="0" indent="0">
              <a:spcBef>
                <a:spcPts val="3000"/>
              </a:spcBef>
              <a:buNone/>
            </a:pPr>
            <a:r>
              <a:rPr noProof="0" dirty="0"/>
              <a:t>Click to add text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77C041D8-BC49-E97D-C4E2-72BFA054DA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54791" y="3658874"/>
            <a:ext cx="3249841" cy="286232"/>
          </a:xfrm>
          <a:custGeom>
            <a:avLst/>
            <a:gdLst>
              <a:gd name="connsiteX0" fmla="*/ 0 w 3451663"/>
              <a:gd name="connsiteY0" fmla="*/ 0 h 1460500"/>
              <a:gd name="connsiteX1" fmla="*/ 3451663 w 3451663"/>
              <a:gd name="connsiteY1" fmla="*/ 0 h 1460500"/>
              <a:gd name="connsiteX2" fmla="*/ 3451663 w 3451663"/>
              <a:gd name="connsiteY2" fmla="*/ 1460500 h 1460500"/>
              <a:gd name="connsiteX3" fmla="*/ 1813612 w 3451663"/>
              <a:gd name="connsiteY3" fmla="*/ 1460500 h 1460500"/>
              <a:gd name="connsiteX4" fmla="*/ 1725831 w 3451663"/>
              <a:gd name="connsiteY4" fmla="*/ 1372720 h 1460500"/>
              <a:gd name="connsiteX5" fmla="*/ 1638051 w 3451663"/>
              <a:gd name="connsiteY5" fmla="*/ 1460500 h 1460500"/>
              <a:gd name="connsiteX6" fmla="*/ 0 w 3451663"/>
              <a:gd name="connsiteY6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51663" h="1460500">
                <a:moveTo>
                  <a:pt x="0" y="0"/>
                </a:moveTo>
                <a:lnTo>
                  <a:pt x="3451663" y="0"/>
                </a:lnTo>
                <a:lnTo>
                  <a:pt x="3451663" y="1460500"/>
                </a:lnTo>
                <a:lnTo>
                  <a:pt x="1813612" y="1460500"/>
                </a:lnTo>
                <a:lnTo>
                  <a:pt x="1725831" y="1372720"/>
                </a:lnTo>
                <a:lnTo>
                  <a:pt x="1638051" y="1460500"/>
                </a:lnTo>
                <a:lnTo>
                  <a:pt x="0" y="1460500"/>
                </a:lnTo>
                <a:close/>
              </a:path>
            </a:pathLst>
          </a:custGeom>
        </p:spPr>
        <p:txBody>
          <a:bodyPr vert="horz" wrap="square" lIns="0" tIns="45720" rIns="91440" bIns="45720" rtlCol="0" anchor="ctr">
            <a:spAutoFit/>
          </a:bodyPr>
          <a:lstStyle>
            <a:lvl1pPr>
              <a:defRPr lang="de-CH" sz="1400" b="1" i="0" noProof="0" dirty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marL="0" lvl="0" indent="0">
              <a:spcBef>
                <a:spcPts val="3000"/>
              </a:spcBef>
              <a:buNone/>
            </a:pPr>
            <a:r>
              <a:rPr noProof="0" dirty="0"/>
              <a:t>Click to add text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677DCB5-863E-CAC6-BA01-EEC4F5115C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5670" y="3658874"/>
            <a:ext cx="3249841" cy="286232"/>
          </a:xfrm>
          <a:custGeom>
            <a:avLst/>
            <a:gdLst>
              <a:gd name="connsiteX0" fmla="*/ 0 w 3451663"/>
              <a:gd name="connsiteY0" fmla="*/ 0 h 1460500"/>
              <a:gd name="connsiteX1" fmla="*/ 3451663 w 3451663"/>
              <a:gd name="connsiteY1" fmla="*/ 0 h 1460500"/>
              <a:gd name="connsiteX2" fmla="*/ 3451663 w 3451663"/>
              <a:gd name="connsiteY2" fmla="*/ 1460500 h 1460500"/>
              <a:gd name="connsiteX3" fmla="*/ 1813612 w 3451663"/>
              <a:gd name="connsiteY3" fmla="*/ 1460500 h 1460500"/>
              <a:gd name="connsiteX4" fmla="*/ 1725831 w 3451663"/>
              <a:gd name="connsiteY4" fmla="*/ 1372720 h 1460500"/>
              <a:gd name="connsiteX5" fmla="*/ 1638051 w 3451663"/>
              <a:gd name="connsiteY5" fmla="*/ 1460500 h 1460500"/>
              <a:gd name="connsiteX6" fmla="*/ 0 w 3451663"/>
              <a:gd name="connsiteY6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51663" h="1460500">
                <a:moveTo>
                  <a:pt x="0" y="0"/>
                </a:moveTo>
                <a:lnTo>
                  <a:pt x="3451663" y="0"/>
                </a:lnTo>
                <a:lnTo>
                  <a:pt x="3451663" y="1460500"/>
                </a:lnTo>
                <a:lnTo>
                  <a:pt x="1813612" y="1460500"/>
                </a:lnTo>
                <a:lnTo>
                  <a:pt x="1725831" y="1372720"/>
                </a:lnTo>
                <a:lnTo>
                  <a:pt x="1638051" y="1460500"/>
                </a:lnTo>
                <a:lnTo>
                  <a:pt x="0" y="1460500"/>
                </a:lnTo>
                <a:close/>
              </a:path>
            </a:pathLst>
          </a:custGeom>
        </p:spPr>
        <p:txBody>
          <a:bodyPr vert="horz" wrap="square" lIns="0" tIns="45720" rIns="91440" bIns="45720" rtlCol="0" anchor="ctr">
            <a:spAutoFit/>
          </a:bodyPr>
          <a:lstStyle>
            <a:lvl1pPr>
              <a:defRPr lang="de-CH" sz="1400" b="1" i="0" noProof="0" dirty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marL="0" lvl="0" indent="0">
              <a:spcBef>
                <a:spcPts val="3000"/>
              </a:spcBef>
              <a:buNone/>
            </a:pPr>
            <a:r>
              <a:rPr noProof="0" dirty="0"/>
              <a:t>Click to add text</a:t>
            </a:r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D3A6314E-E25E-BC03-28BC-5AC1753FE846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F0734514-B723-F133-EA80-CB57FCE5FBB0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66090" y="4098950"/>
            <a:ext cx="3232308" cy="934478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algn="l">
              <a:defRPr lang="fr-FR" sz="18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>
                <a:latin typeface="Verdana" panose="00000500000000000000" pitchFamily="2" charset="0"/>
              </a:defRPr>
            </a:lvl2pPr>
            <a:lvl3pPr algn="l">
              <a:buFont typeface="Symbol" panose="05050102010706020507" pitchFamily="18" charset="2"/>
              <a:buChar char="-"/>
              <a:defRPr lang="fr-FR" sz="1200" dirty="0">
                <a:latin typeface="Verdana" panose="00000500000000000000" pitchFamily="2" charset="0"/>
              </a:defRPr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1</a:t>
            </a:r>
          </a:p>
          <a:p>
            <a:pPr marL="506412" lvl="1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2</a:t>
            </a:r>
          </a:p>
          <a:p>
            <a:pPr marL="744537" lvl="2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3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CF2C973-1B9E-4E38-5C72-7BA87404AD3E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4554791" y="4098950"/>
            <a:ext cx="3232308" cy="934478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algn="l">
              <a:defRPr lang="fr-FR" sz="18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>
                <a:latin typeface="Verdana" panose="00000500000000000000" pitchFamily="2" charset="0"/>
              </a:defRPr>
            </a:lvl2pPr>
            <a:lvl3pPr algn="l">
              <a:buFont typeface="Symbol" panose="05050102010706020507" pitchFamily="18" charset="2"/>
              <a:buChar char="-"/>
              <a:defRPr lang="fr-FR" sz="1200" dirty="0">
                <a:latin typeface="Verdana" panose="00000500000000000000" pitchFamily="2" charset="0"/>
              </a:defRPr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1</a:t>
            </a:r>
          </a:p>
          <a:p>
            <a:pPr marL="506412" lvl="1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2</a:t>
            </a:r>
          </a:p>
          <a:p>
            <a:pPr marL="744537" lvl="2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3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30C1736-DBC0-FC36-1793-416CB4E6F7E0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218620" y="4098950"/>
            <a:ext cx="3232308" cy="934478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>
            <a:lvl1pPr algn="l">
              <a:defRPr lang="fr-FR" sz="1800" baseline="0" dirty="0">
                <a:latin typeface="Verdana" panose="00000500000000000000" pitchFamily="2" charset="0"/>
              </a:defRPr>
            </a:lvl1pPr>
            <a:lvl2pPr algn="l">
              <a:defRPr lang="fr-FR" sz="1400" baseline="0" dirty="0">
                <a:latin typeface="Verdana" panose="00000500000000000000" pitchFamily="2" charset="0"/>
              </a:defRPr>
            </a:lvl2pPr>
            <a:lvl3pPr algn="l">
              <a:buFont typeface="Symbol" panose="05050102010706020507" pitchFamily="18" charset="2"/>
              <a:buChar char="-"/>
              <a:defRPr lang="fr-FR" sz="1200" dirty="0">
                <a:latin typeface="Verdana" panose="00000500000000000000" pitchFamily="2" charset="0"/>
              </a:defRPr>
            </a:lvl3pPr>
          </a:lstStyle>
          <a:p>
            <a:pPr marL="266700" lvl="0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1</a:t>
            </a:r>
          </a:p>
          <a:p>
            <a:pPr marL="506412" lvl="1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2</a:t>
            </a:r>
          </a:p>
          <a:p>
            <a:pPr marL="744537" lvl="2" indent="-266700" algn="just">
              <a:lnSpc>
                <a:spcPct val="100000"/>
              </a:lnSpc>
              <a:spcBef>
                <a:spcPts val="600"/>
              </a:spcBef>
            </a:pPr>
            <a:r>
              <a:rPr noProof="0" dirty="0"/>
              <a:t>Texte niveau 3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8E92B1C-ABED-B1CA-C505-FC8F722874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EA13E281-2594-2ED7-F9E2-72E2EE27D3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1841023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lc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6"/>
          <p:cNvSpPr>
            <a:spLocks noGrp="1"/>
          </p:cNvSpPr>
          <p:nvPr>
            <p:ph type="body" sz="quarter" idx="12" hasCustomPrompt="1"/>
          </p:nvPr>
        </p:nvSpPr>
        <p:spPr>
          <a:xfrm>
            <a:off x="810636" y="1460734"/>
            <a:ext cx="4270082" cy="4270082"/>
          </a:xfrm>
          <a:prstGeom prst="ellipse">
            <a:avLst/>
          </a:prstGeom>
          <a:solidFill>
            <a:schemeClr val="accent3"/>
          </a:solidFill>
        </p:spPr>
        <p:txBody>
          <a:bodyPr lIns="0" rIns="0" anchor="ctr">
            <a:normAutofit/>
          </a:bodyPr>
          <a:lstStyle>
            <a:lvl1pPr marL="0" indent="0" algn="ctr">
              <a:buNone/>
              <a:defRPr sz="1600" b="0">
                <a:latin typeface="Verdana" pitchFamily="2" charset="0"/>
              </a:defRPr>
            </a:lvl1pPr>
            <a:lvl2pPr marL="311150" indent="0">
              <a:buNone/>
              <a:defRPr/>
            </a:lvl2pPr>
            <a:lvl3pPr marL="666750" indent="0">
              <a:buNone/>
              <a:defRPr/>
            </a:lvl3pPr>
            <a:lvl4pPr marL="1028700" indent="0">
              <a:buNone/>
              <a:defRPr/>
            </a:lvl4pPr>
            <a:lvl5pPr marL="1384300" indent="0">
              <a:buNone/>
              <a:defRPr/>
            </a:lvl5pPr>
          </a:lstStyle>
          <a:p>
            <a:pPr lvl="0"/>
            <a:r>
              <a:rPr noProof="0" dirty="0"/>
              <a:t>Click to insert text</a:t>
            </a:r>
          </a:p>
        </p:txBody>
      </p:sp>
      <p:sp>
        <p:nvSpPr>
          <p:cNvPr id="14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7111281" y="1460734"/>
            <a:ext cx="4270082" cy="4270082"/>
          </a:xfrm>
          <a:prstGeom prst="ellipse">
            <a:avLst/>
          </a:prstGeom>
          <a:solidFill>
            <a:schemeClr val="accent3"/>
          </a:solidFill>
        </p:spPr>
        <p:txBody>
          <a:bodyPr lIns="0" rIns="0" anchor="ctr">
            <a:normAutofit/>
          </a:bodyPr>
          <a:lstStyle>
            <a:lvl1pPr marL="0" indent="0" algn="ctr">
              <a:buNone/>
              <a:defRPr sz="1600" b="0"/>
            </a:lvl1pPr>
            <a:lvl2pPr marL="311150" indent="0">
              <a:buNone/>
              <a:defRPr/>
            </a:lvl2pPr>
            <a:lvl3pPr marL="666750" indent="0">
              <a:buNone/>
              <a:defRPr/>
            </a:lvl3pPr>
            <a:lvl4pPr marL="1028700" indent="0">
              <a:buNone/>
              <a:defRPr/>
            </a:lvl4pPr>
            <a:lvl5pPr marL="1384300" indent="0">
              <a:buNone/>
              <a:defRPr/>
            </a:lvl5pPr>
          </a:lstStyle>
          <a:p>
            <a:pPr lvl="0"/>
            <a:r>
              <a:rPr noProof="0" dirty="0"/>
              <a:t>Click to insert text</a:t>
            </a:r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4" hasCustomPrompt="1"/>
          </p:nvPr>
        </p:nvSpPr>
        <p:spPr>
          <a:xfrm>
            <a:off x="5080718" y="3123629"/>
            <a:ext cx="2030564" cy="9144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Verdana" pitchFamily="2" charset="77"/>
              </a:defRPr>
            </a:lvl1pPr>
          </a:lstStyle>
          <a:p>
            <a:pPr lvl="0"/>
            <a:r>
              <a:rPr noProof="0" dirty="0"/>
              <a:t>Text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34A8FDF-3A8F-3EAF-6627-D6AFF0257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DF46D34-BEF9-6038-4D04-78A55BE2E0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6B1C2857-67DC-6A8C-862A-E938142AE579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6" name="Image 4">
            <a:extLst>
              <a:ext uri="{FF2B5EF4-FFF2-40B4-BE49-F238E27FC236}">
                <a16:creationId xmlns:a16="http://schemas.microsoft.com/office/drawing/2014/main" id="{60054906-ED2D-52A6-61FC-04A40FA8B63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CFFE9E3A-66CB-F37B-2CF6-EAFB21E4B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EA3C980F-5046-4CDF-3356-C5AD078FB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91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4053840" y="1621265"/>
            <a:ext cx="4084320" cy="4084320"/>
          </a:xfrm>
          <a:prstGeom prst="ellipse">
            <a:avLst/>
          </a:prstGeom>
          <a:solidFill>
            <a:schemeClr val="tx2"/>
          </a:solidFill>
        </p:spPr>
        <p:txBody>
          <a:bodyPr lIns="0" rIns="0"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Verdana" pitchFamily="2" charset="0"/>
              </a:defRPr>
            </a:lvl1pPr>
            <a:lvl2pPr marL="311150" indent="0">
              <a:buNone/>
              <a:defRPr/>
            </a:lvl2pPr>
            <a:lvl3pPr marL="666750" indent="0">
              <a:buNone/>
              <a:defRPr/>
            </a:lvl3pPr>
            <a:lvl4pPr marL="1028700" indent="0">
              <a:buNone/>
              <a:defRPr/>
            </a:lvl4pPr>
            <a:lvl5pPr marL="1384300" indent="0">
              <a:buNone/>
              <a:defRPr/>
            </a:lvl5pPr>
          </a:lstStyle>
          <a:p>
            <a:pPr lvl="0"/>
            <a:r>
              <a:rPr noProof="0" dirty="0"/>
              <a:t>Click to add text</a:t>
            </a: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4" hasCustomPrompt="1"/>
          </p:nvPr>
        </p:nvSpPr>
        <p:spPr>
          <a:xfrm>
            <a:off x="3717555" y="3281420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15" name="Espace réservé pour une image  6"/>
          <p:cNvSpPr>
            <a:spLocks noGrp="1"/>
          </p:cNvSpPr>
          <p:nvPr>
            <p:ph type="pic" sz="quarter" idx="15" hasCustomPrompt="1"/>
          </p:nvPr>
        </p:nvSpPr>
        <p:spPr>
          <a:xfrm>
            <a:off x="7710435" y="3281420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17" name="Espace réservé pour une image  6"/>
          <p:cNvSpPr>
            <a:spLocks noGrp="1"/>
          </p:cNvSpPr>
          <p:nvPr>
            <p:ph type="pic" sz="quarter" idx="16" hasCustomPrompt="1"/>
          </p:nvPr>
        </p:nvSpPr>
        <p:spPr>
          <a:xfrm>
            <a:off x="4139753" y="1852452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19" name="Espace réservé pour une image  6"/>
          <p:cNvSpPr>
            <a:spLocks noGrp="1"/>
          </p:cNvSpPr>
          <p:nvPr>
            <p:ph type="pic" sz="quarter" idx="17" hasCustomPrompt="1"/>
          </p:nvPr>
        </p:nvSpPr>
        <p:spPr>
          <a:xfrm>
            <a:off x="4139753" y="4713421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25" name="Espace réservé pour une image  6"/>
          <p:cNvSpPr>
            <a:spLocks noGrp="1"/>
          </p:cNvSpPr>
          <p:nvPr>
            <p:ph type="pic" sz="quarter" idx="18" hasCustomPrompt="1"/>
          </p:nvPr>
        </p:nvSpPr>
        <p:spPr>
          <a:xfrm>
            <a:off x="7288236" y="1852452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26" name="Espace réservé pour une image  6"/>
          <p:cNvSpPr>
            <a:spLocks noGrp="1"/>
          </p:cNvSpPr>
          <p:nvPr>
            <p:ph type="pic" sz="quarter" idx="19" hasCustomPrompt="1"/>
          </p:nvPr>
        </p:nvSpPr>
        <p:spPr>
          <a:xfrm>
            <a:off x="7288236" y="4713421"/>
            <a:ext cx="764010" cy="764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noFill/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566738" y="1860147"/>
            <a:ext cx="3573462" cy="753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accent2"/>
                </a:solidFill>
                <a:latin typeface="Verdana" pitchFamily="2" charset="0"/>
              </a:defRPr>
            </a:lvl1pPr>
          </a:lstStyle>
          <a:p>
            <a:pPr lvl="0"/>
            <a:r>
              <a:rPr noProof="0" dirty="0"/>
              <a:t>Click to add text</a:t>
            </a:r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566738" y="3278387"/>
            <a:ext cx="3150817" cy="753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accent2"/>
                </a:solidFill>
                <a:latin typeface="Verdana" pitchFamily="2" charset="0"/>
              </a:defRPr>
            </a:lvl1pPr>
          </a:lstStyle>
          <a:p>
            <a:pPr lvl="0"/>
            <a:r>
              <a:rPr noProof="0" dirty="0"/>
              <a:t>Click to add text</a:t>
            </a:r>
          </a:p>
        </p:txBody>
      </p:sp>
      <p:sp>
        <p:nvSpPr>
          <p:cNvPr id="29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566738" y="4724149"/>
            <a:ext cx="3573462" cy="753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accent2"/>
                </a:solidFill>
                <a:latin typeface="Verdana" pitchFamily="2" charset="0"/>
              </a:defRPr>
            </a:lvl1pPr>
          </a:lstStyle>
          <a:p>
            <a:pPr lvl="0"/>
            <a:r>
              <a:rPr noProof="0" dirty="0"/>
              <a:t>Click to add text</a:t>
            </a:r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8051272" y="1860147"/>
            <a:ext cx="3573462" cy="753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accent2"/>
                </a:solidFill>
                <a:latin typeface="Verdana" pitchFamily="2" charset="0"/>
              </a:defRPr>
            </a:lvl1pPr>
          </a:lstStyle>
          <a:p>
            <a:pPr lvl="0"/>
            <a:r>
              <a:rPr noProof="0" dirty="0"/>
              <a:t>Click to add text</a:t>
            </a:r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8473917" y="3278387"/>
            <a:ext cx="3150817" cy="753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accent2"/>
                </a:solidFill>
                <a:latin typeface="Verdana" pitchFamily="2" charset="0"/>
              </a:defRPr>
            </a:lvl1pPr>
          </a:lstStyle>
          <a:p>
            <a:pPr lvl="0"/>
            <a:r>
              <a:rPr noProof="0" dirty="0"/>
              <a:t>Click to add text</a:t>
            </a:r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25" hasCustomPrompt="1"/>
          </p:nvPr>
        </p:nvSpPr>
        <p:spPr>
          <a:xfrm>
            <a:off x="8051272" y="4724149"/>
            <a:ext cx="3573462" cy="753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accent2"/>
                </a:solidFill>
                <a:latin typeface="Verdana" pitchFamily="2" charset="0"/>
              </a:defRPr>
            </a:lvl1pPr>
          </a:lstStyle>
          <a:p>
            <a:pPr lvl="0"/>
            <a:r>
              <a:rPr noProof="0" dirty="0"/>
              <a:t>Click to add text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159720C-3DB9-2383-B99D-6272E9831A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EC8F420-FADE-7016-D13D-14219609EA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22D2E6DE-E129-2C60-AE62-3240AD5FFAF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4" name="Image 4">
            <a:extLst>
              <a:ext uri="{FF2B5EF4-FFF2-40B4-BE49-F238E27FC236}">
                <a16:creationId xmlns:a16="http://schemas.microsoft.com/office/drawing/2014/main" id="{D0248F9E-E1DB-032D-4B31-FE62D330C0CD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6" name="Titre 2">
            <a:extLst>
              <a:ext uri="{FF2B5EF4-FFF2-40B4-BE49-F238E27FC236}">
                <a16:creationId xmlns:a16="http://schemas.microsoft.com/office/drawing/2014/main" id="{17E4C05A-09E0-E006-6743-B3B3EB30A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0B508CB1-AB60-1E3B-0193-B20113545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37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Template 20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>
            <a:extLst>
              <a:ext uri="{FF2B5EF4-FFF2-40B4-BE49-F238E27FC236}">
                <a16:creationId xmlns:a16="http://schemas.microsoft.com/office/drawing/2014/main" id="{E35C79E2-CD72-37BD-67D7-96ABA1DAA4B4}"/>
              </a:ext>
            </a:extLst>
          </p:cNvPr>
          <p:cNvSpPr txBox="1"/>
          <p:nvPr userDrawn="1"/>
        </p:nvSpPr>
        <p:spPr>
          <a:xfrm>
            <a:off x="9513839" y="4502103"/>
            <a:ext cx="2160000" cy="216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Certifications</a:t>
            </a:r>
            <a:endParaRPr sz="10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2B3FC57B-4CBB-AC39-1C9E-3EE280756F4A}"/>
              </a:ext>
            </a:extLst>
          </p:cNvPr>
          <p:cNvSpPr txBox="1"/>
          <p:nvPr userDrawn="1"/>
        </p:nvSpPr>
        <p:spPr>
          <a:xfrm>
            <a:off x="551384" y="4703321"/>
            <a:ext cx="3600000" cy="360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sz="20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Areas of expertise / Skills</a:t>
            </a:r>
            <a:endParaRPr sz="11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1D21656-B630-39ED-FE39-4B3C191BF885}"/>
              </a:ext>
            </a:extLst>
          </p:cNvPr>
          <p:cNvSpPr txBox="1"/>
          <p:nvPr userDrawn="1"/>
        </p:nvSpPr>
        <p:spPr>
          <a:xfrm>
            <a:off x="551384" y="1944629"/>
            <a:ext cx="3600000" cy="360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sz="20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  <a:endParaRPr sz="11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25521-5915-64DE-8A0E-4B26110D74C7}"/>
              </a:ext>
            </a:extLst>
          </p:cNvPr>
          <p:cNvSpPr txBox="1"/>
          <p:nvPr userDrawn="1"/>
        </p:nvSpPr>
        <p:spPr>
          <a:xfrm>
            <a:off x="9513839" y="1973372"/>
            <a:ext cx="2160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600" b="1" cap="small" baseline="0" noProof="0" dirty="0">
                <a:solidFill>
                  <a:schemeClr val="tx1"/>
                </a:solidFill>
                <a:latin typeface="Verdana" pitchFamily="2" charset="0"/>
              </a:rPr>
              <a:t>Languages</a:t>
            </a:r>
            <a:endParaRPr sz="3200" b="1" cap="small" baseline="0" noProof="0" dirty="0">
              <a:solidFill>
                <a:schemeClr val="tx1"/>
              </a:solidFill>
              <a:latin typeface="Verdana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DB01B1-F011-9F58-7C6E-CDB0F738846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9513839" y="4762105"/>
            <a:ext cx="2160000" cy="180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2"/>
                </a:solidFill>
                <a:latin typeface="Montserrat Light" pitchFamily="2" charset="0"/>
              </a:defRPr>
            </a:lvl1pPr>
            <a:lvl2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2pPr>
            <a:lvl3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3pPr>
            <a:lvl4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4pPr>
            <a:lvl5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Certificate (Date)</a:t>
            </a:r>
          </a:p>
          <a:p>
            <a:pPr lvl="0"/>
            <a:r>
              <a:rPr dirty="0"/>
              <a:t>Certificate (Date)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tabLst/>
              <a:defRPr/>
            </a:pPr>
            <a:r>
              <a:rPr dirty="0"/>
              <a:t>Certificate (Date)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3012BFC-060F-7052-F3F8-91391A49929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51384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84DA5DA-4737-A9CE-4F7D-EA4EDA2564C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51384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3287C330-4747-0D96-2791-85E1C6947413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51384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3136295-C0FC-297D-3CC2-00029192376D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51384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1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EB57EAE5-A9F5-472C-3C33-A681CD63DABC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2774837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5B78D032-590F-CA88-0E17-F7E781522441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774837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2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3E6E7912-4A98-65B1-808A-BE6122D97E8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998290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6DA9B9AA-1B69-057A-C3C0-8887E2004D5B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998290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3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C35F0407-C88C-27E0-8D52-47F63E337288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221743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8E5F7948-23B8-3262-4539-E06F61D48AEF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221743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9F284E-A017-3CC3-3C51-5DAB3130A0D9}"/>
              </a:ext>
            </a:extLst>
          </p:cNvPr>
          <p:cNvSpPr txBox="1"/>
          <p:nvPr userDrawn="1"/>
        </p:nvSpPr>
        <p:spPr>
          <a:xfrm>
            <a:off x="11025839" y="6620504"/>
            <a:ext cx="64800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sz="1050" dirty="0">
                <a:solidFill>
                  <a:schemeClr val="accent2"/>
                </a:solidFill>
                <a:effectLst/>
                <a:latin typeface="Proxima Nova" panose="02000506030000020004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©2024</a:t>
            </a:r>
            <a:endParaRPr sz="1050" dirty="0">
              <a:solidFill>
                <a:schemeClr val="accent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6B1E52-133E-E13A-E2E1-D68C094F427C}"/>
              </a:ext>
            </a:extLst>
          </p:cNvPr>
          <p:cNvCxnSpPr>
            <a:cxnSpLocks/>
          </p:cNvCxnSpPr>
          <p:nvPr userDrawn="1"/>
        </p:nvCxnSpPr>
        <p:spPr>
          <a:xfrm>
            <a:off x="9440861" y="2072948"/>
            <a:ext cx="13859" cy="4680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6">
            <a:extLst>
              <a:ext uri="{FF2B5EF4-FFF2-40B4-BE49-F238E27FC236}">
                <a16:creationId xmlns:a16="http://schemas.microsoft.com/office/drawing/2014/main" id="{D19D8DE3-B3BC-E8A4-A06B-CD68FB2E4212}"/>
              </a:ext>
            </a:extLst>
          </p:cNvPr>
          <p:cNvSpPr txBox="1"/>
          <p:nvPr userDrawn="1"/>
        </p:nvSpPr>
        <p:spPr>
          <a:xfrm>
            <a:off x="9513839" y="2726724"/>
            <a:ext cx="2160000" cy="216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endParaRPr sz="10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5F2A5E5B-674F-F0D4-0938-C3F560D7BE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13839" y="3002013"/>
            <a:ext cx="2160000" cy="144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2"/>
                </a:solidFill>
                <a:latin typeface="Montserrat Light" pitchFamily="2" charset="0"/>
              </a:defRPr>
            </a:lvl1pPr>
            <a:lvl2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2pPr>
            <a:lvl3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3pPr>
            <a:lvl4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4pPr>
            <a:lvl5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Diploma in Domain, Location (Year)</a:t>
            </a:r>
          </a:p>
          <a:p>
            <a:pPr lvl="0"/>
            <a:r>
              <a:rPr dirty="0"/>
              <a:t>Diploma in Domain, Location (Year)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0F791D29-5F51-A78B-4825-E72C42671FB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1384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AE284D35-491B-2380-8B5F-26B0BDC2A77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21743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7AAB8D8B-D214-EC59-92DD-EC07886E9CE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21743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2AEB29F5-AFF1-BBC2-944D-747D472369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21743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93AD5FC4-0EC8-4393-4DE4-39DC0C79D8C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998290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7" name="Text Placeholder 13">
            <a:extLst>
              <a:ext uri="{FF2B5EF4-FFF2-40B4-BE49-F238E27FC236}">
                <a16:creationId xmlns:a16="http://schemas.microsoft.com/office/drawing/2014/main" id="{06F9B3FA-AEB5-A841-63FC-BC005EE5D24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8290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E7AF71F6-7A09-0ABB-46F9-EF1E2A7468D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998290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40B85DB7-9CBE-A7BD-CF7A-03C20813E67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774837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buSzPct val="100000"/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4B7EC795-C466-F81B-3269-C6B8973AEA2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74837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D27E2393-DA61-A9C1-10B2-B2D632D8C03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74837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73C8ADA-E4C6-211F-D095-84D62FE29538}"/>
              </a:ext>
            </a:extLst>
          </p:cNvPr>
          <p:cNvSpPr/>
          <p:nvPr userDrawn="1"/>
        </p:nvSpPr>
        <p:spPr bwMode="auto">
          <a:xfrm flipV="1">
            <a:off x="1663110" y="5054544"/>
            <a:ext cx="2160000" cy="58781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5B7C721-C09C-F02D-79B6-710900305647}"/>
              </a:ext>
            </a:extLst>
          </p:cNvPr>
          <p:cNvSpPr/>
          <p:nvPr userDrawn="1"/>
        </p:nvSpPr>
        <p:spPr bwMode="auto">
          <a:xfrm flipV="1">
            <a:off x="3886562" y="5054544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E41337E-299E-D556-3490-8A7E968ED303}"/>
              </a:ext>
            </a:extLst>
          </p:cNvPr>
          <p:cNvSpPr/>
          <p:nvPr userDrawn="1"/>
        </p:nvSpPr>
        <p:spPr bwMode="auto">
          <a:xfrm flipV="1">
            <a:off x="6110014" y="5054905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49E31EB2-043D-630B-0287-927704231AE7}"/>
              </a:ext>
            </a:extLst>
          </p:cNvPr>
          <p:cNvSpPr/>
          <p:nvPr userDrawn="1"/>
        </p:nvSpPr>
        <p:spPr bwMode="auto">
          <a:xfrm flipV="1">
            <a:off x="1663110" y="2293175"/>
            <a:ext cx="2160000" cy="58781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D036F00-DD87-3ADC-74EA-E081FB2E024C}"/>
              </a:ext>
            </a:extLst>
          </p:cNvPr>
          <p:cNvSpPr/>
          <p:nvPr userDrawn="1"/>
        </p:nvSpPr>
        <p:spPr bwMode="auto">
          <a:xfrm flipV="1">
            <a:off x="3886562" y="2293175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0131AFF-0119-640D-2B62-61ABF2472D88}"/>
              </a:ext>
            </a:extLst>
          </p:cNvPr>
          <p:cNvSpPr/>
          <p:nvPr userDrawn="1"/>
        </p:nvSpPr>
        <p:spPr bwMode="auto">
          <a:xfrm flipV="1">
            <a:off x="6110014" y="2293536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36" name="Titre 1"/>
          <p:cNvSpPr>
            <a:spLocks noGrp="1"/>
          </p:cNvSpPr>
          <p:nvPr>
            <p:ph type="title" hasCustomPrompt="1"/>
          </p:nvPr>
        </p:nvSpPr>
        <p:spPr>
          <a:xfrm>
            <a:off x="2313839" y="679647"/>
            <a:ext cx="9360000" cy="3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2000">
                <a:solidFill>
                  <a:schemeClr val="accent2"/>
                </a:solidFill>
                <a:latin typeface="Montserrat Light" pitchFamily="2" charset="0"/>
                <a:ea typeface="Verdana" panose="020B0604030504040204" pitchFamily="34" charset="0"/>
              </a:defRPr>
            </a:lvl1pPr>
          </a:lstStyle>
          <a:p>
            <a:pPr algn="l"/>
            <a:r>
              <a:rPr dirty="0"/>
              <a:t>Role</a:t>
            </a:r>
          </a:p>
        </p:txBody>
      </p:sp>
      <p:sp>
        <p:nvSpPr>
          <p:cNvPr id="37" name="Espace réservé d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2313838" y="282833"/>
            <a:ext cx="9359999" cy="360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2"/>
                </a:solidFill>
                <a:latin typeface="Verdana" pitchFamily="2" charset="0"/>
                <a:ea typeface="Verdana" panose="020B0604030504040204" pitchFamily="34" charset="0"/>
              </a:defRPr>
            </a:lvl1pPr>
          </a:lstStyle>
          <a:p>
            <a:pPr lvl="0"/>
            <a:r>
              <a:rPr dirty="0" err="1"/>
              <a:t>Firstname</a:t>
            </a:r>
            <a:r>
              <a:rPr dirty="0"/>
              <a:t> LASTNAME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2CC739-012E-3ADE-B9EC-7501EA44A58A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313839" y="1149762"/>
            <a:ext cx="9360000" cy="720000"/>
          </a:xfrm>
          <a:prstGeom prst="rect">
            <a:avLst/>
          </a:prstGeom>
        </p:spPr>
        <p:txBody>
          <a:bodyPr lIns="0" tIns="18000" rIns="0" bIns="18000">
            <a:normAutofit/>
          </a:bodyPr>
          <a:lstStyle>
            <a:lvl1pPr marL="0" indent="0">
              <a:buNone/>
              <a:defRPr sz="1200">
                <a:latin typeface="Verdana" pitchFamily="2" charset="0"/>
              </a:defRPr>
            </a:lvl1pPr>
            <a:lvl2pPr marL="368300" indent="0">
              <a:buNone/>
              <a:defRPr/>
            </a:lvl2pPr>
            <a:lvl3pPr marL="606425" indent="0">
              <a:buNone/>
              <a:defRPr/>
            </a:lvl3pPr>
            <a:lvl4pPr marL="1116013" indent="0">
              <a:buNone/>
              <a:defRPr/>
            </a:lvl4pPr>
            <a:lvl5pPr marL="1384300" indent="0">
              <a:buNone/>
              <a:defRPr/>
            </a:lvl5pPr>
          </a:lstStyle>
          <a:p>
            <a:pPr lvl="0"/>
            <a:r>
              <a:rPr dirty="0"/>
              <a:t>Summary</a:t>
            </a:r>
          </a:p>
        </p:txBody>
      </p:sp>
      <p:pic>
        <p:nvPicPr>
          <p:cNvPr id="70" name="Image 1">
            <a:extLst>
              <a:ext uri="{FF2B5EF4-FFF2-40B4-BE49-F238E27FC236}">
                <a16:creationId xmlns:a16="http://schemas.microsoft.com/office/drawing/2014/main" id="{B70E76A0-E50A-877C-E767-0C26CFA4810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71" name="Image 2">
            <a:extLst>
              <a:ext uri="{FF2B5EF4-FFF2-40B4-BE49-F238E27FC236}">
                <a16:creationId xmlns:a16="http://schemas.microsoft.com/office/drawing/2014/main" id="{50B2917C-5F19-A705-141F-DE759B22232E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71B9326-0D85-E36A-BEC6-E5196BE8B3F4}"/>
              </a:ext>
            </a:extLst>
          </p:cNvPr>
          <p:cNvSpPr/>
          <p:nvPr userDrawn="1"/>
        </p:nvSpPr>
        <p:spPr bwMode="auto">
          <a:xfrm>
            <a:off x="1567250" y="5015133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8C10ADE-F6F5-3B36-B76D-5FC638895462}"/>
              </a:ext>
            </a:extLst>
          </p:cNvPr>
          <p:cNvSpPr/>
          <p:nvPr userDrawn="1"/>
        </p:nvSpPr>
        <p:spPr bwMode="auto">
          <a:xfrm>
            <a:off x="3790703" y="5021765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A870F33-9606-331E-7BA7-8830D4E29500}"/>
              </a:ext>
            </a:extLst>
          </p:cNvPr>
          <p:cNvSpPr/>
          <p:nvPr userDrawn="1"/>
        </p:nvSpPr>
        <p:spPr bwMode="auto">
          <a:xfrm>
            <a:off x="6014156" y="5011120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B609DAF-278D-CBD4-105D-4883F8477538}"/>
              </a:ext>
            </a:extLst>
          </p:cNvPr>
          <p:cNvSpPr/>
          <p:nvPr userDrawn="1"/>
        </p:nvSpPr>
        <p:spPr bwMode="auto">
          <a:xfrm>
            <a:off x="8237609" y="5018170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9E99C66-483D-A14D-38A5-F6B7BE5AF7D0}"/>
              </a:ext>
            </a:extLst>
          </p:cNvPr>
          <p:cNvSpPr/>
          <p:nvPr userDrawn="1"/>
        </p:nvSpPr>
        <p:spPr bwMode="auto">
          <a:xfrm>
            <a:off x="1567250" y="2253764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09EA216-CCFD-CA95-876D-111FF21C1C0C}"/>
              </a:ext>
            </a:extLst>
          </p:cNvPr>
          <p:cNvSpPr/>
          <p:nvPr userDrawn="1"/>
        </p:nvSpPr>
        <p:spPr bwMode="auto">
          <a:xfrm>
            <a:off x="3790702" y="2260396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19488B5-CE9B-13D8-40B9-C4AA28C8424C}"/>
              </a:ext>
            </a:extLst>
          </p:cNvPr>
          <p:cNvSpPr/>
          <p:nvPr userDrawn="1"/>
        </p:nvSpPr>
        <p:spPr bwMode="auto">
          <a:xfrm>
            <a:off x="6014154" y="2249751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F14F21A-71ED-7A88-A7B8-4D577A0D9481}"/>
              </a:ext>
            </a:extLst>
          </p:cNvPr>
          <p:cNvSpPr/>
          <p:nvPr userDrawn="1"/>
        </p:nvSpPr>
        <p:spPr bwMode="auto">
          <a:xfrm>
            <a:off x="8237609" y="2256801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2" name="Ellipse 24">
            <a:extLst>
              <a:ext uri="{FF2B5EF4-FFF2-40B4-BE49-F238E27FC236}">
                <a16:creationId xmlns:a16="http://schemas.microsoft.com/office/drawing/2014/main" id="{70A5567C-381F-02A1-F688-A662C7B6DFA9}"/>
              </a:ext>
            </a:extLst>
          </p:cNvPr>
          <p:cNvSpPr/>
          <p:nvPr userDrawn="1"/>
        </p:nvSpPr>
        <p:spPr>
          <a:xfrm>
            <a:off x="551384" y="319647"/>
            <a:ext cx="1440000" cy="144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E23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8FCE68-29BC-2C93-1272-8E1BB180DB64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41384" y="409647"/>
            <a:ext cx="1260000" cy="1260000"/>
          </a:xfrm>
          <a:prstGeom prst="ellipse">
            <a:avLst/>
          </a:prstGeom>
          <a:solidFill>
            <a:srgbClr val="E23615"/>
          </a:solidFill>
          <a:ln w="76200">
            <a:solidFill>
              <a:schemeClr val="bg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Montserrat Light" pitchFamily="2" charset="0"/>
              </a:defRPr>
            </a:lvl1pPr>
          </a:lstStyle>
          <a:p>
            <a:r>
              <a:rPr dirty="0"/>
              <a:t>Picture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EE94557-EE09-ADCA-C48D-FB4C58576B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963876" y="2308586"/>
            <a:ext cx="3832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dirty="0"/>
              <a:t>EN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E9FFF984-4874-C653-AA3E-0E061CF14B2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401931" y="2312777"/>
            <a:ext cx="3832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dirty="0"/>
              <a:t>FR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7FE7E05D-0F02-4755-039A-ADFE36AB01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837182" y="2311797"/>
            <a:ext cx="3832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dirty="0"/>
              <a:t>DE</a:t>
            </a:r>
          </a:p>
        </p:txBody>
      </p:sp>
    </p:spTree>
    <p:extLst>
      <p:ext uri="{BB962C8B-B14F-4D97-AF65-F5344CB8AC3E}">
        <p14:creationId xmlns:p14="http://schemas.microsoft.com/office/powerpoint/2010/main" val="7429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Template 202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>
            <a:extLst>
              <a:ext uri="{FF2B5EF4-FFF2-40B4-BE49-F238E27FC236}">
                <a16:creationId xmlns:a16="http://schemas.microsoft.com/office/drawing/2014/main" id="{E35C79E2-CD72-37BD-67D7-96ABA1DAA4B4}"/>
              </a:ext>
            </a:extLst>
          </p:cNvPr>
          <p:cNvSpPr txBox="1"/>
          <p:nvPr userDrawn="1"/>
        </p:nvSpPr>
        <p:spPr>
          <a:xfrm>
            <a:off x="9513839" y="4502103"/>
            <a:ext cx="2160000" cy="216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Certifications</a:t>
            </a:r>
            <a:endParaRPr sz="10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2B3FC57B-4CBB-AC39-1C9E-3EE280756F4A}"/>
              </a:ext>
            </a:extLst>
          </p:cNvPr>
          <p:cNvSpPr txBox="1"/>
          <p:nvPr userDrawn="1"/>
        </p:nvSpPr>
        <p:spPr>
          <a:xfrm>
            <a:off x="551384" y="4703321"/>
            <a:ext cx="3600000" cy="360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sz="20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Areas of expertise / Skills</a:t>
            </a:r>
            <a:endParaRPr sz="11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1D21656-B630-39ED-FE39-4B3C191BF885}"/>
              </a:ext>
            </a:extLst>
          </p:cNvPr>
          <p:cNvSpPr txBox="1"/>
          <p:nvPr userDrawn="1"/>
        </p:nvSpPr>
        <p:spPr>
          <a:xfrm>
            <a:off x="551384" y="1944629"/>
            <a:ext cx="3600000" cy="360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sz="20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  <a:endParaRPr sz="11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25521-5915-64DE-8A0E-4B26110D74C7}"/>
              </a:ext>
            </a:extLst>
          </p:cNvPr>
          <p:cNvSpPr txBox="1"/>
          <p:nvPr userDrawn="1"/>
        </p:nvSpPr>
        <p:spPr>
          <a:xfrm>
            <a:off x="9513839" y="1973372"/>
            <a:ext cx="2160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600" b="1" cap="small" baseline="0" noProof="0" dirty="0">
                <a:solidFill>
                  <a:schemeClr val="tx1"/>
                </a:solidFill>
                <a:latin typeface="Verdana" pitchFamily="2" charset="0"/>
              </a:rPr>
              <a:t>Languages</a:t>
            </a:r>
            <a:endParaRPr sz="3200" b="1" cap="small" baseline="0" noProof="0" dirty="0">
              <a:solidFill>
                <a:schemeClr val="tx1"/>
              </a:solidFill>
              <a:latin typeface="Verdana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DB01B1-F011-9F58-7C6E-CDB0F738846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9513839" y="4762105"/>
            <a:ext cx="2160000" cy="180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2"/>
                </a:solidFill>
                <a:latin typeface="Montserrat Light" pitchFamily="2" charset="0"/>
              </a:defRPr>
            </a:lvl1pPr>
            <a:lvl2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2pPr>
            <a:lvl3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3pPr>
            <a:lvl4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4pPr>
            <a:lvl5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Certificate (Date)</a:t>
            </a:r>
          </a:p>
          <a:p>
            <a:pPr lvl="0"/>
            <a:r>
              <a:rPr dirty="0"/>
              <a:t>Certificate (Date)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tabLst/>
              <a:defRPr/>
            </a:pPr>
            <a:r>
              <a:rPr dirty="0"/>
              <a:t>Certificate (Date)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3012BFC-060F-7052-F3F8-91391A49929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51384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84DA5DA-4737-A9CE-4F7D-EA4EDA2564C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51384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3287C330-4747-0D96-2791-85E1C6947413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51384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3136295-C0FC-297D-3CC2-00029192376D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51384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1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EB57EAE5-A9F5-472C-3C33-A681CD63DABC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2774837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5B78D032-590F-CA88-0E17-F7E781522441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774837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2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3E6E7912-4A98-65B1-808A-BE6122D97E8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998290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6DA9B9AA-1B69-057A-C3C0-8887E2004D5B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998290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3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C35F0407-C88C-27E0-8D52-47F63E337288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221743" y="5493578"/>
            <a:ext cx="2160000" cy="126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Key fact 1 </a:t>
            </a:r>
          </a:p>
          <a:p>
            <a:pPr lvl="0"/>
            <a:r>
              <a:rPr dirty="0"/>
              <a:t>Key fact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8E5F7948-23B8-3262-4539-E06F61D48AEF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221743" y="5158546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Competency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9F284E-A017-3CC3-3C51-5DAB3130A0D9}"/>
              </a:ext>
            </a:extLst>
          </p:cNvPr>
          <p:cNvSpPr txBox="1"/>
          <p:nvPr userDrawn="1"/>
        </p:nvSpPr>
        <p:spPr>
          <a:xfrm>
            <a:off x="11025839" y="6620504"/>
            <a:ext cx="64800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sz="1050" dirty="0">
                <a:solidFill>
                  <a:schemeClr val="accent2"/>
                </a:solidFill>
                <a:effectLst/>
                <a:latin typeface="Proxima Nova" panose="02000506030000020004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©2024</a:t>
            </a:r>
            <a:endParaRPr sz="1050" dirty="0">
              <a:solidFill>
                <a:schemeClr val="accent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6B1E52-133E-E13A-E2E1-D68C094F427C}"/>
              </a:ext>
            </a:extLst>
          </p:cNvPr>
          <p:cNvCxnSpPr>
            <a:cxnSpLocks/>
          </p:cNvCxnSpPr>
          <p:nvPr userDrawn="1"/>
        </p:nvCxnSpPr>
        <p:spPr>
          <a:xfrm>
            <a:off x="9440861" y="2072948"/>
            <a:ext cx="13859" cy="4680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6">
            <a:extLst>
              <a:ext uri="{FF2B5EF4-FFF2-40B4-BE49-F238E27FC236}">
                <a16:creationId xmlns:a16="http://schemas.microsoft.com/office/drawing/2014/main" id="{D19D8DE3-B3BC-E8A4-A06B-CD68FB2E4212}"/>
              </a:ext>
            </a:extLst>
          </p:cNvPr>
          <p:cNvSpPr txBox="1"/>
          <p:nvPr userDrawn="1"/>
        </p:nvSpPr>
        <p:spPr>
          <a:xfrm>
            <a:off x="9513839" y="2726724"/>
            <a:ext cx="2160000" cy="216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kern="0" cap="small" baseline="0" noProof="0" dirty="0">
                <a:solidFill>
                  <a:schemeClr val="tx1"/>
                </a:solidFill>
                <a:effectLst/>
                <a:latin typeface="Verdan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endParaRPr sz="1000" b="1" kern="0" cap="small" baseline="0" noProof="0" dirty="0">
              <a:solidFill>
                <a:schemeClr val="tx1"/>
              </a:solidFill>
              <a:effectLst/>
              <a:latin typeface="Verdan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5F2A5E5B-674F-F0D4-0938-C3F560D7BE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13839" y="3002013"/>
            <a:ext cx="2160000" cy="1440000"/>
          </a:xfrm>
          <a:prstGeom prst="rect">
            <a:avLst/>
          </a:prstGeom>
        </p:spPr>
        <p:txBody>
          <a:bodyPr lIns="36000" tIns="36000" rIns="36000" bIns="36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2"/>
                </a:solidFill>
                <a:latin typeface="Montserrat Light" pitchFamily="2" charset="0"/>
              </a:defRPr>
            </a:lvl1pPr>
            <a:lvl2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2pPr>
            <a:lvl3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3pPr>
            <a:lvl4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4pPr>
            <a:lvl5pPr>
              <a:defRPr>
                <a:solidFill>
                  <a:schemeClr val="bg1"/>
                </a:solidFill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Diploma in Domain, Location (Year)</a:t>
            </a:r>
          </a:p>
          <a:p>
            <a:pPr lvl="0"/>
            <a:r>
              <a:rPr dirty="0"/>
              <a:t>Diploma in Domain, Location (Year)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0F791D29-5F51-A78B-4825-E72C42671FB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1384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AE284D35-491B-2380-8B5F-26B0BDC2A77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21743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7AAB8D8B-D214-EC59-92DD-EC07886E9CE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21743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2AEB29F5-AFF1-BBC2-944D-747D472369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21743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93AD5FC4-0EC8-4393-4DE4-39DC0C79D8C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998290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47" name="Text Placeholder 13">
            <a:extLst>
              <a:ext uri="{FF2B5EF4-FFF2-40B4-BE49-F238E27FC236}">
                <a16:creationId xmlns:a16="http://schemas.microsoft.com/office/drawing/2014/main" id="{06F9B3FA-AEB5-A841-63FC-BC005EE5D24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8290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E7AF71F6-7A09-0ABB-46F9-EF1E2A7468D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998290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40B85DB7-9CBE-A7BD-CF7A-03C20813E67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774837" y="3076092"/>
            <a:ext cx="2160000" cy="1620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defRPr sz="1200">
                <a:latin typeface="Montserrat Light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Activity 1</a:t>
            </a:r>
          </a:p>
          <a:p>
            <a:pPr lvl="0"/>
            <a:r>
              <a:rPr dirty="0"/>
              <a:t>Activity 2</a:t>
            </a:r>
          </a:p>
          <a:p>
            <a:pPr lvl="0"/>
            <a:r>
              <a:rPr dirty="0"/>
              <a:t>…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4B7EC795-C466-F81B-3269-C6B8973AEA2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74837" y="2400250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Customer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D27E2393-DA61-A9C1-10B2-B2D632D8C03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74837" y="2726724"/>
            <a:ext cx="2160000" cy="288000"/>
          </a:xfrm>
          <a:prstGeom prst="rect">
            <a:avLst/>
          </a:prstGeom>
        </p:spPr>
        <p:txBody>
          <a:bodyPr lIns="18000" tIns="18000" rIns="18000" bIns="1800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>
                <a:latin typeface="Verdana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latin typeface="Proxima Nova" panose="02000506030000020004" pitchFamily="50" charset="0"/>
              </a:defRPr>
            </a:lvl5pPr>
          </a:lstStyle>
          <a:p>
            <a:pPr lvl="0"/>
            <a:r>
              <a:rPr dirty="0"/>
              <a:t>Role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73C8ADA-E4C6-211F-D095-84D62FE29538}"/>
              </a:ext>
            </a:extLst>
          </p:cNvPr>
          <p:cNvSpPr/>
          <p:nvPr userDrawn="1"/>
        </p:nvSpPr>
        <p:spPr bwMode="auto">
          <a:xfrm flipV="1">
            <a:off x="1663110" y="5054544"/>
            <a:ext cx="2160000" cy="58781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5B7C721-C09C-F02D-79B6-710900305647}"/>
              </a:ext>
            </a:extLst>
          </p:cNvPr>
          <p:cNvSpPr/>
          <p:nvPr userDrawn="1"/>
        </p:nvSpPr>
        <p:spPr bwMode="auto">
          <a:xfrm flipV="1">
            <a:off x="3886562" y="5054544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E41337E-299E-D556-3490-8A7E968ED303}"/>
              </a:ext>
            </a:extLst>
          </p:cNvPr>
          <p:cNvSpPr/>
          <p:nvPr userDrawn="1"/>
        </p:nvSpPr>
        <p:spPr bwMode="auto">
          <a:xfrm flipV="1">
            <a:off x="6110014" y="5054905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49E31EB2-043D-630B-0287-927704231AE7}"/>
              </a:ext>
            </a:extLst>
          </p:cNvPr>
          <p:cNvSpPr/>
          <p:nvPr userDrawn="1"/>
        </p:nvSpPr>
        <p:spPr bwMode="auto">
          <a:xfrm flipV="1">
            <a:off x="1663110" y="2293175"/>
            <a:ext cx="2160000" cy="58781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D036F00-DD87-3ADC-74EA-E081FB2E024C}"/>
              </a:ext>
            </a:extLst>
          </p:cNvPr>
          <p:cNvSpPr/>
          <p:nvPr userDrawn="1"/>
        </p:nvSpPr>
        <p:spPr bwMode="auto">
          <a:xfrm flipV="1">
            <a:off x="3886562" y="2293175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0131AFF-0119-640D-2B62-61ABF2472D88}"/>
              </a:ext>
            </a:extLst>
          </p:cNvPr>
          <p:cNvSpPr/>
          <p:nvPr userDrawn="1"/>
        </p:nvSpPr>
        <p:spPr bwMode="auto">
          <a:xfrm flipV="1">
            <a:off x="6110014" y="2293536"/>
            <a:ext cx="2160000" cy="58780"/>
          </a:xfrm>
          <a:custGeom>
            <a:avLst/>
            <a:gdLst>
              <a:gd name="connsiteX0" fmla="*/ 2953584 w 3023225"/>
              <a:gd name="connsiteY0" fmla="*/ 0 h 149561"/>
              <a:gd name="connsiteX1" fmla="*/ 3023225 w 3023225"/>
              <a:gd name="connsiteY1" fmla="*/ 73366 h 149561"/>
              <a:gd name="connsiteX2" fmla="*/ 2953584 w 3023225"/>
              <a:gd name="connsiteY2" fmla="*/ 146732 h 149561"/>
              <a:gd name="connsiteX3" fmla="*/ 2953584 w 3023225"/>
              <a:gd name="connsiteY3" fmla="*/ 149561 h 149561"/>
              <a:gd name="connsiteX4" fmla="*/ 82550 w 3023225"/>
              <a:gd name="connsiteY4" fmla="*/ 149561 h 149561"/>
              <a:gd name="connsiteX5" fmla="*/ 82550 w 3023225"/>
              <a:gd name="connsiteY5" fmla="*/ 148931 h 149561"/>
              <a:gd name="connsiteX6" fmla="*/ 79233 w 3023225"/>
              <a:gd name="connsiteY6" fmla="*/ 149561 h 149561"/>
              <a:gd name="connsiteX7" fmla="*/ 0 w 3023225"/>
              <a:gd name="connsiteY7" fmla="*/ 75041 h 149561"/>
              <a:gd name="connsiteX8" fmla="*/ 79233 w 3023225"/>
              <a:gd name="connsiteY8" fmla="*/ 521 h 149561"/>
              <a:gd name="connsiteX9" fmla="*/ 82550 w 3023225"/>
              <a:gd name="connsiteY9" fmla="*/ 1151 h 149561"/>
              <a:gd name="connsiteX10" fmla="*/ 82550 w 3023225"/>
              <a:gd name="connsiteY10" fmla="*/ 521 h 149561"/>
              <a:gd name="connsiteX11" fmla="*/ 2951135 w 3023225"/>
              <a:gd name="connsiteY11" fmla="*/ 521 h 14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225" h="149561">
                <a:moveTo>
                  <a:pt x="2953584" y="0"/>
                </a:moveTo>
                <a:cubicBezTo>
                  <a:pt x="2992046" y="0"/>
                  <a:pt x="3023225" y="32847"/>
                  <a:pt x="3023225" y="73366"/>
                </a:cubicBezTo>
                <a:cubicBezTo>
                  <a:pt x="3023225" y="113885"/>
                  <a:pt x="2992046" y="146732"/>
                  <a:pt x="2953584" y="146732"/>
                </a:cubicBezTo>
                <a:lnTo>
                  <a:pt x="2953584" y="149561"/>
                </a:lnTo>
                <a:lnTo>
                  <a:pt x="82550" y="149561"/>
                </a:lnTo>
                <a:lnTo>
                  <a:pt x="82550" y="148931"/>
                </a:lnTo>
                <a:lnTo>
                  <a:pt x="79233" y="149561"/>
                </a:lnTo>
                <a:cubicBezTo>
                  <a:pt x="35474" y="149561"/>
                  <a:pt x="0" y="116197"/>
                  <a:pt x="0" y="75041"/>
                </a:cubicBezTo>
                <a:cubicBezTo>
                  <a:pt x="0" y="33885"/>
                  <a:pt x="35474" y="521"/>
                  <a:pt x="79233" y="521"/>
                </a:cubicBezTo>
                <a:lnTo>
                  <a:pt x="82550" y="1151"/>
                </a:lnTo>
                <a:lnTo>
                  <a:pt x="82550" y="521"/>
                </a:lnTo>
                <a:lnTo>
                  <a:pt x="2951135" y="521"/>
                </a:lnTo>
                <a:close/>
              </a:path>
            </a:pathLst>
          </a:custGeom>
          <a:solidFill>
            <a:srgbClr val="414344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/>
          </a:p>
        </p:txBody>
      </p:sp>
      <p:sp>
        <p:nvSpPr>
          <p:cNvPr id="36" name="Titre 1"/>
          <p:cNvSpPr>
            <a:spLocks noGrp="1"/>
          </p:cNvSpPr>
          <p:nvPr>
            <p:ph type="title" hasCustomPrompt="1"/>
          </p:nvPr>
        </p:nvSpPr>
        <p:spPr>
          <a:xfrm>
            <a:off x="551384" y="679647"/>
            <a:ext cx="11122455" cy="3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2000">
                <a:solidFill>
                  <a:schemeClr val="accent2"/>
                </a:solidFill>
                <a:latin typeface="Montserrat Light" pitchFamily="2" charset="0"/>
                <a:ea typeface="Verdana" panose="020B0604030504040204" pitchFamily="34" charset="0"/>
              </a:defRPr>
            </a:lvl1pPr>
          </a:lstStyle>
          <a:p>
            <a:pPr algn="l"/>
            <a:r>
              <a:rPr dirty="0"/>
              <a:t>Role</a:t>
            </a:r>
          </a:p>
        </p:txBody>
      </p:sp>
      <p:sp>
        <p:nvSpPr>
          <p:cNvPr id="37" name="Espace réservé d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551384" y="282833"/>
            <a:ext cx="11122454" cy="360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2"/>
                </a:solidFill>
                <a:latin typeface="Verdana" pitchFamily="2" charset="0"/>
                <a:ea typeface="Verdana" panose="020B0604030504040204" pitchFamily="34" charset="0"/>
              </a:defRPr>
            </a:lvl1pPr>
          </a:lstStyle>
          <a:p>
            <a:pPr lvl="0"/>
            <a:r>
              <a:rPr dirty="0" err="1"/>
              <a:t>Firstname</a:t>
            </a:r>
            <a:r>
              <a:rPr dirty="0"/>
              <a:t> LASTNAME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2CC739-012E-3ADE-B9EC-7501EA44A58A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51384" y="1149762"/>
            <a:ext cx="11122455" cy="720000"/>
          </a:xfrm>
          <a:prstGeom prst="rect">
            <a:avLst/>
          </a:prstGeom>
        </p:spPr>
        <p:txBody>
          <a:bodyPr lIns="0" tIns="18000" rIns="0" bIns="18000">
            <a:normAutofit/>
          </a:bodyPr>
          <a:lstStyle>
            <a:lvl1pPr marL="0" indent="0">
              <a:buNone/>
              <a:defRPr sz="1200">
                <a:latin typeface="Verdana" pitchFamily="2" charset="0"/>
              </a:defRPr>
            </a:lvl1pPr>
            <a:lvl2pPr marL="368300" indent="0">
              <a:buNone/>
              <a:defRPr/>
            </a:lvl2pPr>
            <a:lvl3pPr marL="606425" indent="0">
              <a:buNone/>
              <a:defRPr/>
            </a:lvl3pPr>
            <a:lvl4pPr marL="1116013" indent="0">
              <a:buNone/>
              <a:defRPr/>
            </a:lvl4pPr>
            <a:lvl5pPr marL="1384300" indent="0">
              <a:buNone/>
              <a:defRPr/>
            </a:lvl5pPr>
          </a:lstStyle>
          <a:p>
            <a:pPr lvl="0"/>
            <a:r>
              <a:rPr dirty="0"/>
              <a:t>Summary</a:t>
            </a:r>
          </a:p>
        </p:txBody>
      </p:sp>
      <p:pic>
        <p:nvPicPr>
          <p:cNvPr id="70" name="Image 1">
            <a:extLst>
              <a:ext uri="{FF2B5EF4-FFF2-40B4-BE49-F238E27FC236}">
                <a16:creationId xmlns:a16="http://schemas.microsoft.com/office/drawing/2014/main" id="{B70E76A0-E50A-877C-E767-0C26CFA4810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71" name="Image 2">
            <a:extLst>
              <a:ext uri="{FF2B5EF4-FFF2-40B4-BE49-F238E27FC236}">
                <a16:creationId xmlns:a16="http://schemas.microsoft.com/office/drawing/2014/main" id="{50B2917C-5F19-A705-141F-DE759B22232E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71B9326-0D85-E36A-BEC6-E5196BE8B3F4}"/>
              </a:ext>
            </a:extLst>
          </p:cNvPr>
          <p:cNvSpPr/>
          <p:nvPr userDrawn="1"/>
        </p:nvSpPr>
        <p:spPr bwMode="auto">
          <a:xfrm>
            <a:off x="1567250" y="5015133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8C10ADE-F6F5-3B36-B76D-5FC638895462}"/>
              </a:ext>
            </a:extLst>
          </p:cNvPr>
          <p:cNvSpPr/>
          <p:nvPr userDrawn="1"/>
        </p:nvSpPr>
        <p:spPr bwMode="auto">
          <a:xfrm>
            <a:off x="3790703" y="5021765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A870F33-9606-331E-7BA7-8830D4E29500}"/>
              </a:ext>
            </a:extLst>
          </p:cNvPr>
          <p:cNvSpPr/>
          <p:nvPr userDrawn="1"/>
        </p:nvSpPr>
        <p:spPr bwMode="auto">
          <a:xfrm>
            <a:off x="6014156" y="5011120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B609DAF-278D-CBD4-105D-4883F8477538}"/>
              </a:ext>
            </a:extLst>
          </p:cNvPr>
          <p:cNvSpPr/>
          <p:nvPr userDrawn="1"/>
        </p:nvSpPr>
        <p:spPr bwMode="auto">
          <a:xfrm>
            <a:off x="8237609" y="5018170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9E99C66-483D-A14D-38A5-F6B7BE5AF7D0}"/>
              </a:ext>
            </a:extLst>
          </p:cNvPr>
          <p:cNvSpPr/>
          <p:nvPr userDrawn="1"/>
        </p:nvSpPr>
        <p:spPr bwMode="auto">
          <a:xfrm>
            <a:off x="1567250" y="2253764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09EA216-CCFD-CA95-876D-111FF21C1C0C}"/>
              </a:ext>
            </a:extLst>
          </p:cNvPr>
          <p:cNvSpPr/>
          <p:nvPr userDrawn="1"/>
        </p:nvSpPr>
        <p:spPr bwMode="auto">
          <a:xfrm>
            <a:off x="3790702" y="2260396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19488B5-CE9B-13D8-40B9-C4AA28C8424C}"/>
              </a:ext>
            </a:extLst>
          </p:cNvPr>
          <p:cNvSpPr/>
          <p:nvPr userDrawn="1"/>
        </p:nvSpPr>
        <p:spPr bwMode="auto">
          <a:xfrm>
            <a:off x="6014154" y="2249751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F14F21A-71ED-7A88-A7B8-4D577A0D9481}"/>
              </a:ext>
            </a:extLst>
          </p:cNvPr>
          <p:cNvSpPr/>
          <p:nvPr userDrawn="1"/>
        </p:nvSpPr>
        <p:spPr bwMode="auto">
          <a:xfrm>
            <a:off x="8237609" y="2256801"/>
            <a:ext cx="128268" cy="128268"/>
          </a:xfrm>
          <a:prstGeom prst="ellipse">
            <a:avLst/>
          </a:prstGeom>
          <a:solidFill>
            <a:srgbClr val="E2361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5E3822BA-45CB-F4DF-34D1-79C2D8A7B8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963876" y="2308586"/>
            <a:ext cx="3832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dirty="0"/>
              <a:t>EN</a:t>
            </a:r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804598A3-7450-8827-8B15-990C06E744C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401931" y="2312777"/>
            <a:ext cx="3832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dirty="0"/>
              <a:t>FR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5EDEFB6E-A5E5-D65D-DE9C-E2344D2674F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837182" y="2311797"/>
            <a:ext cx="3832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dirty="0"/>
              <a:t>DE</a:t>
            </a:r>
          </a:p>
        </p:txBody>
      </p:sp>
    </p:spTree>
    <p:extLst>
      <p:ext uri="{BB962C8B-B14F-4D97-AF65-F5344CB8AC3E}">
        <p14:creationId xmlns:p14="http://schemas.microsoft.com/office/powerpoint/2010/main" val="228378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_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illarBg1"/>
          <p:cNvSpPr/>
          <p:nvPr/>
        </p:nvSpPr>
        <p:spPr>
          <a:xfrm>
            <a:off x="767405" y="1829967"/>
            <a:ext cx="5278595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1" name="PillarBar1"/>
          <p:cNvSpPr/>
          <p:nvPr/>
        </p:nvSpPr>
        <p:spPr>
          <a:xfrm>
            <a:off x="767405" y="1772816"/>
            <a:ext cx="5278595" cy="57151"/>
          </a:xfrm>
          <a:prstGeom prst="rect">
            <a:avLst/>
          </a:prstGeom>
          <a:solidFill>
            <a:srgbClr val="E23615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2" name="PillarTitle1"/>
          <p:cNvSpPr>
            <a:spLocks noGrp="1"/>
          </p:cNvSpPr>
          <p:nvPr userDrawn="1">
            <p:ph type="body" idx="10"/>
          </p:nvPr>
        </p:nvSpPr>
        <p:spPr>
          <a:xfrm>
            <a:off x="917405" y="1971414"/>
            <a:ext cx="4978595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1 Title</a:t>
            </a:r>
          </a:p>
        </p:txBody>
      </p:sp>
      <p:sp>
        <p:nvSpPr>
          <p:cNvPr id="103" name="PillarContent1"/>
          <p:cNvSpPr>
            <a:spLocks noGrp="1"/>
          </p:cNvSpPr>
          <p:nvPr userDrawn="1">
            <p:ph type="body" idx="11"/>
          </p:nvPr>
        </p:nvSpPr>
        <p:spPr>
          <a:xfrm>
            <a:off x="867405" y="2570722"/>
            <a:ext cx="5078595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10" name="PillarBg2"/>
          <p:cNvSpPr/>
          <p:nvPr/>
        </p:nvSpPr>
        <p:spPr>
          <a:xfrm>
            <a:off x="6146000" y="1829967"/>
            <a:ext cx="5278595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1" name="PillarBar2"/>
          <p:cNvSpPr/>
          <p:nvPr/>
        </p:nvSpPr>
        <p:spPr>
          <a:xfrm>
            <a:off x="6146000" y="1772816"/>
            <a:ext cx="5278595" cy="571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2" name="PillarTitle2"/>
          <p:cNvSpPr>
            <a:spLocks noGrp="1"/>
          </p:cNvSpPr>
          <p:nvPr userDrawn="1">
            <p:ph type="body" idx="12"/>
          </p:nvPr>
        </p:nvSpPr>
        <p:spPr>
          <a:xfrm>
            <a:off x="6296000" y="1971414"/>
            <a:ext cx="4978595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2 Title</a:t>
            </a:r>
          </a:p>
        </p:txBody>
      </p:sp>
      <p:sp>
        <p:nvSpPr>
          <p:cNvPr id="113" name="PillarContent2"/>
          <p:cNvSpPr>
            <a:spLocks noGrp="1"/>
          </p:cNvSpPr>
          <p:nvPr userDrawn="1">
            <p:ph type="body" idx="13"/>
          </p:nvPr>
        </p:nvSpPr>
        <p:spPr>
          <a:xfrm>
            <a:off x="6246000" y="2570722"/>
            <a:ext cx="5078595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9334A73C-0782-5299-D26B-7A9F0AE637C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2" name="Image 4">
            <a:extLst>
              <a:ext uri="{FF2B5EF4-FFF2-40B4-BE49-F238E27FC236}">
                <a16:creationId xmlns:a16="http://schemas.microsoft.com/office/drawing/2014/main" id="{D0CB0FEA-D54B-6190-EF65-D65F3E5B2D2F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6" name="Titre 2">
            <a:extLst>
              <a:ext uri="{FF2B5EF4-FFF2-40B4-BE49-F238E27FC236}">
                <a16:creationId xmlns:a16="http://schemas.microsoft.com/office/drawing/2014/main" id="{10BF7522-B106-C57A-D781-0966F441B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D734A3FB-8D47-987C-DEE2-0118B4394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6B80F06-E901-6A8D-482A-F26F4828A8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0924AE0-224F-F62A-D84D-6BC3BC72C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8491398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_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>
              <a:latin typeface="Verdana" pitchFamily="34" charset="0"/>
            </a:endParaRPr>
          </a:p>
        </p:txBody>
      </p:sp>
      <p:sp>
        <p:nvSpPr>
          <p:cNvPr id="100" name="PillarBg1"/>
          <p:cNvSpPr/>
          <p:nvPr/>
        </p:nvSpPr>
        <p:spPr>
          <a:xfrm>
            <a:off x="767405" y="1829967"/>
            <a:ext cx="3485730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1" name="PillarBar1"/>
          <p:cNvSpPr/>
          <p:nvPr/>
        </p:nvSpPr>
        <p:spPr>
          <a:xfrm>
            <a:off x="767405" y="1772816"/>
            <a:ext cx="3485730" cy="57151"/>
          </a:xfrm>
          <a:prstGeom prst="rect">
            <a:avLst/>
          </a:prstGeom>
          <a:solidFill>
            <a:srgbClr val="E23615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2" name="PillarTitle1"/>
          <p:cNvSpPr>
            <a:spLocks noGrp="1"/>
          </p:cNvSpPr>
          <p:nvPr userDrawn="1">
            <p:ph type="body" idx="10"/>
          </p:nvPr>
        </p:nvSpPr>
        <p:spPr>
          <a:xfrm>
            <a:off x="917405" y="1971414"/>
            <a:ext cx="3185730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1 Title</a:t>
            </a:r>
          </a:p>
        </p:txBody>
      </p:sp>
      <p:sp>
        <p:nvSpPr>
          <p:cNvPr id="103" name="PillarContent1"/>
          <p:cNvSpPr>
            <a:spLocks noGrp="1"/>
          </p:cNvSpPr>
          <p:nvPr userDrawn="1">
            <p:ph type="body" idx="11"/>
          </p:nvPr>
        </p:nvSpPr>
        <p:spPr>
          <a:xfrm>
            <a:off x="867405" y="2570722"/>
            <a:ext cx="3285730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10" name="PillarBg2"/>
          <p:cNvSpPr/>
          <p:nvPr/>
        </p:nvSpPr>
        <p:spPr>
          <a:xfrm>
            <a:off x="4353135" y="1829967"/>
            <a:ext cx="3485730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1" name="PillarBar2"/>
          <p:cNvSpPr/>
          <p:nvPr/>
        </p:nvSpPr>
        <p:spPr>
          <a:xfrm>
            <a:off x="4353135" y="1772816"/>
            <a:ext cx="3485730" cy="571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2" name="PillarTitle2"/>
          <p:cNvSpPr>
            <a:spLocks noGrp="1"/>
          </p:cNvSpPr>
          <p:nvPr userDrawn="1">
            <p:ph type="body" idx="12"/>
          </p:nvPr>
        </p:nvSpPr>
        <p:spPr>
          <a:xfrm>
            <a:off x="4503135" y="1971414"/>
            <a:ext cx="3185730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2 Title</a:t>
            </a:r>
          </a:p>
        </p:txBody>
      </p:sp>
      <p:sp>
        <p:nvSpPr>
          <p:cNvPr id="113" name="PillarContent2"/>
          <p:cNvSpPr>
            <a:spLocks noGrp="1"/>
          </p:cNvSpPr>
          <p:nvPr userDrawn="1">
            <p:ph type="body" idx="13"/>
          </p:nvPr>
        </p:nvSpPr>
        <p:spPr>
          <a:xfrm>
            <a:off x="4453135" y="2570722"/>
            <a:ext cx="3285730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20" name="PillarBg3"/>
          <p:cNvSpPr/>
          <p:nvPr/>
        </p:nvSpPr>
        <p:spPr>
          <a:xfrm>
            <a:off x="7938865" y="1829967"/>
            <a:ext cx="3485730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21" name="PillarBar3"/>
          <p:cNvSpPr/>
          <p:nvPr/>
        </p:nvSpPr>
        <p:spPr>
          <a:xfrm>
            <a:off x="7938865" y="1772816"/>
            <a:ext cx="3485730" cy="57151"/>
          </a:xfrm>
          <a:prstGeom prst="rect">
            <a:avLst/>
          </a:prstGeom>
          <a:solidFill>
            <a:srgbClr val="FFCA4B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22" name="PillarTitle3"/>
          <p:cNvSpPr>
            <a:spLocks noGrp="1"/>
          </p:cNvSpPr>
          <p:nvPr userDrawn="1">
            <p:ph type="body" idx="14"/>
          </p:nvPr>
        </p:nvSpPr>
        <p:spPr>
          <a:xfrm>
            <a:off x="8088865" y="1971414"/>
            <a:ext cx="3185730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3 Title</a:t>
            </a:r>
          </a:p>
        </p:txBody>
      </p:sp>
      <p:sp>
        <p:nvSpPr>
          <p:cNvPr id="123" name="PillarContent3"/>
          <p:cNvSpPr>
            <a:spLocks noGrp="1"/>
          </p:cNvSpPr>
          <p:nvPr userDrawn="1">
            <p:ph type="body" idx="15"/>
          </p:nvPr>
        </p:nvSpPr>
        <p:spPr>
          <a:xfrm>
            <a:off x="8038865" y="2570722"/>
            <a:ext cx="3285730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06E463-E440-1F73-1F73-DF67B339D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/>
              <a:t>Click to insert title</a:t>
            </a: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50B09935-5DB1-F993-5D7F-F91C58CD6627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2" name="Image 4">
            <a:extLst>
              <a:ext uri="{FF2B5EF4-FFF2-40B4-BE49-F238E27FC236}">
                <a16:creationId xmlns:a16="http://schemas.microsoft.com/office/drawing/2014/main" id="{C16C13EB-0AAF-218B-464F-5B2C01245F84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2E544EF-1DDC-80B1-3EB8-C62C578D24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C54C3C6-1356-9FD6-0AAE-0CE08631B4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35661678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_4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>
              <a:latin typeface="Verdana" pitchFamily="34" charset="0"/>
            </a:endParaRPr>
          </a:p>
        </p:txBody>
      </p:sp>
      <p:sp>
        <p:nvSpPr>
          <p:cNvPr id="100" name="PillarBg1"/>
          <p:cNvSpPr/>
          <p:nvPr/>
        </p:nvSpPr>
        <p:spPr>
          <a:xfrm>
            <a:off x="767405" y="1829967"/>
            <a:ext cx="2589297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1" name="PillarBar1"/>
          <p:cNvSpPr/>
          <p:nvPr/>
        </p:nvSpPr>
        <p:spPr>
          <a:xfrm>
            <a:off x="767405" y="1772816"/>
            <a:ext cx="2589297" cy="57151"/>
          </a:xfrm>
          <a:prstGeom prst="rect">
            <a:avLst/>
          </a:prstGeom>
          <a:solidFill>
            <a:srgbClr val="E23615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2" name="PillarTitle1"/>
          <p:cNvSpPr>
            <a:spLocks noGrp="1"/>
          </p:cNvSpPr>
          <p:nvPr userDrawn="1">
            <p:ph type="body" idx="10"/>
          </p:nvPr>
        </p:nvSpPr>
        <p:spPr>
          <a:xfrm>
            <a:off x="917405" y="1971414"/>
            <a:ext cx="2289297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1 Title</a:t>
            </a:r>
          </a:p>
        </p:txBody>
      </p:sp>
      <p:sp>
        <p:nvSpPr>
          <p:cNvPr id="103" name="PillarContent1"/>
          <p:cNvSpPr>
            <a:spLocks noGrp="1"/>
          </p:cNvSpPr>
          <p:nvPr userDrawn="1">
            <p:ph type="body" idx="11"/>
          </p:nvPr>
        </p:nvSpPr>
        <p:spPr>
          <a:xfrm>
            <a:off x="867405" y="2570722"/>
            <a:ext cx="2389297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10" name="PillarBg2"/>
          <p:cNvSpPr/>
          <p:nvPr/>
        </p:nvSpPr>
        <p:spPr>
          <a:xfrm>
            <a:off x="3456702" y="1829967"/>
            <a:ext cx="2589297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1" name="PillarBar2"/>
          <p:cNvSpPr/>
          <p:nvPr/>
        </p:nvSpPr>
        <p:spPr>
          <a:xfrm>
            <a:off x="3456702" y="1772816"/>
            <a:ext cx="2589297" cy="571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2" name="PillarTitle2"/>
          <p:cNvSpPr>
            <a:spLocks noGrp="1"/>
          </p:cNvSpPr>
          <p:nvPr userDrawn="1">
            <p:ph type="body" idx="12"/>
          </p:nvPr>
        </p:nvSpPr>
        <p:spPr>
          <a:xfrm>
            <a:off x="3606702" y="1971414"/>
            <a:ext cx="2289297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2 Title</a:t>
            </a:r>
          </a:p>
        </p:txBody>
      </p:sp>
      <p:sp>
        <p:nvSpPr>
          <p:cNvPr id="113" name="PillarContent2"/>
          <p:cNvSpPr>
            <a:spLocks noGrp="1"/>
          </p:cNvSpPr>
          <p:nvPr userDrawn="1">
            <p:ph type="body" idx="13"/>
          </p:nvPr>
        </p:nvSpPr>
        <p:spPr>
          <a:xfrm>
            <a:off x="3556702" y="2570722"/>
            <a:ext cx="2389297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20" name="PillarBg3"/>
          <p:cNvSpPr/>
          <p:nvPr/>
        </p:nvSpPr>
        <p:spPr>
          <a:xfrm>
            <a:off x="6145999" y="1829967"/>
            <a:ext cx="2589297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21" name="PillarBar3"/>
          <p:cNvSpPr/>
          <p:nvPr/>
        </p:nvSpPr>
        <p:spPr>
          <a:xfrm>
            <a:off x="6145999" y="1772816"/>
            <a:ext cx="2589297" cy="57151"/>
          </a:xfrm>
          <a:prstGeom prst="rect">
            <a:avLst/>
          </a:prstGeom>
          <a:solidFill>
            <a:srgbClr val="FFCA4B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22" name="PillarTitle3"/>
          <p:cNvSpPr>
            <a:spLocks noGrp="1"/>
          </p:cNvSpPr>
          <p:nvPr userDrawn="1">
            <p:ph type="body" idx="14"/>
          </p:nvPr>
        </p:nvSpPr>
        <p:spPr>
          <a:xfrm>
            <a:off x="6295999" y="1971414"/>
            <a:ext cx="2289297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3 Title</a:t>
            </a:r>
          </a:p>
        </p:txBody>
      </p:sp>
      <p:sp>
        <p:nvSpPr>
          <p:cNvPr id="123" name="PillarContent3"/>
          <p:cNvSpPr>
            <a:spLocks noGrp="1"/>
          </p:cNvSpPr>
          <p:nvPr userDrawn="1">
            <p:ph type="body" idx="15"/>
          </p:nvPr>
        </p:nvSpPr>
        <p:spPr>
          <a:xfrm>
            <a:off x="6245999" y="2570722"/>
            <a:ext cx="2389297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30" name="PillarBg4"/>
          <p:cNvSpPr/>
          <p:nvPr/>
        </p:nvSpPr>
        <p:spPr>
          <a:xfrm>
            <a:off x="8835296" y="1829967"/>
            <a:ext cx="2589297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31" name="PillarBar4"/>
          <p:cNvSpPr/>
          <p:nvPr/>
        </p:nvSpPr>
        <p:spPr>
          <a:xfrm>
            <a:off x="8835296" y="1772816"/>
            <a:ext cx="2589297" cy="57151"/>
          </a:xfrm>
          <a:prstGeom prst="rect">
            <a:avLst/>
          </a:prstGeom>
          <a:solidFill>
            <a:srgbClr val="28AF91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32" name="PillarTitle4"/>
          <p:cNvSpPr>
            <a:spLocks noGrp="1"/>
          </p:cNvSpPr>
          <p:nvPr userDrawn="1">
            <p:ph type="body" idx="16"/>
          </p:nvPr>
        </p:nvSpPr>
        <p:spPr>
          <a:xfrm>
            <a:off x="8985296" y="1971414"/>
            <a:ext cx="2289297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>
                <a:solidFill>
                  <a:srgbClr val="E23615"/>
                </a:solidFill>
                <a:latin typeface="Verdana" pitchFamily="2" charset="0"/>
              </a:rPr>
              <a:t>Pillar 4 Title</a:t>
            </a:r>
          </a:p>
        </p:txBody>
      </p:sp>
      <p:sp>
        <p:nvSpPr>
          <p:cNvPr id="133" name="PillarContent4"/>
          <p:cNvSpPr>
            <a:spLocks noGrp="1"/>
          </p:cNvSpPr>
          <p:nvPr userDrawn="1">
            <p:ph type="body" idx="17"/>
          </p:nvPr>
        </p:nvSpPr>
        <p:spPr>
          <a:xfrm>
            <a:off x="8935296" y="2570722"/>
            <a:ext cx="2389297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B73475-7AD7-898B-16DA-30C38C591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/>
              <a:t>Click to insert title</a:t>
            </a: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5380E0F6-FD68-1EED-8390-D36E954462D5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2" name="Image 4">
            <a:extLst>
              <a:ext uri="{FF2B5EF4-FFF2-40B4-BE49-F238E27FC236}">
                <a16:creationId xmlns:a16="http://schemas.microsoft.com/office/drawing/2014/main" id="{4F8E6469-806A-478A-3A20-42105508D4C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36D6170E-5198-D866-7CB5-C28E676979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FF29CE5-B383-CB79-8358-608A554C076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14355231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llars_5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  <p:sp>
        <p:nvSpPr>
          <p:cNvPr id="100" name="PillarBg1"/>
          <p:cNvSpPr/>
          <p:nvPr/>
        </p:nvSpPr>
        <p:spPr>
          <a:xfrm>
            <a:off x="767405" y="1829967"/>
            <a:ext cx="2051438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1" name="PillarBar1"/>
          <p:cNvSpPr/>
          <p:nvPr/>
        </p:nvSpPr>
        <p:spPr>
          <a:xfrm>
            <a:off x="767405" y="1772816"/>
            <a:ext cx="2051438" cy="57151"/>
          </a:xfrm>
          <a:prstGeom prst="rect">
            <a:avLst/>
          </a:prstGeom>
          <a:solidFill>
            <a:srgbClr val="E23615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02" name="PillarTitle1"/>
          <p:cNvSpPr>
            <a:spLocks noGrp="1"/>
          </p:cNvSpPr>
          <p:nvPr userDrawn="1">
            <p:ph type="body" idx="10"/>
          </p:nvPr>
        </p:nvSpPr>
        <p:spPr>
          <a:xfrm>
            <a:off x="917405" y="1971414"/>
            <a:ext cx="1751438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 dirty="0">
                <a:solidFill>
                  <a:srgbClr val="E23615"/>
                </a:solidFill>
                <a:latin typeface="Verdana" pitchFamily="2" charset="0"/>
              </a:rPr>
              <a:t>Pillar 1 Title</a:t>
            </a:r>
          </a:p>
        </p:txBody>
      </p:sp>
      <p:sp>
        <p:nvSpPr>
          <p:cNvPr id="103" name="PillarContent1"/>
          <p:cNvSpPr>
            <a:spLocks noGrp="1"/>
          </p:cNvSpPr>
          <p:nvPr userDrawn="1">
            <p:ph type="body" idx="11"/>
          </p:nvPr>
        </p:nvSpPr>
        <p:spPr>
          <a:xfrm>
            <a:off x="867405" y="2570722"/>
            <a:ext cx="1851438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 dirty="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10" name="PillarBg2"/>
          <p:cNvSpPr/>
          <p:nvPr/>
        </p:nvSpPr>
        <p:spPr>
          <a:xfrm>
            <a:off x="2918843" y="1829967"/>
            <a:ext cx="2051438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1" name="PillarBar2"/>
          <p:cNvSpPr/>
          <p:nvPr/>
        </p:nvSpPr>
        <p:spPr>
          <a:xfrm>
            <a:off x="2918843" y="1772816"/>
            <a:ext cx="2051438" cy="571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12" name="PillarTitle2"/>
          <p:cNvSpPr>
            <a:spLocks noGrp="1"/>
          </p:cNvSpPr>
          <p:nvPr userDrawn="1">
            <p:ph type="body" idx="12"/>
          </p:nvPr>
        </p:nvSpPr>
        <p:spPr>
          <a:xfrm>
            <a:off x="3068843" y="1971414"/>
            <a:ext cx="1751438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 dirty="0">
                <a:solidFill>
                  <a:srgbClr val="E23615"/>
                </a:solidFill>
                <a:latin typeface="Verdana" pitchFamily="2" charset="0"/>
              </a:rPr>
              <a:t>Pillar 2 Title</a:t>
            </a:r>
          </a:p>
        </p:txBody>
      </p:sp>
      <p:sp>
        <p:nvSpPr>
          <p:cNvPr id="113" name="PillarContent2"/>
          <p:cNvSpPr>
            <a:spLocks noGrp="1"/>
          </p:cNvSpPr>
          <p:nvPr userDrawn="1">
            <p:ph type="body" idx="13"/>
          </p:nvPr>
        </p:nvSpPr>
        <p:spPr>
          <a:xfrm>
            <a:off x="3018843" y="2570722"/>
            <a:ext cx="1851438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20" name="PillarBg3"/>
          <p:cNvSpPr/>
          <p:nvPr/>
        </p:nvSpPr>
        <p:spPr>
          <a:xfrm>
            <a:off x="5070281" y="1829967"/>
            <a:ext cx="2051438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21" name="PillarBar3"/>
          <p:cNvSpPr/>
          <p:nvPr/>
        </p:nvSpPr>
        <p:spPr>
          <a:xfrm>
            <a:off x="5070281" y="1772816"/>
            <a:ext cx="2051438" cy="57151"/>
          </a:xfrm>
          <a:prstGeom prst="rect">
            <a:avLst/>
          </a:prstGeom>
          <a:solidFill>
            <a:srgbClr val="FFCA4B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22" name="PillarTitle3"/>
          <p:cNvSpPr>
            <a:spLocks noGrp="1"/>
          </p:cNvSpPr>
          <p:nvPr userDrawn="1">
            <p:ph type="body" idx="14"/>
          </p:nvPr>
        </p:nvSpPr>
        <p:spPr>
          <a:xfrm>
            <a:off x="5220281" y="1971414"/>
            <a:ext cx="1751438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 dirty="0">
                <a:solidFill>
                  <a:srgbClr val="E23615"/>
                </a:solidFill>
                <a:latin typeface="Verdana" pitchFamily="2" charset="0"/>
              </a:rPr>
              <a:t>Pillar 3 Title</a:t>
            </a:r>
          </a:p>
        </p:txBody>
      </p:sp>
      <p:sp>
        <p:nvSpPr>
          <p:cNvPr id="123" name="PillarContent3"/>
          <p:cNvSpPr>
            <a:spLocks noGrp="1"/>
          </p:cNvSpPr>
          <p:nvPr userDrawn="1">
            <p:ph type="body" idx="15"/>
          </p:nvPr>
        </p:nvSpPr>
        <p:spPr>
          <a:xfrm>
            <a:off x="5170281" y="2570722"/>
            <a:ext cx="1851438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30" name="PillarBg4"/>
          <p:cNvSpPr/>
          <p:nvPr/>
        </p:nvSpPr>
        <p:spPr>
          <a:xfrm>
            <a:off x="7221719" y="1829967"/>
            <a:ext cx="2051438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31" name="PillarBar4"/>
          <p:cNvSpPr/>
          <p:nvPr/>
        </p:nvSpPr>
        <p:spPr>
          <a:xfrm>
            <a:off x="7221719" y="1772816"/>
            <a:ext cx="2051438" cy="57151"/>
          </a:xfrm>
          <a:prstGeom prst="rect">
            <a:avLst/>
          </a:prstGeom>
          <a:solidFill>
            <a:srgbClr val="28AF91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32" name="PillarTitle4"/>
          <p:cNvSpPr>
            <a:spLocks noGrp="1"/>
          </p:cNvSpPr>
          <p:nvPr userDrawn="1">
            <p:ph type="body" idx="16"/>
          </p:nvPr>
        </p:nvSpPr>
        <p:spPr>
          <a:xfrm>
            <a:off x="7371719" y="1971414"/>
            <a:ext cx="1751438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 dirty="0">
                <a:solidFill>
                  <a:srgbClr val="E23615"/>
                </a:solidFill>
                <a:latin typeface="Verdana" pitchFamily="2" charset="0"/>
              </a:rPr>
              <a:t>Pillar 4 Title</a:t>
            </a:r>
          </a:p>
        </p:txBody>
      </p:sp>
      <p:sp>
        <p:nvSpPr>
          <p:cNvPr id="133" name="PillarContent4"/>
          <p:cNvSpPr>
            <a:spLocks noGrp="1"/>
          </p:cNvSpPr>
          <p:nvPr userDrawn="1">
            <p:ph type="body" idx="17"/>
          </p:nvPr>
        </p:nvSpPr>
        <p:spPr>
          <a:xfrm>
            <a:off x="7321719" y="2570722"/>
            <a:ext cx="1851438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140" name="PillarBg5"/>
          <p:cNvSpPr/>
          <p:nvPr/>
        </p:nvSpPr>
        <p:spPr>
          <a:xfrm>
            <a:off x="9373157" y="1829967"/>
            <a:ext cx="2051438" cy="423140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41" name="PillarBar5"/>
          <p:cNvSpPr/>
          <p:nvPr/>
        </p:nvSpPr>
        <p:spPr>
          <a:xfrm>
            <a:off x="9373157" y="1772816"/>
            <a:ext cx="2051438" cy="57151"/>
          </a:xfrm>
          <a:prstGeom prst="rect">
            <a:avLst/>
          </a:prstGeom>
          <a:solidFill>
            <a:srgbClr val="414344"/>
          </a:solidFill>
          <a:ln>
            <a:noFill/>
          </a:ln>
        </p:spPr>
        <p:txBody>
          <a:bodyPr/>
          <a:lstStyle/>
          <a:p>
            <a:endParaRPr>
              <a:latin typeface="Verdana" pitchFamily="2" charset="0"/>
            </a:endParaRPr>
          </a:p>
        </p:txBody>
      </p:sp>
      <p:sp>
        <p:nvSpPr>
          <p:cNvPr id="142" name="PillarTitle5"/>
          <p:cNvSpPr>
            <a:spLocks noGrp="1"/>
          </p:cNvSpPr>
          <p:nvPr userDrawn="1">
            <p:ph type="body" idx="18"/>
          </p:nvPr>
        </p:nvSpPr>
        <p:spPr>
          <a:xfrm>
            <a:off x="9523157" y="1971414"/>
            <a:ext cx="1751438" cy="30777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/>
          <a:lstStyle/>
          <a:p>
            <a:pPr marL="0" marR="0" indent="0" algn="l">
              <a:buNone/>
            </a:pPr>
            <a:r>
              <a:rPr sz="1600" b="1" i="0" noProof="0" dirty="0">
                <a:solidFill>
                  <a:srgbClr val="E23615"/>
                </a:solidFill>
                <a:latin typeface="Verdana" pitchFamily="2" charset="0"/>
              </a:rPr>
              <a:t>Pillar 5 Title</a:t>
            </a:r>
          </a:p>
        </p:txBody>
      </p:sp>
      <p:sp>
        <p:nvSpPr>
          <p:cNvPr id="143" name="PillarContent5"/>
          <p:cNvSpPr>
            <a:spLocks noGrp="1"/>
          </p:cNvSpPr>
          <p:nvPr userDrawn="1">
            <p:ph type="body" idx="19"/>
          </p:nvPr>
        </p:nvSpPr>
        <p:spPr>
          <a:xfrm>
            <a:off x="9473157" y="2570722"/>
            <a:ext cx="1851438" cy="34334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buChar char="•"/>
            </a:pPr>
            <a:r>
              <a:rPr sz="1400">
                <a:solidFill>
                  <a:srgbClr val="414344"/>
                </a:solidFill>
                <a:latin typeface="Verdana" pitchFamily="2" charset="0"/>
              </a:rPr>
              <a:t>Content placeholder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DF30DF-119C-E629-7F24-E0212D6A0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5DE561EB-9526-0F7A-D2EC-650E5C47CA04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2" name="Image 4">
            <a:extLst>
              <a:ext uri="{FF2B5EF4-FFF2-40B4-BE49-F238E27FC236}">
                <a16:creationId xmlns:a16="http://schemas.microsoft.com/office/drawing/2014/main" id="{BCCC5208-7C4F-741A-9EBB-AD9A69046448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65F4F57-FDF4-7B75-E0C8-C18CE98B50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482F037-B49F-D77D-39FF-D53A8E3438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</p:spTree>
    <p:extLst>
      <p:ext uri="{BB962C8B-B14F-4D97-AF65-F5344CB8AC3E}">
        <p14:creationId xmlns:p14="http://schemas.microsoft.com/office/powerpoint/2010/main" val="241146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8F5E1B7-5461-83F8-508C-711539ED5B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827" y="6410756"/>
            <a:ext cx="1447911" cy="210542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1" i="0" kern="1200" baseline="0" dirty="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1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AA659DF-0700-2F11-37DB-0677DC2401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06183" y="6410756"/>
            <a:ext cx="1673593" cy="229973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120000"/>
              <a:buFont typeface="Segoe UI" panose="020B0502040204020203" pitchFamily="34" charset="0"/>
              <a:buNone/>
              <a:defRPr lang="de-CH" sz="1200" b="0" i="0" kern="1200" baseline="0" dirty="0">
                <a:solidFill>
                  <a:schemeClr val="accent2"/>
                </a:solidFill>
                <a:latin typeface="Verdana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dirty="0"/>
              <a:t>Footnote 2</a:t>
            </a: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C7B7BB22-ADAC-9158-848A-B9DF8A022092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31570" y="1057828"/>
            <a:ext cx="1725935" cy="136090"/>
          </a:xfrm>
          <a:prstGeom prst="rect">
            <a:avLst/>
          </a:prstGeom>
        </p:spPr>
      </p:pic>
      <p:pic>
        <p:nvPicPr>
          <p:cNvPr id="6" name="Image 4">
            <a:extLst>
              <a:ext uri="{FF2B5EF4-FFF2-40B4-BE49-F238E27FC236}">
                <a16:creationId xmlns:a16="http://schemas.microsoft.com/office/drawing/2014/main" id="{D5242AFE-368A-393A-7039-756C5BADED3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005315" y="5653334"/>
            <a:ext cx="1725935" cy="13609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627D566C-C0D5-BE69-FFE4-AA32B068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318" y="466663"/>
            <a:ext cx="11076521" cy="5597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defRPr sz="2000" b="1" i="0" baseline="0">
                <a:solidFill>
                  <a:schemeClr val="accent2"/>
                </a:solidFill>
                <a:latin typeface="Verdana" pitchFamily="2" charset="77"/>
              </a:defRPr>
            </a:lvl1pPr>
          </a:lstStyle>
          <a:p>
            <a:pPr algn="l"/>
            <a:r>
              <a:rPr noProof="0" dirty="0"/>
              <a:t>Click to insert 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038508C2-9ADE-EB5A-84B7-F2A3DEFBA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03" y="903970"/>
            <a:ext cx="1107612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endParaRPr sz="1400" i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08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03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C38FBCC-A740-AC40-7BCB-BB2BFB6A5085}"/>
              </a:ext>
            </a:extLst>
          </p:cNvPr>
          <p:cNvSpPr txBox="1">
            <a:spLocks/>
          </p:cNvSpPr>
          <p:nvPr userDrawn="1"/>
        </p:nvSpPr>
        <p:spPr>
          <a:xfrm>
            <a:off x="191344" y="6372590"/>
            <a:ext cx="504018" cy="268139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accent2"/>
                </a:solidFill>
                <a:latin typeface="Verdan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18672-A67E-450C-B5F0-6774677CF265}" type="slidenum">
              <a:rPr smtClean="0"/>
              <a:pPr/>
              <a:t>‹#›</a:t>
            </a:fld>
            <a:endParaRPr b="1" i="0" dirty="0">
              <a:latin typeface="Verdana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7855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764" r:id="rId3"/>
    <p:sldLayoutId id="2147483833" r:id="rId4"/>
    <p:sldLayoutId id="2147483839" r:id="rId5"/>
    <p:sldLayoutId id="2147483774" r:id="rId6"/>
    <p:sldLayoutId id="2147483834" r:id="rId7"/>
    <p:sldLayoutId id="2147483835" r:id="rId8"/>
    <p:sldLayoutId id="2147483836" r:id="rId9"/>
    <p:sldLayoutId id="2147483840" r:id="rId10"/>
    <p:sldLayoutId id="2147483837" r:id="rId11"/>
    <p:sldLayoutId id="2147483846" r:id="rId12"/>
    <p:sldLayoutId id="2147483849" r:id="rId13"/>
    <p:sldLayoutId id="2147483843" r:id="rId14"/>
    <p:sldLayoutId id="2147483821" r:id="rId15"/>
    <p:sldLayoutId id="2147483854" r:id="rId16"/>
    <p:sldLayoutId id="2147483778" r:id="rId17"/>
    <p:sldLayoutId id="2147483783" r:id="rId18"/>
    <p:sldLayoutId id="2147483784" r:id="rId19"/>
    <p:sldLayoutId id="2147483785" r:id="rId20"/>
    <p:sldLayoutId id="2147483780" r:id="rId21"/>
    <p:sldLayoutId id="2147483781" r:id="rId22"/>
    <p:sldLayoutId id="2147483789" r:id="rId23"/>
    <p:sldLayoutId id="2147483790" r:id="rId24"/>
    <p:sldLayoutId id="2147483844" r:id="rId25"/>
    <p:sldLayoutId id="2147483791" r:id="rId26"/>
    <p:sldLayoutId id="2147483792" r:id="rId27"/>
    <p:sldLayoutId id="2147483746" r:id="rId28"/>
    <p:sldLayoutId id="2147483793" r:id="rId29"/>
    <p:sldLayoutId id="2147483812" r:id="rId30"/>
    <p:sldLayoutId id="2147483813" r:id="rId31"/>
    <p:sldLayoutId id="2147483801" r:id="rId32"/>
    <p:sldLayoutId id="2147483803" r:id="rId33"/>
    <p:sldLayoutId id="2147483804" r:id="rId34"/>
    <p:sldLayoutId id="2147483805" r:id="rId35"/>
    <p:sldLayoutId id="2147483847" r:id="rId36"/>
    <p:sldLayoutId id="2147483848" r:id="rId37"/>
    <p:sldLayoutId id="2147483850" r:id="rId38"/>
    <p:sldLayoutId id="2147483851" r:id="rId39"/>
    <p:sldLayoutId id="2147483852" r:id="rId40"/>
    <p:sldLayoutId id="2147483853" r:id="rId41"/>
    <p:sldLayoutId id="2147483822" r:id="rId42"/>
    <p:sldLayoutId id="2147483817" r:id="rId4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57188" indent="-357188" algn="l" defTabSz="9144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120000"/>
        <a:buFont typeface="Segoe UI" panose="020B0502040204020203" pitchFamily="34" charset="0"/>
        <a:buChar char="–"/>
        <a:defRPr lang="en-US" sz="2200" b="0" kern="1200" baseline="0">
          <a:solidFill>
            <a:schemeClr val="accent2"/>
          </a:solidFill>
          <a:latin typeface="+mn-lt"/>
          <a:ea typeface="+mn-ea"/>
          <a:cs typeface="+mn-cs"/>
        </a:defRPr>
      </a:lvl1pPr>
      <a:lvl2pPr marL="596900" indent="-228600" algn="l" defTabSz="914400" rtl="0" eaLnBrk="1" latinLnBrk="0" hangingPunct="1">
        <a:lnSpc>
          <a:spcPct val="90000"/>
        </a:lnSpc>
        <a:spcBef>
          <a:spcPts val="900"/>
        </a:spcBef>
        <a:buClr>
          <a:schemeClr val="bg1">
            <a:lumMod val="50000"/>
          </a:schemeClr>
        </a:buClr>
        <a:buFont typeface="Arial" panose="020B0604020202020204" pitchFamily="34" charset="0"/>
        <a:buChar char="•"/>
        <a:defRPr lang="en-US"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835025" indent="-228600" algn="l" defTabSz="914400" rtl="0" eaLnBrk="1" latinLnBrk="0" hangingPunct="1">
        <a:lnSpc>
          <a:spcPct val="90000"/>
        </a:lnSpc>
        <a:spcBef>
          <a:spcPts val="900"/>
        </a:spcBef>
        <a:buClr>
          <a:schemeClr val="bg1">
            <a:lumMod val="65000"/>
          </a:schemeClr>
        </a:buClr>
        <a:buSzPct val="100000"/>
        <a:buFont typeface="Arial" panose="020B0604020202020204" pitchFamily="34" charset="0"/>
        <a:buChar char="•"/>
        <a:tabLst/>
        <a:defRPr lang="en-US" sz="1600" kern="1200" baseline="0" dirty="0" smtClean="0">
          <a:solidFill>
            <a:schemeClr val="accent2"/>
          </a:solidFill>
          <a:latin typeface="+mn-lt"/>
          <a:ea typeface="+mn-ea"/>
          <a:cs typeface="+mn-cs"/>
        </a:defRPr>
      </a:lvl3pPr>
      <a:lvl4pPr marL="1344613" indent="-228600" algn="l" defTabSz="914400" rtl="0" eaLnBrk="1" latinLnBrk="0" hangingPunct="1">
        <a:lnSpc>
          <a:spcPct val="90000"/>
        </a:lnSpc>
        <a:spcBef>
          <a:spcPts val="900"/>
        </a:spcBef>
        <a:buSzPct val="100000"/>
        <a:buFont typeface="Arial" panose="020B0604020202020204" pitchFamily="34" charset="0"/>
        <a:buChar char="•"/>
        <a:defRPr lang="en-US" sz="1600" kern="1200">
          <a:solidFill>
            <a:schemeClr val="bg2"/>
          </a:solidFill>
          <a:latin typeface="+mn-lt"/>
          <a:ea typeface="+mn-ea"/>
          <a:cs typeface="+mn-cs"/>
        </a:defRPr>
      </a:lvl4pPr>
      <a:lvl5pPr marL="16129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551" userDrawn="1">
          <p15:clr>
            <a:srgbClr val="F26B43"/>
          </p15:clr>
        </p15:guide>
        <p15:guide id="4" orient="horz" pos="198" userDrawn="1">
          <p15:clr>
            <a:srgbClr val="F26B43"/>
          </p15:clr>
        </p15:guide>
        <p15:guide id="5" pos="356" userDrawn="1">
          <p15:clr>
            <a:srgbClr val="F26B43"/>
          </p15:clr>
        </p15:guide>
        <p15:guide id="6" pos="7324" userDrawn="1">
          <p15:clr>
            <a:srgbClr val="F26B43"/>
          </p15:clr>
        </p15:guide>
        <p15:guide id="7" orient="horz" pos="3892" userDrawn="1">
          <p15:clr>
            <a:srgbClr val="F26B43"/>
          </p15:clr>
        </p15:guide>
        <p15:guide id="8" orient="horz" pos="11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83AC-7134-7D1B-D029-B05C5C62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75EE8-D863-A9DF-BA2D-842D496ED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ED589-D11A-8CE4-00EF-F2FC9381E3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F61AA-D96A-ED2B-AF52-E4CDC64E32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B977121-2830-C96F-F2B3-DB23F865F4D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754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95157-8C6F-FCCF-8F1B-CB56773AFE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D81938-6AE6-27A8-50D9-695BC45A9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118672-A67E-450C-B5F0-6774677CF265}" type="slidenum">
              <a:rPr smtClean="0"/>
              <a:pPr/>
              <a:t>2</a:t>
            </a:fld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B3AA2-6254-3424-D8C4-600EAF45DD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EB448B-3F46-C90D-47EE-C5A3014E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1F53F6-A0CB-363E-6760-CF8CDF57B3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0D928D-B5A0-721B-1C7A-1FCC9EF67D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1B2467-80CA-F0CE-A3FA-B87EE3B511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587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plate ELCA 16/9">
  <a:themeElements>
    <a:clrScheme name="ELCA colors">
      <a:dk1>
        <a:srgbClr val="000000"/>
      </a:dk1>
      <a:lt1>
        <a:srgbClr val="FFFFFF"/>
      </a:lt1>
      <a:dk2>
        <a:srgbClr val="E23615"/>
      </a:dk2>
      <a:lt2>
        <a:srgbClr val="AF2322"/>
      </a:lt2>
      <a:accent1>
        <a:srgbClr val="641E16"/>
      </a:accent1>
      <a:accent2>
        <a:srgbClr val="414344"/>
      </a:accent2>
      <a:accent3>
        <a:srgbClr val="A0A0A0"/>
      </a:accent3>
      <a:accent4>
        <a:srgbClr val="00ADEF"/>
      </a:accent4>
      <a:accent5>
        <a:srgbClr val="28AF8F"/>
      </a:accent5>
      <a:accent6>
        <a:srgbClr val="FFCA4C"/>
      </a:accent6>
      <a:hlink>
        <a:srgbClr val="E23615"/>
      </a:hlink>
      <a:folHlink>
        <a:srgbClr val="8B8F90"/>
      </a:folHlink>
    </a:clrScheme>
    <a:fontScheme name="Personnalisé 147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LCA-Template_EN.potm" id="{01F7CCCE-457F-4EC0-92C6-08A60CC565EC}" vid="{3BFD60B0-816D-4909-A6AB-BAAB4BCD30D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682551357F234E98D01545783119F9" ma:contentTypeVersion="7" ma:contentTypeDescription="Create a new document." ma:contentTypeScope="" ma:versionID="35e76c338db35465fdd000a578e82f5f">
  <xsd:schema xmlns:xsd="http://www.w3.org/2001/XMLSchema" xmlns:xs="http://www.w3.org/2001/XMLSchema" xmlns:p="http://schemas.microsoft.com/office/2006/metadata/properties" xmlns:ns1="http://schemas.microsoft.com/sharepoint/v3" xmlns:ns2="3097eb5e-44a1-4c46-b60d-094eb8b6c93c" targetNamespace="http://schemas.microsoft.com/office/2006/metadata/properties" ma:root="true" ma:fieldsID="0853f6a9a48484318d98d69e7d5037f8" ns1:_="" ns2:_="">
    <xsd:import namespace="http://schemas.microsoft.com/sharepoint/v3"/>
    <xsd:import namespace="3097eb5e-44a1-4c46-b60d-094eb8b6c9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1:_dlc_Exemp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97eb5e-44a1-4c46-b60d-094eb8b6c93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097eb5e-44a1-4c46-b60d-094eb8b6c93c">
      <UserInfo>
        <DisplayName>Retus MÜLLER</DisplayName>
        <AccountId>256</AccountId>
        <AccountType/>
      </UserInfo>
    </SharedWithUsers>
  </documentManagement>
</p:properties>
</file>

<file path=customXml/item4.xml><?xml version="1.0" encoding="utf-8"?>
<?mso-contentType ?>
<p:Policy xmlns:p="office.server.policy" id="" local="true">
  <p:Name>Document</p:Name>
  <p:Description/>
  <p:Statement/>
  <p:PolicyItems>
    <p:PolicyItem featureId="Microsoft.Office.RecordsManagement.PolicyFeatures.PolicyAudit" staticId="0x010100E0682551357F234E98D01545783119F9|937198175" UniqueId="91caf065-e933-4337-85e2-09a680ed361f">
      <p:Name>Auditing</p:Name>
      <p:Description>Audits user actions on documents and list items to the Audit Log.</p:Description>
      <p:CustomData>
        <Audit>
          <View/>
        </Audit>
      </p:CustomData>
    </p:PolicyItem>
  </p:PolicyItems>
</p:Policy>
</file>

<file path=customXml/item5.xml><?xml version="1.0" encoding="utf-8"?>
<selectionCriteria>
  <property id="toggleFill" value="false"/>
  <property id="toggleOutline" value="false"/>
  <property id="toggleText" value="false"/>
  <property id="toggleEffect" value="false"/>
  <property id="TopLevel" value="true"/>
  <property id="fillColor" value="false"/>
  <property id="fillPattern" value="false"/>
  <property id="fillGradient" value="false"/>
  <property id="fillTransparency" value="false"/>
  <property id="outlineColor" value="false"/>
  <property id="outlineWeight" value="false"/>
  <property id="outlineDashes" value="false"/>
  <property id="outlineCompound" value="false"/>
  <property id="outlineTransparency" value="false"/>
  <property id="outlineArrow" value="false"/>
  <property id="effectShadow" value="false"/>
  <property id="effectReflection" value="false"/>
  <property id="effectGlow" value="false"/>
  <property id="effectSoftEdge" value="false"/>
  <property id="effectRotation" value="false"/>
  <property id="effectBevelShape" value="false"/>
  <property id="effectExtrusion" value="false"/>
  <property id="effectMaterial" value="false"/>
  <property id="effectWireframe" value="false"/>
  <property id="effectLighting" value="false"/>
  <property id="textFontFace" value="false"/>
  <property id="textFontSize" value="false"/>
  <property id="textFontColor" value="false"/>
  <property id="textFontBold" value="false"/>
  <property id="textFontItalic" value="false"/>
  <property id="textFontUnderline" value="false"/>
  <property id="textFontStrikethrough" value="false"/>
  <property id="textFontShadow" value="false"/>
  <property id="textAlignH" value="false"/>
  <property id="textAlignV" value="false"/>
  <property id="shapeType" value="false"/>
  <textSearch active="false" string=""/>
</selectionCriteria>
</file>

<file path=customXml/itemProps1.xml><?xml version="1.0" encoding="utf-8"?>
<ds:datastoreItem xmlns:ds="http://schemas.openxmlformats.org/officeDocument/2006/customXml" ds:itemID="{9B058076-8F53-4B12-BE49-5D2DDD69B5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CEA09C-01F6-4C72-B24D-F8DB978D34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097eb5e-44a1-4c46-b60d-094eb8b6c9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DA708F-0601-4CAF-9023-18765EBBFC6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3097eb5e-44a1-4c46-b60d-094eb8b6c93c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E6F0ADCC-49EC-4FB0-AB78-3DE424A47BFA}">
  <ds:schemaRefs>
    <ds:schemaRef ds:uri="office.server.policy"/>
  </ds:schemaRefs>
</ds:datastoreItem>
</file>

<file path=customXml/itemProps5.xml><?xml version="1.0" encoding="utf-8"?>
<ds:datastoreItem xmlns:ds="http://schemas.openxmlformats.org/officeDocument/2006/customXml" ds:itemID="{4613224B-D97D-4139-94C6-C46EE494C07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ELCA-Template_EN</Template>
  <TotalTime>3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Montserrat Light</vt:lpstr>
      <vt:lpstr>Proxima Nova</vt:lpstr>
      <vt:lpstr>Segoe UI</vt:lpstr>
      <vt:lpstr>Symbol</vt:lpstr>
      <vt:lpstr>Verdana</vt:lpstr>
      <vt:lpstr>Wingdings</vt:lpstr>
      <vt:lpstr>Template ELCA 16/9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Nissim BUCHS</dc:creator>
  <cp:lastModifiedBy>Nissim BUCHS</cp:lastModifiedBy>
  <cp:revision>1</cp:revision>
  <dcterms:created xsi:type="dcterms:W3CDTF">2026-06-03T17:39:38Z</dcterms:created>
  <dcterms:modified xsi:type="dcterms:W3CDTF">2026-06-04T09:57:28Z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0x010100E0682551357F234E98D01545783119F9</vt:lpwstr>
  </property>
</Properties>
</file>