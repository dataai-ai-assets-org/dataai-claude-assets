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8"/>
  </p:sldMasterIdLst>
  <p:notesMasterIdLst>
    <p:notesMasterId r:id="rId13"/>
  </p:notesMasterIdLst>
  <p:handoutMasterIdLst>
    <p:handoutMasterId r:id="rId14"/>
  </p:handoutMasterIdLst>
  <p:sldIdLst>
    <p:sldId id="2147481480" r:id="rId9"/>
    <p:sldId id="2147481527" r:id="rId10"/>
    <p:sldId id="2147481528" r:id="rId11"/>
    <p:sldId id="2147481444" r:id="rId12"/>
  </p:sldIdLst>
  <p:sldSz cx="12192000" cy="6858000"/>
  <p:notesSz cx="6858000" cy="9144000"/>
  <p:custDataLst>
    <p:custData r:id="rId7"/>
  </p:custDataLst>
  <p:defaultTextStyle>
    <a:defPPr>
      <a:defRPr lang="en-US"/>
    </a:defPPr>
    <a:lvl1pPr marL="0" algn="l" defTabSz="914400" rtl="0" eaLnBrk="1" latinLnBrk="0" hangingPunct="1">
      <a:defRPr lang="en-US" sz="1800" kern="1200">
        <a:solidFill>
          <a:schemeClr val="tx1"/>
        </a:solidFill>
        <a:latin typeface="+mn-lt"/>
        <a:ea typeface="+mn-ea"/>
        <a:cs typeface="+mn-cs"/>
      </a:defRPr>
    </a:lvl1pPr>
    <a:lvl2pPr marL="457200" algn="l" defTabSz="914400" rtl="0" eaLnBrk="1" latinLnBrk="0" hangingPunct="1">
      <a:defRPr lang="en-US" sz="1800" kern="1200">
        <a:solidFill>
          <a:schemeClr val="tx1"/>
        </a:solidFill>
        <a:latin typeface="+mn-lt"/>
        <a:ea typeface="+mn-ea"/>
        <a:cs typeface="+mn-cs"/>
      </a:defRPr>
    </a:lvl2pPr>
    <a:lvl3pPr marL="914400" algn="l" defTabSz="914400" rtl="0" eaLnBrk="1" latinLnBrk="0" hangingPunct="1">
      <a:defRPr lang="en-US" sz="1800" kern="1200">
        <a:solidFill>
          <a:schemeClr val="tx1"/>
        </a:solidFill>
        <a:latin typeface="+mn-lt"/>
        <a:ea typeface="+mn-ea"/>
        <a:cs typeface="+mn-cs"/>
      </a:defRPr>
    </a:lvl3pPr>
    <a:lvl4pPr marL="1371600" algn="l" defTabSz="914400" rtl="0" eaLnBrk="1" latinLnBrk="0" hangingPunct="1">
      <a:defRPr lang="en-US" sz="1800" kern="1200">
        <a:solidFill>
          <a:schemeClr val="tx1"/>
        </a:solidFill>
        <a:latin typeface="+mn-lt"/>
        <a:ea typeface="+mn-ea"/>
        <a:cs typeface="+mn-cs"/>
      </a:defRPr>
    </a:lvl4pPr>
    <a:lvl5pPr marL="1828800" algn="l" defTabSz="914400" rtl="0" eaLnBrk="1" latinLnBrk="0" hangingPunct="1">
      <a:defRPr lang="en-US" sz="1800" kern="1200">
        <a:solidFill>
          <a:schemeClr val="tx1"/>
        </a:solidFill>
        <a:latin typeface="+mn-lt"/>
        <a:ea typeface="+mn-ea"/>
        <a:cs typeface="+mn-cs"/>
      </a:defRPr>
    </a:lvl5pPr>
    <a:lvl6pPr marL="2286000" algn="l" defTabSz="914400" rtl="0" eaLnBrk="1" latinLnBrk="0" hangingPunct="1">
      <a:defRPr lang="en-US" sz="1800" kern="1200">
        <a:solidFill>
          <a:schemeClr val="tx1"/>
        </a:solidFill>
        <a:latin typeface="+mn-lt"/>
        <a:ea typeface="+mn-ea"/>
        <a:cs typeface="+mn-cs"/>
      </a:defRPr>
    </a:lvl6pPr>
    <a:lvl7pPr marL="2743200" algn="l" defTabSz="914400" rtl="0" eaLnBrk="1" latinLnBrk="0" hangingPunct="1">
      <a:defRPr lang="en-US" sz="1800" kern="1200">
        <a:solidFill>
          <a:schemeClr val="tx1"/>
        </a:solidFill>
        <a:latin typeface="+mn-lt"/>
        <a:ea typeface="+mn-ea"/>
        <a:cs typeface="+mn-cs"/>
      </a:defRPr>
    </a:lvl7pPr>
    <a:lvl8pPr marL="3200400" algn="l" defTabSz="914400" rtl="0" eaLnBrk="1" latinLnBrk="0" hangingPunct="1">
      <a:defRPr lang="en-US" sz="1800" kern="1200">
        <a:solidFill>
          <a:schemeClr val="tx1"/>
        </a:solidFill>
        <a:latin typeface="+mn-lt"/>
        <a:ea typeface="+mn-ea"/>
        <a:cs typeface="+mn-cs"/>
      </a:defRPr>
    </a:lvl8pPr>
    <a:lvl9pPr marL="3657600" algn="l" defTabSz="9144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32672A-D4DB-744B-B0A6-D3FC25BED65B}" name="Retus MÜLLER" initials="RM" userId="S::retus.mueller@elca.ch::7848bf84-27af-4bf4-92bd-a95a3288cc62" providerId="AD"/>
  <p188:author id="{5F66ED46-51D7-A046-45FE-2A5FEEA67F46}" name="Daniel LOOSLI" initials="DL" userId="S::daniel.loosli@elca.ch::f784f700-9526-4497-9707-6fdc531be764"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3615"/>
    <a:srgbClr val="1FAF8C"/>
    <a:srgbClr val="28AF91"/>
    <a:srgbClr val="61AAEC"/>
    <a:srgbClr val="91A0B4"/>
    <a:srgbClr val="66CEF6"/>
    <a:srgbClr val="A0A0A0"/>
    <a:srgbClr val="FFCA4C"/>
    <a:srgbClr val="E6E6E6"/>
    <a:srgbClr val="4143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85AB5A-2608-4F9E-927D-52D5305D0D2E}" v="34" dt="2026-06-04T09:54:35.04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994" autoAdjust="0"/>
    <p:restoredTop sz="86369" autoAdjust="0"/>
  </p:normalViewPr>
  <p:slideViewPr>
    <p:cSldViewPr showGuides="1">
      <p:cViewPr varScale="1">
        <p:scale>
          <a:sx n="101" d="100"/>
          <a:sy n="101" d="100"/>
        </p:scale>
        <p:origin x="138" y="144"/>
      </p:cViewPr>
      <p:guideLst>
        <p:guide orient="horz" pos="2115"/>
        <p:guide pos="3840"/>
      </p:guideLst>
    </p:cSldViewPr>
  </p:slideViewPr>
  <p:outlineViewPr>
    <p:cViewPr>
      <p:scale>
        <a:sx n="33" d="100"/>
        <a:sy n="33" d="100"/>
      </p:scale>
      <p:origin x="0" y="-4704"/>
    </p:cViewPr>
  </p:outlineViewPr>
  <p:notesTextViewPr>
    <p:cViewPr>
      <p:scale>
        <a:sx n="3" d="2"/>
        <a:sy n="3" d="2"/>
      </p:scale>
      <p:origin x="0" y="0"/>
    </p:cViewPr>
  </p:notesTextViewPr>
  <p:sorterViewPr>
    <p:cViewPr>
      <p:scale>
        <a:sx n="90" d="100"/>
        <a:sy n="90" d="100"/>
      </p:scale>
      <p:origin x="0" y="0"/>
    </p:cViewPr>
  </p:sorterViewPr>
  <p:notesViewPr>
    <p:cSldViewPr showGuides="1">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5" Type="http://schemas.openxmlformats.org/officeDocument/2006/relationships/customXml" Target="../customXml/item5.xml"/><Relationship Id="rId15" Type="http://schemas.openxmlformats.org/officeDocument/2006/relationships/presProps" Target="presProps.xml"/><Relationship Id="rId10" Type="http://schemas.openxmlformats.org/officeDocument/2006/relationships/slide" Target="slides/slide2.xml"/><Relationship Id="rId19"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sim BUCHS" userId="39980080-8f47-4a71-89a4-94f6e89a41c2" providerId="ADAL" clId="{24E04178-7F06-41FE-98FC-9DB553EBC684}"/>
    <pc:docChg chg="undo custSel addSld delSld modSld modMainMaster">
      <pc:chgData name="Nissim BUCHS" userId="39980080-8f47-4a71-89a4-94f6e89a41c2" providerId="ADAL" clId="{24E04178-7F06-41FE-98FC-9DB553EBC684}" dt="2026-06-04T09:54:44.024" v="140" actId="478"/>
      <pc:docMkLst>
        <pc:docMk/>
      </pc:docMkLst>
      <pc:sldChg chg="add del">
        <pc:chgData name="Nissim BUCHS" userId="39980080-8f47-4a71-89a4-94f6e89a41c2" providerId="ADAL" clId="{24E04178-7F06-41FE-98FC-9DB553EBC684}" dt="2026-06-03T14:35:52.775" v="11" actId="47"/>
        <pc:sldMkLst>
          <pc:docMk/>
          <pc:sldMk cId="894728702" sldId="2147481443"/>
        </pc:sldMkLst>
      </pc:sldChg>
      <pc:sldChg chg="add del">
        <pc:chgData name="Nissim BUCHS" userId="39980080-8f47-4a71-89a4-94f6e89a41c2" providerId="ADAL" clId="{24E04178-7F06-41FE-98FC-9DB553EBC684}" dt="2026-06-03T14:43:22.902" v="22" actId="47"/>
        <pc:sldMkLst>
          <pc:docMk/>
          <pc:sldMk cId="0" sldId="2147481444"/>
        </pc:sldMkLst>
      </pc:sldChg>
      <pc:sldChg chg="add del">
        <pc:chgData name="Nissim BUCHS" userId="39980080-8f47-4a71-89a4-94f6e89a41c2" providerId="ADAL" clId="{24E04178-7F06-41FE-98FC-9DB553EBC684}" dt="2026-06-03T14:35:52.775" v="11" actId="47"/>
        <pc:sldMkLst>
          <pc:docMk/>
          <pc:sldMk cId="501788736" sldId="2147481454"/>
        </pc:sldMkLst>
      </pc:sldChg>
      <pc:sldChg chg="add del">
        <pc:chgData name="Nissim BUCHS" userId="39980080-8f47-4a71-89a4-94f6e89a41c2" providerId="ADAL" clId="{24E04178-7F06-41FE-98FC-9DB553EBC684}" dt="2026-06-03T14:35:52.775" v="11" actId="47"/>
        <pc:sldMkLst>
          <pc:docMk/>
          <pc:sldMk cId="2552367648" sldId="2147481458"/>
        </pc:sldMkLst>
      </pc:sldChg>
      <pc:sldChg chg="addSp delSp modSp add del mod">
        <pc:chgData name="Nissim BUCHS" userId="39980080-8f47-4a71-89a4-94f6e89a41c2" providerId="ADAL" clId="{24E04178-7F06-41FE-98FC-9DB553EBC684}" dt="2026-06-03T14:43:35.918" v="26" actId="20577"/>
        <pc:sldMkLst>
          <pc:docMk/>
          <pc:sldMk cId="3563785709" sldId="2147481480"/>
        </pc:sldMkLst>
        <pc:spChg chg="mod">
          <ac:chgData name="Nissim BUCHS" userId="39980080-8f47-4a71-89a4-94f6e89a41c2" providerId="ADAL" clId="{24E04178-7F06-41FE-98FC-9DB553EBC684}" dt="2026-06-03T14:43:35.918" v="26" actId="20577"/>
          <ac:spMkLst>
            <pc:docMk/>
            <pc:sldMk cId="3563785709" sldId="2147481480"/>
            <ac:spMk id="7" creationId="{00000000-0000-0000-0000-000000000000}"/>
          </ac:spMkLst>
        </pc:spChg>
        <pc:picChg chg="add del">
          <ac:chgData name="Nissim BUCHS" userId="39980080-8f47-4a71-89a4-94f6e89a41c2" providerId="ADAL" clId="{24E04178-7F06-41FE-98FC-9DB553EBC684}" dt="2026-06-03T14:37:56.741" v="14" actId="478"/>
          <ac:picMkLst>
            <pc:docMk/>
            <pc:sldMk cId="3563785709" sldId="2147481480"/>
            <ac:picMk id="2" creationId="{00000000-0000-0000-0000-000000000000}"/>
          </ac:picMkLst>
        </pc:picChg>
      </pc:sldChg>
      <pc:sldChg chg="add del">
        <pc:chgData name="Nissim BUCHS" userId="39980080-8f47-4a71-89a4-94f6e89a41c2" providerId="ADAL" clId="{24E04178-7F06-41FE-98FC-9DB553EBC684}" dt="2026-06-03T14:35:52.775" v="11" actId="47"/>
        <pc:sldMkLst>
          <pc:docMk/>
          <pc:sldMk cId="941656148" sldId="2147481481"/>
        </pc:sldMkLst>
      </pc:sldChg>
      <pc:sldChg chg="add del">
        <pc:chgData name="Nissim BUCHS" userId="39980080-8f47-4a71-89a4-94f6e89a41c2" providerId="ADAL" clId="{24E04178-7F06-41FE-98FC-9DB553EBC684}" dt="2026-06-03T14:35:52.775" v="11" actId="47"/>
        <pc:sldMkLst>
          <pc:docMk/>
          <pc:sldMk cId="714022218" sldId="2147481485"/>
        </pc:sldMkLst>
      </pc:sldChg>
      <pc:sldChg chg="del">
        <pc:chgData name="Nissim BUCHS" userId="39980080-8f47-4a71-89a4-94f6e89a41c2" providerId="ADAL" clId="{24E04178-7F06-41FE-98FC-9DB553EBC684}" dt="2026-06-03T14:33:03.201" v="0" actId="47"/>
        <pc:sldMkLst>
          <pc:docMk/>
          <pc:sldMk cId="3343796748" sldId="2147481487"/>
        </pc:sldMkLst>
      </pc:sldChg>
      <pc:sldChg chg="del">
        <pc:chgData name="Nissim BUCHS" userId="39980080-8f47-4a71-89a4-94f6e89a41c2" providerId="ADAL" clId="{24E04178-7F06-41FE-98FC-9DB553EBC684}" dt="2026-06-03T14:33:03.201" v="0" actId="47"/>
        <pc:sldMkLst>
          <pc:docMk/>
          <pc:sldMk cId="1004205474" sldId="2147481488"/>
        </pc:sldMkLst>
      </pc:sldChg>
      <pc:sldChg chg="add del">
        <pc:chgData name="Nissim BUCHS" userId="39980080-8f47-4a71-89a4-94f6e89a41c2" providerId="ADAL" clId="{24E04178-7F06-41FE-98FC-9DB553EBC684}" dt="2026-06-03T14:35:52.775" v="11" actId="47"/>
        <pc:sldMkLst>
          <pc:docMk/>
          <pc:sldMk cId="3046437103" sldId="2147481489"/>
        </pc:sldMkLst>
      </pc:sldChg>
      <pc:sldChg chg="add del">
        <pc:chgData name="Nissim BUCHS" userId="39980080-8f47-4a71-89a4-94f6e89a41c2" providerId="ADAL" clId="{24E04178-7F06-41FE-98FC-9DB553EBC684}" dt="2026-06-03T14:35:52.775" v="11" actId="47"/>
        <pc:sldMkLst>
          <pc:docMk/>
          <pc:sldMk cId="1614747297" sldId="2147481491"/>
        </pc:sldMkLst>
      </pc:sldChg>
      <pc:sldChg chg="add del">
        <pc:chgData name="Nissim BUCHS" userId="39980080-8f47-4a71-89a4-94f6e89a41c2" providerId="ADAL" clId="{24E04178-7F06-41FE-98FC-9DB553EBC684}" dt="2026-06-03T14:35:52.775" v="11" actId="47"/>
        <pc:sldMkLst>
          <pc:docMk/>
          <pc:sldMk cId="941656148" sldId="2147481501"/>
        </pc:sldMkLst>
      </pc:sldChg>
      <pc:sldChg chg="add del">
        <pc:chgData name="Nissim BUCHS" userId="39980080-8f47-4a71-89a4-94f6e89a41c2" providerId="ADAL" clId="{24E04178-7F06-41FE-98FC-9DB553EBC684}" dt="2026-06-03T14:35:52.775" v="11" actId="47"/>
        <pc:sldMkLst>
          <pc:docMk/>
          <pc:sldMk cId="941656148" sldId="2147481505"/>
        </pc:sldMkLst>
      </pc:sldChg>
      <pc:sldChg chg="add del">
        <pc:chgData name="Nissim BUCHS" userId="39980080-8f47-4a71-89a4-94f6e89a41c2" providerId="ADAL" clId="{24E04178-7F06-41FE-98FC-9DB553EBC684}" dt="2026-06-03T14:35:52.775" v="11" actId="47"/>
        <pc:sldMkLst>
          <pc:docMk/>
          <pc:sldMk cId="3938974114" sldId="2147481514"/>
        </pc:sldMkLst>
      </pc:sldChg>
      <pc:sldChg chg="add del">
        <pc:chgData name="Nissim BUCHS" userId="39980080-8f47-4a71-89a4-94f6e89a41c2" providerId="ADAL" clId="{24E04178-7F06-41FE-98FC-9DB553EBC684}" dt="2026-06-03T14:35:52.775" v="11" actId="47"/>
        <pc:sldMkLst>
          <pc:docMk/>
          <pc:sldMk cId="3938974114" sldId="2147481515"/>
        </pc:sldMkLst>
      </pc:sldChg>
      <pc:sldChg chg="add del">
        <pc:chgData name="Nissim BUCHS" userId="39980080-8f47-4a71-89a4-94f6e89a41c2" providerId="ADAL" clId="{24E04178-7F06-41FE-98FC-9DB553EBC684}" dt="2026-06-03T14:35:52.775" v="11" actId="47"/>
        <pc:sldMkLst>
          <pc:docMk/>
          <pc:sldMk cId="3938974114" sldId="2147481517"/>
        </pc:sldMkLst>
      </pc:sldChg>
      <pc:sldChg chg="add del">
        <pc:chgData name="Nissim BUCHS" userId="39980080-8f47-4a71-89a4-94f6e89a41c2" providerId="ADAL" clId="{24E04178-7F06-41FE-98FC-9DB553EBC684}" dt="2026-06-03T14:35:52.775" v="11" actId="47"/>
        <pc:sldMkLst>
          <pc:docMk/>
          <pc:sldMk cId="501788736" sldId="2147481518"/>
        </pc:sldMkLst>
      </pc:sldChg>
      <pc:sldChg chg="add del">
        <pc:chgData name="Nissim BUCHS" userId="39980080-8f47-4a71-89a4-94f6e89a41c2" providerId="ADAL" clId="{24E04178-7F06-41FE-98FC-9DB553EBC684}" dt="2026-06-03T14:35:52.775" v="11" actId="47"/>
        <pc:sldMkLst>
          <pc:docMk/>
          <pc:sldMk cId="941656148" sldId="2147481519"/>
        </pc:sldMkLst>
      </pc:sldChg>
      <pc:sldChg chg="modSp add del mod">
        <pc:chgData name="Nissim BUCHS" userId="39980080-8f47-4a71-89a4-94f6e89a41c2" providerId="ADAL" clId="{24E04178-7F06-41FE-98FC-9DB553EBC684}" dt="2026-06-03T17:30:51.514" v="84" actId="20577"/>
        <pc:sldMkLst>
          <pc:docMk/>
          <pc:sldMk cId="2804432798" sldId="2147481527"/>
        </pc:sldMkLst>
        <pc:spChg chg="mod">
          <ac:chgData name="Nissim BUCHS" userId="39980080-8f47-4a71-89a4-94f6e89a41c2" providerId="ADAL" clId="{24E04178-7F06-41FE-98FC-9DB553EBC684}" dt="2026-06-03T17:30:51.514" v="84" actId="20577"/>
          <ac:spMkLst>
            <pc:docMk/>
            <pc:sldMk cId="2804432798" sldId="2147481527"/>
            <ac:spMk id="52" creationId="{00000000-0000-0000-0000-000000000000}"/>
          </ac:spMkLst>
        </pc:spChg>
        <pc:spChg chg="mod">
          <ac:chgData name="Nissim BUCHS" userId="39980080-8f47-4a71-89a4-94f6e89a41c2" providerId="ADAL" clId="{24E04178-7F06-41FE-98FC-9DB553EBC684}" dt="2026-06-03T17:30:36.130" v="72"/>
          <ac:spMkLst>
            <pc:docMk/>
            <pc:sldMk cId="2804432798" sldId="2147481527"/>
            <ac:spMk id="53" creationId="{00000000-0000-0000-0000-000000000000}"/>
          </ac:spMkLst>
        </pc:spChg>
        <pc:spChg chg="mod">
          <ac:chgData name="Nissim BUCHS" userId="39980080-8f47-4a71-89a4-94f6e89a41c2" providerId="ADAL" clId="{24E04178-7F06-41FE-98FC-9DB553EBC684}" dt="2026-06-03T17:30:27.285" v="70"/>
          <ac:spMkLst>
            <pc:docMk/>
            <pc:sldMk cId="2804432798" sldId="2147481527"/>
            <ac:spMk id="57" creationId="{00000000-0000-0000-0000-000000000000}"/>
          </ac:spMkLst>
        </pc:spChg>
        <pc:spChg chg="mod">
          <ac:chgData name="Nissim BUCHS" userId="39980080-8f47-4a71-89a4-94f6e89a41c2" providerId="ADAL" clId="{24E04178-7F06-41FE-98FC-9DB553EBC684}" dt="2026-06-03T17:30:03.658" v="35" actId="20577"/>
          <ac:spMkLst>
            <pc:docMk/>
            <pc:sldMk cId="2804432798" sldId="2147481527"/>
            <ac:spMk id="60" creationId="{00000000-0000-0000-0000-000000000000}"/>
          </ac:spMkLst>
        </pc:spChg>
        <pc:spChg chg="mod">
          <ac:chgData name="Nissim BUCHS" userId="39980080-8f47-4a71-89a4-94f6e89a41c2" providerId="ADAL" clId="{24E04178-7F06-41FE-98FC-9DB553EBC684}" dt="2026-06-03T17:30:25.102" v="69"/>
          <ac:spMkLst>
            <pc:docMk/>
            <pc:sldMk cId="2804432798" sldId="2147481527"/>
            <ac:spMk id="61" creationId="{00000000-0000-0000-0000-000000000000}"/>
          </ac:spMkLst>
        </pc:spChg>
        <pc:spChg chg="mod">
          <ac:chgData name="Nissim BUCHS" userId="39980080-8f47-4a71-89a4-94f6e89a41c2" providerId="ADAL" clId="{24E04178-7F06-41FE-98FC-9DB553EBC684}" dt="2026-06-03T17:30:11.142" v="50" actId="20577"/>
          <ac:spMkLst>
            <pc:docMk/>
            <pc:sldMk cId="2804432798" sldId="2147481527"/>
            <ac:spMk id="64" creationId="{00000000-0000-0000-0000-000000000000}"/>
          </ac:spMkLst>
        </pc:spChg>
        <pc:spChg chg="mod">
          <ac:chgData name="Nissim BUCHS" userId="39980080-8f47-4a71-89a4-94f6e89a41c2" providerId="ADAL" clId="{24E04178-7F06-41FE-98FC-9DB553EBC684}" dt="2026-06-03T17:30:21.451" v="68" actId="20577"/>
          <ac:spMkLst>
            <pc:docMk/>
            <pc:sldMk cId="2804432798" sldId="2147481527"/>
            <ac:spMk id="65" creationId="{00000000-0000-0000-0000-000000000000}"/>
          </ac:spMkLst>
        </pc:spChg>
        <pc:spChg chg="mod">
          <ac:chgData name="Nissim BUCHS" userId="39980080-8f47-4a71-89a4-94f6e89a41c2" providerId="ADAL" clId="{24E04178-7F06-41FE-98FC-9DB553EBC684}" dt="2026-06-03T17:30:30.286" v="71"/>
          <ac:spMkLst>
            <pc:docMk/>
            <pc:sldMk cId="2804432798" sldId="2147481527"/>
            <ac:spMk id="69" creationId="{00000000-0000-0000-0000-000000000000}"/>
          </ac:spMkLst>
        </pc:spChg>
      </pc:sldChg>
      <pc:sldChg chg="new del">
        <pc:chgData name="Nissim BUCHS" userId="39980080-8f47-4a71-89a4-94f6e89a41c2" providerId="ADAL" clId="{24E04178-7F06-41FE-98FC-9DB553EBC684}" dt="2026-06-03T14:34:15.150" v="4" actId="680"/>
        <pc:sldMkLst>
          <pc:docMk/>
          <pc:sldMk cId="3493151164" sldId="2147481528"/>
        </pc:sldMkLst>
      </pc:sldChg>
      <pc:sldChg chg="new add del">
        <pc:chgData name="Nissim BUCHS" userId="39980080-8f47-4a71-89a4-94f6e89a41c2" providerId="ADAL" clId="{24E04178-7F06-41FE-98FC-9DB553EBC684}" dt="2026-06-03T14:43:22.902" v="22" actId="47"/>
        <pc:sldMkLst>
          <pc:docMk/>
          <pc:sldMk cId="4090600455" sldId="2147481528"/>
        </pc:sldMkLst>
      </pc:sldChg>
      <pc:sldChg chg="add del">
        <pc:chgData name="Nissim BUCHS" userId="39980080-8f47-4a71-89a4-94f6e89a41c2" providerId="ADAL" clId="{24E04178-7F06-41FE-98FC-9DB553EBC684}" dt="2026-06-03T14:35:52.775" v="11" actId="47"/>
        <pc:sldMkLst>
          <pc:docMk/>
          <pc:sldMk cId="3860283861" sldId="2147481529"/>
        </pc:sldMkLst>
      </pc:sldChg>
      <pc:sldChg chg="add del">
        <pc:chgData name="Nissim BUCHS" userId="39980080-8f47-4a71-89a4-94f6e89a41c2" providerId="ADAL" clId="{24E04178-7F06-41FE-98FC-9DB553EBC684}" dt="2026-06-03T14:35:52.775" v="11" actId="47"/>
        <pc:sldMkLst>
          <pc:docMk/>
          <pc:sldMk cId="3305380590" sldId="2147481531"/>
        </pc:sldMkLst>
      </pc:sldChg>
      <pc:sldChg chg="add del">
        <pc:chgData name="Nissim BUCHS" userId="39980080-8f47-4a71-89a4-94f6e89a41c2" providerId="ADAL" clId="{24E04178-7F06-41FE-98FC-9DB553EBC684}" dt="2026-06-03T14:35:52.775" v="11" actId="47"/>
        <pc:sldMkLst>
          <pc:docMk/>
          <pc:sldMk cId="2868066424" sldId="2147481532"/>
        </pc:sldMkLst>
      </pc:sldChg>
      <pc:sldChg chg="add del">
        <pc:chgData name="Nissim BUCHS" userId="39980080-8f47-4a71-89a4-94f6e89a41c2" providerId="ADAL" clId="{24E04178-7F06-41FE-98FC-9DB553EBC684}" dt="2026-06-03T14:35:52.775" v="11" actId="47"/>
        <pc:sldMkLst>
          <pc:docMk/>
          <pc:sldMk cId="637985869" sldId="2147481578"/>
        </pc:sldMkLst>
      </pc:sldChg>
      <pc:sldChg chg="add del">
        <pc:chgData name="Nissim BUCHS" userId="39980080-8f47-4a71-89a4-94f6e89a41c2" providerId="ADAL" clId="{24E04178-7F06-41FE-98FC-9DB553EBC684}" dt="2026-06-03T14:35:52.775" v="11" actId="47"/>
        <pc:sldMkLst>
          <pc:docMk/>
          <pc:sldMk cId="4140037651" sldId="2147481579"/>
        </pc:sldMkLst>
      </pc:sldChg>
      <pc:sldChg chg="add del">
        <pc:chgData name="Nissim BUCHS" userId="39980080-8f47-4a71-89a4-94f6e89a41c2" providerId="ADAL" clId="{24E04178-7F06-41FE-98FC-9DB553EBC684}" dt="2026-06-03T14:35:52.775" v="11" actId="47"/>
        <pc:sldMkLst>
          <pc:docMk/>
          <pc:sldMk cId="3301346361" sldId="2147481580"/>
        </pc:sldMkLst>
      </pc:sldChg>
      <pc:sldMasterChg chg="addSp delSp mod addSldLayout delSldLayout modSldLayout sldLayoutOrd">
        <pc:chgData name="Nissim BUCHS" userId="39980080-8f47-4a71-89a4-94f6e89a41c2" providerId="ADAL" clId="{24E04178-7F06-41FE-98FC-9DB553EBC684}" dt="2026-06-04T09:54:44.024" v="140" actId="478"/>
        <pc:sldMasterMkLst>
          <pc:docMk/>
          <pc:sldMasterMk cId="1678555418" sldId="2147483648"/>
        </pc:sldMasterMkLst>
        <pc:picChg chg="add del">
          <ac:chgData name="Nissim BUCHS" userId="39980080-8f47-4a71-89a4-94f6e89a41c2" providerId="ADAL" clId="{24E04178-7F06-41FE-98FC-9DB553EBC684}" dt="2026-06-03T14:38:42.843" v="18" actId="478"/>
          <ac:picMkLst>
            <pc:docMk/>
            <pc:sldMasterMk cId="1678555418" sldId="2147483648"/>
            <ac:picMk id="2" creationId="{42CE9689-E7F6-C4D2-861E-1BD8FB89D407}"/>
          </ac:picMkLst>
        </pc:picChg>
        <pc:sldLayoutChg chg="addSp delSp modSp mod">
          <pc:chgData name="Nissim BUCHS" userId="39980080-8f47-4a71-89a4-94f6e89a41c2" providerId="ADAL" clId="{24E04178-7F06-41FE-98FC-9DB553EBC684}" dt="2026-06-04T09:53:03.455" v="117"/>
          <pc:sldLayoutMkLst>
            <pc:docMk/>
            <pc:sldMasterMk cId="1678555418" sldId="2147483648"/>
            <pc:sldLayoutMk cId="1049212231" sldId="2147483778"/>
          </pc:sldLayoutMkLst>
          <pc:spChg chg="del">
            <ac:chgData name="Nissim BUCHS" userId="39980080-8f47-4a71-89a4-94f6e89a41c2" providerId="ADAL" clId="{24E04178-7F06-41FE-98FC-9DB553EBC684}" dt="2026-06-04T09:53:03.162" v="116" actId="478"/>
            <ac:spMkLst>
              <pc:docMk/>
              <pc:sldMasterMk cId="1678555418" sldId="2147483648"/>
              <pc:sldLayoutMk cId="1049212231" sldId="2147483778"/>
              <ac:spMk id="2" creationId="{EAAB41D6-D758-E8F8-37B6-A93F730A3138}"/>
            </ac:spMkLst>
          </pc:spChg>
          <pc:spChg chg="add mod">
            <ac:chgData name="Nissim BUCHS" userId="39980080-8f47-4a71-89a4-94f6e89a41c2" providerId="ADAL" clId="{24E04178-7F06-41FE-98FC-9DB553EBC684}" dt="2026-06-04T09:53:03.455" v="117"/>
            <ac:spMkLst>
              <pc:docMk/>
              <pc:sldMasterMk cId="1678555418" sldId="2147483648"/>
              <pc:sldLayoutMk cId="1049212231" sldId="2147483778"/>
              <ac:spMk id="5" creationId="{88552942-1EBE-F579-CAD8-B2F1EB5A448C}"/>
            </ac:spMkLst>
          </pc:spChg>
          <pc:spChg chg="add mod">
            <ac:chgData name="Nissim BUCHS" userId="39980080-8f47-4a71-89a4-94f6e89a41c2" providerId="ADAL" clId="{24E04178-7F06-41FE-98FC-9DB553EBC684}" dt="2026-06-04T09:53:03.455" v="117"/>
            <ac:spMkLst>
              <pc:docMk/>
              <pc:sldMasterMk cId="1678555418" sldId="2147483648"/>
              <pc:sldLayoutMk cId="1049212231" sldId="2147483778"/>
              <ac:spMk id="8" creationId="{B0864C6B-76ED-D9EE-0A7C-BE7042CB5B52}"/>
            </ac:spMkLst>
          </pc:spChg>
        </pc:sldLayoutChg>
        <pc:sldLayoutChg chg="addSp delSp modSp mod">
          <pc:chgData name="Nissim BUCHS" userId="39980080-8f47-4a71-89a4-94f6e89a41c2" providerId="ADAL" clId="{24E04178-7F06-41FE-98FC-9DB553EBC684}" dt="2026-06-04T09:53:12.783" v="121"/>
          <pc:sldLayoutMkLst>
            <pc:docMk/>
            <pc:sldMasterMk cId="1678555418" sldId="2147483648"/>
            <pc:sldLayoutMk cId="1617602673" sldId="2147483780"/>
          </pc:sldLayoutMkLst>
          <pc:spChg chg="del">
            <ac:chgData name="Nissim BUCHS" userId="39980080-8f47-4a71-89a4-94f6e89a41c2" providerId="ADAL" clId="{24E04178-7F06-41FE-98FC-9DB553EBC684}" dt="2026-06-04T09:53:12.481" v="120" actId="478"/>
            <ac:spMkLst>
              <pc:docMk/>
              <pc:sldMasterMk cId="1678555418" sldId="2147483648"/>
              <pc:sldLayoutMk cId="1617602673" sldId="2147483780"/>
              <ac:spMk id="2" creationId="{69A3DBF6-6071-1B57-7246-9D170DDBD0D9}"/>
            </ac:spMkLst>
          </pc:spChg>
          <pc:spChg chg="add mod">
            <ac:chgData name="Nissim BUCHS" userId="39980080-8f47-4a71-89a4-94f6e89a41c2" providerId="ADAL" clId="{24E04178-7F06-41FE-98FC-9DB553EBC684}" dt="2026-06-04T09:53:12.783" v="121"/>
            <ac:spMkLst>
              <pc:docMk/>
              <pc:sldMasterMk cId="1678555418" sldId="2147483648"/>
              <pc:sldLayoutMk cId="1617602673" sldId="2147483780"/>
              <ac:spMk id="5" creationId="{19CA9E44-B989-267D-9CC0-C4604D348D48}"/>
            </ac:spMkLst>
          </pc:spChg>
          <pc:spChg chg="add mod">
            <ac:chgData name="Nissim BUCHS" userId="39980080-8f47-4a71-89a4-94f6e89a41c2" providerId="ADAL" clId="{24E04178-7F06-41FE-98FC-9DB553EBC684}" dt="2026-06-04T09:53:12.783" v="121"/>
            <ac:spMkLst>
              <pc:docMk/>
              <pc:sldMasterMk cId="1678555418" sldId="2147483648"/>
              <pc:sldLayoutMk cId="1617602673" sldId="2147483780"/>
              <ac:spMk id="8" creationId="{FB0AE347-CC94-6D0F-632E-75A19A1523F8}"/>
            </ac:spMkLst>
          </pc:spChg>
        </pc:sldLayoutChg>
        <pc:sldLayoutChg chg="addSp delSp modSp mod">
          <pc:chgData name="Nissim BUCHS" userId="39980080-8f47-4a71-89a4-94f6e89a41c2" providerId="ADAL" clId="{24E04178-7F06-41FE-98FC-9DB553EBC684}" dt="2026-06-04T09:51:31.995" v="105"/>
          <pc:sldLayoutMkLst>
            <pc:docMk/>
            <pc:sldMasterMk cId="1678555418" sldId="2147483648"/>
            <pc:sldLayoutMk cId="162073325" sldId="2147483781"/>
          </pc:sldLayoutMkLst>
          <pc:spChg chg="add mod">
            <ac:chgData name="Nissim BUCHS" userId="39980080-8f47-4a71-89a4-94f6e89a41c2" providerId="ADAL" clId="{24E04178-7F06-41FE-98FC-9DB553EBC684}" dt="2026-06-04T09:51:31.995" v="105"/>
            <ac:spMkLst>
              <pc:docMk/>
              <pc:sldMasterMk cId="1678555418" sldId="2147483648"/>
              <pc:sldLayoutMk cId="162073325" sldId="2147483781"/>
              <ac:spMk id="4" creationId="{320EFA49-C7A0-23B9-AB54-77F13B42E07E}"/>
            </ac:spMkLst>
          </pc:spChg>
          <pc:spChg chg="del">
            <ac:chgData name="Nissim BUCHS" userId="39980080-8f47-4a71-89a4-94f6e89a41c2" providerId="ADAL" clId="{24E04178-7F06-41FE-98FC-9DB553EBC684}" dt="2026-06-04T09:51:30.912" v="104" actId="478"/>
            <ac:spMkLst>
              <pc:docMk/>
              <pc:sldMasterMk cId="1678555418" sldId="2147483648"/>
              <pc:sldLayoutMk cId="162073325" sldId="2147483781"/>
              <ac:spMk id="18" creationId="{AB50733C-113E-DA23-A2A3-6A788B2C6EE4}"/>
            </ac:spMkLst>
          </pc:spChg>
        </pc:sldLayoutChg>
        <pc:sldLayoutChg chg="addSp delSp modSp mod">
          <pc:chgData name="Nissim BUCHS" userId="39980080-8f47-4a71-89a4-94f6e89a41c2" providerId="ADAL" clId="{24E04178-7F06-41FE-98FC-9DB553EBC684}" dt="2026-06-04T09:53:07.288" v="119"/>
          <pc:sldLayoutMkLst>
            <pc:docMk/>
            <pc:sldMasterMk cId="1678555418" sldId="2147483648"/>
            <pc:sldLayoutMk cId="3201048362" sldId="2147483783"/>
          </pc:sldLayoutMkLst>
          <pc:spChg chg="del">
            <ac:chgData name="Nissim BUCHS" userId="39980080-8f47-4a71-89a4-94f6e89a41c2" providerId="ADAL" clId="{24E04178-7F06-41FE-98FC-9DB553EBC684}" dt="2026-06-04T09:53:07.001" v="118" actId="478"/>
            <ac:spMkLst>
              <pc:docMk/>
              <pc:sldMasterMk cId="1678555418" sldId="2147483648"/>
              <pc:sldLayoutMk cId="3201048362" sldId="2147483783"/>
              <ac:spMk id="2" creationId="{B6DF7921-A112-4DC3-AAFF-11D308C1CEB7}"/>
            </ac:spMkLst>
          </pc:spChg>
          <pc:spChg chg="add mod">
            <ac:chgData name="Nissim BUCHS" userId="39980080-8f47-4a71-89a4-94f6e89a41c2" providerId="ADAL" clId="{24E04178-7F06-41FE-98FC-9DB553EBC684}" dt="2026-06-04T09:53:07.288" v="119"/>
            <ac:spMkLst>
              <pc:docMk/>
              <pc:sldMasterMk cId="1678555418" sldId="2147483648"/>
              <pc:sldLayoutMk cId="3201048362" sldId="2147483783"/>
              <ac:spMk id="4" creationId="{B6FEB556-FFE9-E6D4-92F1-46D75FC7808C}"/>
            </ac:spMkLst>
          </pc:spChg>
          <pc:spChg chg="add mod">
            <ac:chgData name="Nissim BUCHS" userId="39980080-8f47-4a71-89a4-94f6e89a41c2" providerId="ADAL" clId="{24E04178-7F06-41FE-98FC-9DB553EBC684}" dt="2026-06-04T09:53:07.288" v="119"/>
            <ac:spMkLst>
              <pc:docMk/>
              <pc:sldMasterMk cId="1678555418" sldId="2147483648"/>
              <pc:sldLayoutMk cId="3201048362" sldId="2147483783"/>
              <ac:spMk id="11" creationId="{18858B5F-173E-40FA-5DA7-7B928DEA361E}"/>
            </ac:spMkLst>
          </pc:spChg>
        </pc:sldLayoutChg>
        <pc:sldLayoutChg chg="addSp delSp modSp mod">
          <pc:chgData name="Nissim BUCHS" userId="39980080-8f47-4a71-89a4-94f6e89a41c2" providerId="ADAL" clId="{24E04178-7F06-41FE-98FC-9DB553EBC684}" dt="2026-06-04T09:51:20.094" v="101"/>
          <pc:sldLayoutMkLst>
            <pc:docMk/>
            <pc:sldMasterMk cId="1678555418" sldId="2147483648"/>
            <pc:sldLayoutMk cId="4079116576" sldId="2147483784"/>
          </pc:sldLayoutMkLst>
          <pc:spChg chg="add mod">
            <ac:chgData name="Nissim BUCHS" userId="39980080-8f47-4a71-89a4-94f6e89a41c2" providerId="ADAL" clId="{24E04178-7F06-41FE-98FC-9DB553EBC684}" dt="2026-06-04T09:51:20.094" v="101"/>
            <ac:spMkLst>
              <pc:docMk/>
              <pc:sldMasterMk cId="1678555418" sldId="2147483648"/>
              <pc:sldLayoutMk cId="4079116576" sldId="2147483784"/>
              <ac:spMk id="8" creationId="{22DEBE65-06BE-DC9F-97FF-D1A6E6D2308F}"/>
            </ac:spMkLst>
          </pc:spChg>
          <pc:spChg chg="del">
            <ac:chgData name="Nissim BUCHS" userId="39980080-8f47-4a71-89a4-94f6e89a41c2" providerId="ADAL" clId="{24E04178-7F06-41FE-98FC-9DB553EBC684}" dt="2026-06-04T09:51:19.309" v="100" actId="478"/>
            <ac:spMkLst>
              <pc:docMk/>
              <pc:sldMasterMk cId="1678555418" sldId="2147483648"/>
              <pc:sldLayoutMk cId="4079116576" sldId="2147483784"/>
              <ac:spMk id="23" creationId="{1F3B54F6-BE3E-86D6-9F0E-9273B6BE2024}"/>
            </ac:spMkLst>
          </pc:spChg>
        </pc:sldLayoutChg>
        <pc:sldLayoutChg chg="addSp delSp modSp mod">
          <pc:chgData name="Nissim BUCHS" userId="39980080-8f47-4a71-89a4-94f6e89a41c2" providerId="ADAL" clId="{24E04178-7F06-41FE-98FC-9DB553EBC684}" dt="2026-06-04T09:51:25.731" v="103"/>
          <pc:sldLayoutMkLst>
            <pc:docMk/>
            <pc:sldMasterMk cId="1678555418" sldId="2147483648"/>
            <pc:sldLayoutMk cId="2089423867" sldId="2147483785"/>
          </pc:sldLayoutMkLst>
          <pc:spChg chg="add mod">
            <ac:chgData name="Nissim BUCHS" userId="39980080-8f47-4a71-89a4-94f6e89a41c2" providerId="ADAL" clId="{24E04178-7F06-41FE-98FC-9DB553EBC684}" dt="2026-06-04T09:51:25.731" v="103"/>
            <ac:spMkLst>
              <pc:docMk/>
              <pc:sldMasterMk cId="1678555418" sldId="2147483648"/>
              <pc:sldLayoutMk cId="2089423867" sldId="2147483785"/>
              <ac:spMk id="12" creationId="{026B330A-B690-65EC-7D5B-D3C8481433E1}"/>
            </ac:spMkLst>
          </pc:spChg>
          <pc:spChg chg="del">
            <ac:chgData name="Nissim BUCHS" userId="39980080-8f47-4a71-89a4-94f6e89a41c2" providerId="ADAL" clId="{24E04178-7F06-41FE-98FC-9DB553EBC684}" dt="2026-06-04T09:51:24.888" v="102" actId="478"/>
            <ac:spMkLst>
              <pc:docMk/>
              <pc:sldMasterMk cId="1678555418" sldId="2147483648"/>
              <pc:sldLayoutMk cId="2089423867" sldId="2147483785"/>
              <ac:spMk id="22" creationId="{7A1B0B5D-56D7-094A-41FB-5D04593FC3D1}"/>
            </ac:spMkLst>
          </pc:spChg>
        </pc:sldLayoutChg>
        <pc:sldLayoutChg chg="addSp delSp modSp mod">
          <pc:chgData name="Nissim BUCHS" userId="39980080-8f47-4a71-89a4-94f6e89a41c2" providerId="ADAL" clId="{24E04178-7F06-41FE-98FC-9DB553EBC684}" dt="2026-06-04T09:53:58.956" v="129"/>
          <pc:sldLayoutMkLst>
            <pc:docMk/>
            <pc:sldMasterMk cId="1678555418" sldId="2147483648"/>
            <pc:sldLayoutMk cId="2790877292" sldId="2147483793"/>
          </pc:sldLayoutMkLst>
          <pc:spChg chg="add mod">
            <ac:chgData name="Nissim BUCHS" userId="39980080-8f47-4a71-89a4-94f6e89a41c2" providerId="ADAL" clId="{24E04178-7F06-41FE-98FC-9DB553EBC684}" dt="2026-06-04T09:51:41.601" v="110"/>
            <ac:spMkLst>
              <pc:docMk/>
              <pc:sldMasterMk cId="1678555418" sldId="2147483648"/>
              <pc:sldLayoutMk cId="2790877292" sldId="2147483793"/>
              <ac:spMk id="3" creationId="{AB24A7F1-8A7C-190E-E7E7-431EC2CC63BE}"/>
            </ac:spMkLst>
          </pc:spChg>
          <pc:spChg chg="del">
            <ac:chgData name="Nissim BUCHS" userId="39980080-8f47-4a71-89a4-94f6e89a41c2" providerId="ADAL" clId="{24E04178-7F06-41FE-98FC-9DB553EBC684}" dt="2026-06-04T09:53:58.574" v="128" actId="478"/>
            <ac:spMkLst>
              <pc:docMk/>
              <pc:sldMasterMk cId="1678555418" sldId="2147483648"/>
              <pc:sldLayoutMk cId="2790877292" sldId="2147483793"/>
              <ac:spMk id="5" creationId="{8C618A60-8768-BE88-6225-B07FD71905E7}"/>
            </ac:spMkLst>
          </pc:spChg>
          <pc:spChg chg="add del mod">
            <ac:chgData name="Nissim BUCHS" userId="39980080-8f47-4a71-89a4-94f6e89a41c2" providerId="ADAL" clId="{24E04178-7F06-41FE-98FC-9DB553EBC684}" dt="2026-06-04T09:53:58.574" v="128" actId="478"/>
            <ac:spMkLst>
              <pc:docMk/>
              <pc:sldMasterMk cId="1678555418" sldId="2147483648"/>
              <pc:sldLayoutMk cId="2790877292" sldId="2147483793"/>
              <ac:spMk id="6" creationId="{1036E487-B370-9572-E56F-6D69120E82B0}"/>
            </ac:spMkLst>
          </pc:spChg>
          <pc:spChg chg="add mod">
            <ac:chgData name="Nissim BUCHS" userId="39980080-8f47-4a71-89a4-94f6e89a41c2" providerId="ADAL" clId="{24E04178-7F06-41FE-98FC-9DB553EBC684}" dt="2026-06-04T09:53:58.956" v="129"/>
            <ac:spMkLst>
              <pc:docMk/>
              <pc:sldMasterMk cId="1678555418" sldId="2147483648"/>
              <pc:sldLayoutMk cId="2790877292" sldId="2147483793"/>
              <ac:spMk id="11" creationId="{282A560D-F73F-4763-DAE0-70D2C49E25D9}"/>
            </ac:spMkLst>
          </pc:spChg>
          <pc:spChg chg="del">
            <ac:chgData name="Nissim BUCHS" userId="39980080-8f47-4a71-89a4-94f6e89a41c2" providerId="ADAL" clId="{24E04178-7F06-41FE-98FC-9DB553EBC684}" dt="2026-06-04T09:50:36.381" v="97" actId="478"/>
            <ac:spMkLst>
              <pc:docMk/>
              <pc:sldMasterMk cId="1678555418" sldId="2147483648"/>
              <pc:sldLayoutMk cId="2790877292" sldId="2147483793"/>
              <ac:spMk id="12" creationId="{55AF2B96-73AF-CB4D-7B9B-65270D35E419}"/>
            </ac:spMkLst>
          </pc:spChg>
          <pc:spChg chg="add mod">
            <ac:chgData name="Nissim BUCHS" userId="39980080-8f47-4a71-89a4-94f6e89a41c2" providerId="ADAL" clId="{24E04178-7F06-41FE-98FC-9DB553EBC684}" dt="2026-06-04T09:53:58.956" v="129"/>
            <ac:spMkLst>
              <pc:docMk/>
              <pc:sldMasterMk cId="1678555418" sldId="2147483648"/>
              <pc:sldLayoutMk cId="2790877292" sldId="2147483793"/>
              <ac:spMk id="13" creationId="{F752B4F0-3095-832C-050A-3CE64833BCFC}"/>
            </ac:spMkLst>
          </pc:spChg>
        </pc:sldLayoutChg>
        <pc:sldLayoutChg chg="addSp delSp modSp mod">
          <pc:chgData name="Nissim BUCHS" userId="39980080-8f47-4a71-89a4-94f6e89a41c2" providerId="ADAL" clId="{24E04178-7F06-41FE-98FC-9DB553EBC684}" dt="2026-06-04T09:51:44.243" v="111"/>
          <pc:sldLayoutMkLst>
            <pc:docMk/>
            <pc:sldMasterMk cId="1678555418" sldId="2147483648"/>
            <pc:sldLayoutMk cId="2176653636" sldId="2147483801"/>
          </pc:sldLayoutMkLst>
          <pc:spChg chg="add mod">
            <ac:chgData name="Nissim BUCHS" userId="39980080-8f47-4a71-89a4-94f6e89a41c2" providerId="ADAL" clId="{24E04178-7F06-41FE-98FC-9DB553EBC684}" dt="2026-06-04T09:51:44.243" v="111"/>
            <ac:spMkLst>
              <pc:docMk/>
              <pc:sldMasterMk cId="1678555418" sldId="2147483648"/>
              <pc:sldLayoutMk cId="2176653636" sldId="2147483801"/>
              <ac:spMk id="6" creationId="{366DF516-A0A6-5B32-8393-CE5B4FF61766}"/>
            </ac:spMkLst>
          </pc:spChg>
          <pc:spChg chg="del">
            <ac:chgData name="Nissim BUCHS" userId="39980080-8f47-4a71-89a4-94f6e89a41c2" providerId="ADAL" clId="{24E04178-7F06-41FE-98FC-9DB553EBC684}" dt="2026-06-04T09:50:29.772" v="96" actId="478"/>
            <ac:spMkLst>
              <pc:docMk/>
              <pc:sldMasterMk cId="1678555418" sldId="2147483648"/>
              <pc:sldLayoutMk cId="2176653636" sldId="2147483801"/>
              <ac:spMk id="7" creationId="{6940F336-F137-A261-93ED-93CB1EF4C6C6}"/>
            </ac:spMkLst>
          </pc:spChg>
        </pc:sldLayoutChg>
        <pc:sldLayoutChg chg="addSp delSp modSp mod">
          <pc:chgData name="Nissim BUCHS" userId="39980080-8f47-4a71-89a4-94f6e89a41c2" providerId="ADAL" clId="{24E04178-7F06-41FE-98FC-9DB553EBC684}" dt="2026-06-04T09:51:45.401" v="112"/>
          <pc:sldLayoutMkLst>
            <pc:docMk/>
            <pc:sldMasterMk cId="1678555418" sldId="2147483648"/>
            <pc:sldLayoutMk cId="1841023917" sldId="2147483803"/>
          </pc:sldLayoutMkLst>
          <pc:spChg chg="add mod">
            <ac:chgData name="Nissim BUCHS" userId="39980080-8f47-4a71-89a4-94f6e89a41c2" providerId="ADAL" clId="{24E04178-7F06-41FE-98FC-9DB553EBC684}" dt="2026-06-04T09:51:45.401" v="112"/>
            <ac:spMkLst>
              <pc:docMk/>
              <pc:sldMasterMk cId="1678555418" sldId="2147483648"/>
              <pc:sldLayoutMk cId="1841023917" sldId="2147483803"/>
              <ac:spMk id="3" creationId="{3513D0AB-87F0-E263-EA86-A9EE18EAC567}"/>
            </ac:spMkLst>
          </pc:spChg>
          <pc:spChg chg="del">
            <ac:chgData name="Nissim BUCHS" userId="39980080-8f47-4a71-89a4-94f6e89a41c2" providerId="ADAL" clId="{24E04178-7F06-41FE-98FC-9DB553EBC684}" dt="2026-06-04T09:50:00.511" v="95" actId="478"/>
            <ac:spMkLst>
              <pc:docMk/>
              <pc:sldMasterMk cId="1678555418" sldId="2147483648"/>
              <pc:sldLayoutMk cId="1841023917" sldId="2147483803"/>
              <ac:spMk id="39" creationId="{D3A6314E-E25E-BC03-28BC-5AC1753FE846}"/>
            </ac:spMkLst>
          </pc:spChg>
        </pc:sldLayoutChg>
        <pc:sldLayoutChg chg="addSp delSp modSp mod">
          <pc:chgData name="Nissim BUCHS" userId="39980080-8f47-4a71-89a4-94f6e89a41c2" providerId="ADAL" clId="{24E04178-7F06-41FE-98FC-9DB553EBC684}" dt="2026-06-04T09:54:20.971" v="135"/>
          <pc:sldLayoutMkLst>
            <pc:docMk/>
            <pc:sldMasterMk cId="1678555418" sldId="2147483648"/>
            <pc:sldLayoutMk cId="3286917454" sldId="2147483804"/>
          </pc:sldLayoutMkLst>
          <pc:spChg chg="del">
            <ac:chgData name="Nissim BUCHS" userId="39980080-8f47-4a71-89a4-94f6e89a41c2" providerId="ADAL" clId="{24E04178-7F06-41FE-98FC-9DB553EBC684}" dt="2026-06-04T09:54:20.695" v="134" actId="478"/>
            <ac:spMkLst>
              <pc:docMk/>
              <pc:sldMasterMk cId="1678555418" sldId="2147483648"/>
              <pc:sldLayoutMk cId="3286917454" sldId="2147483804"/>
              <ac:spMk id="2" creationId="{526D6B94-F9C4-D0D5-33DF-BAE86BCDCE58}"/>
            </ac:spMkLst>
          </pc:spChg>
          <pc:spChg chg="add del mod">
            <ac:chgData name="Nissim BUCHS" userId="39980080-8f47-4a71-89a4-94f6e89a41c2" providerId="ADAL" clId="{24E04178-7F06-41FE-98FC-9DB553EBC684}" dt="2026-06-04T09:54:20.695" v="134" actId="478"/>
            <ac:spMkLst>
              <pc:docMk/>
              <pc:sldMasterMk cId="1678555418" sldId="2147483648"/>
              <pc:sldLayoutMk cId="3286917454" sldId="2147483804"/>
              <ac:spMk id="6" creationId="{0BE8540A-6253-6B03-9E7C-F4BC68BF67A0}"/>
            </ac:spMkLst>
          </pc:spChg>
          <pc:spChg chg="add mod">
            <ac:chgData name="Nissim BUCHS" userId="39980080-8f47-4a71-89a4-94f6e89a41c2" providerId="ADAL" clId="{24E04178-7F06-41FE-98FC-9DB553EBC684}" dt="2026-06-04T09:54:20.971" v="135"/>
            <ac:spMkLst>
              <pc:docMk/>
              <pc:sldMasterMk cId="1678555418" sldId="2147483648"/>
              <pc:sldLayoutMk cId="3286917454" sldId="2147483804"/>
              <ac:spMk id="7" creationId="{8658F7F9-AD0C-D86B-0E32-EE078DC667AD}"/>
            </ac:spMkLst>
          </pc:spChg>
          <pc:spChg chg="add mod">
            <ac:chgData name="Nissim BUCHS" userId="39980080-8f47-4a71-89a4-94f6e89a41c2" providerId="ADAL" clId="{24E04178-7F06-41FE-98FC-9DB553EBC684}" dt="2026-06-04T09:54:20.971" v="135"/>
            <ac:spMkLst>
              <pc:docMk/>
              <pc:sldMasterMk cId="1678555418" sldId="2147483648"/>
              <pc:sldLayoutMk cId="3286917454" sldId="2147483804"/>
              <ac:spMk id="8" creationId="{9B79201E-E6AD-1876-A9EC-97C98A0280AA}"/>
            </ac:spMkLst>
          </pc:spChg>
        </pc:sldLayoutChg>
        <pc:sldLayoutChg chg="addSp delSp modSp mod">
          <pc:chgData name="Nissim BUCHS" userId="39980080-8f47-4a71-89a4-94f6e89a41c2" providerId="ADAL" clId="{24E04178-7F06-41FE-98FC-9DB553EBC684}" dt="2026-06-04T09:54:25.371" v="137"/>
          <pc:sldLayoutMkLst>
            <pc:docMk/>
            <pc:sldMasterMk cId="1678555418" sldId="2147483648"/>
            <pc:sldLayoutMk cId="4136373954" sldId="2147483805"/>
          </pc:sldLayoutMkLst>
          <pc:spChg chg="del">
            <ac:chgData name="Nissim BUCHS" userId="39980080-8f47-4a71-89a4-94f6e89a41c2" providerId="ADAL" clId="{24E04178-7F06-41FE-98FC-9DB553EBC684}" dt="2026-06-04T09:54:24.930" v="136" actId="478"/>
            <ac:spMkLst>
              <pc:docMk/>
              <pc:sldMasterMk cId="1678555418" sldId="2147483648"/>
              <pc:sldLayoutMk cId="4136373954" sldId="2147483805"/>
              <ac:spMk id="2" creationId="{8050C977-CC32-4428-220D-829306235A61}"/>
            </ac:spMkLst>
          </pc:spChg>
          <pc:spChg chg="add del mod">
            <ac:chgData name="Nissim BUCHS" userId="39980080-8f47-4a71-89a4-94f6e89a41c2" providerId="ADAL" clId="{24E04178-7F06-41FE-98FC-9DB553EBC684}" dt="2026-06-04T09:54:24.930" v="136" actId="478"/>
            <ac:spMkLst>
              <pc:docMk/>
              <pc:sldMasterMk cId="1678555418" sldId="2147483648"/>
              <pc:sldLayoutMk cId="4136373954" sldId="2147483805"/>
              <ac:spMk id="4" creationId="{2A4F5BE2-1CE7-5F63-027D-A37B21EBEA4C}"/>
            </ac:spMkLst>
          </pc:spChg>
          <pc:spChg chg="add mod">
            <ac:chgData name="Nissim BUCHS" userId="39980080-8f47-4a71-89a4-94f6e89a41c2" providerId="ADAL" clId="{24E04178-7F06-41FE-98FC-9DB553EBC684}" dt="2026-06-04T09:54:25.371" v="137"/>
            <ac:spMkLst>
              <pc:docMk/>
              <pc:sldMasterMk cId="1678555418" sldId="2147483648"/>
              <pc:sldLayoutMk cId="4136373954" sldId="2147483805"/>
              <ac:spMk id="6" creationId="{51667868-CB24-0ACD-EA61-04319CCE1CF6}"/>
            </ac:spMkLst>
          </pc:spChg>
          <pc:spChg chg="add mod">
            <ac:chgData name="Nissim BUCHS" userId="39980080-8f47-4a71-89a4-94f6e89a41c2" providerId="ADAL" clId="{24E04178-7F06-41FE-98FC-9DB553EBC684}" dt="2026-06-04T09:54:25.371" v="137"/>
            <ac:spMkLst>
              <pc:docMk/>
              <pc:sldMasterMk cId="1678555418" sldId="2147483648"/>
              <pc:sldLayoutMk cId="4136373954" sldId="2147483805"/>
              <ac:spMk id="8" creationId="{838E43D2-2CC6-E05D-8931-0B5A0379B45C}"/>
            </ac:spMkLst>
          </pc:spChg>
        </pc:sldLayoutChg>
        <pc:sldLayoutChg chg="addSp delSp modSp mod">
          <pc:chgData name="Nissim BUCHS" userId="39980080-8f47-4a71-89a4-94f6e89a41c2" providerId="ADAL" clId="{24E04178-7F06-41FE-98FC-9DB553EBC684}" dt="2026-06-04T09:54:03.695" v="131"/>
          <pc:sldLayoutMkLst>
            <pc:docMk/>
            <pc:sldMasterMk cId="1678555418" sldId="2147483648"/>
            <pc:sldLayoutMk cId="3193776127" sldId="2147483812"/>
          </pc:sldLayoutMkLst>
          <pc:spChg chg="del">
            <ac:chgData name="Nissim BUCHS" userId="39980080-8f47-4a71-89a4-94f6e89a41c2" providerId="ADAL" clId="{24E04178-7F06-41FE-98FC-9DB553EBC684}" dt="2026-06-04T09:54:02.889" v="130" actId="478"/>
            <ac:spMkLst>
              <pc:docMk/>
              <pc:sldMasterMk cId="1678555418" sldId="2147483648"/>
              <pc:sldLayoutMk cId="3193776127" sldId="2147483812"/>
              <ac:spMk id="4" creationId="{8152B2A5-74D3-D059-A0CD-DF01AEC7853D}"/>
            </ac:spMkLst>
          </pc:spChg>
          <pc:spChg chg="add mod">
            <ac:chgData name="Nissim BUCHS" userId="39980080-8f47-4a71-89a4-94f6e89a41c2" providerId="ADAL" clId="{24E04178-7F06-41FE-98FC-9DB553EBC684}" dt="2026-06-04T09:54:03.695" v="131"/>
            <ac:spMkLst>
              <pc:docMk/>
              <pc:sldMasterMk cId="1678555418" sldId="2147483648"/>
              <pc:sldLayoutMk cId="3193776127" sldId="2147483812"/>
              <ac:spMk id="7" creationId="{A4A35683-B1D2-EB43-0DA5-E885FC74BC3E}"/>
            </ac:spMkLst>
          </pc:spChg>
          <pc:spChg chg="add mod">
            <ac:chgData name="Nissim BUCHS" userId="39980080-8f47-4a71-89a4-94f6e89a41c2" providerId="ADAL" clId="{24E04178-7F06-41FE-98FC-9DB553EBC684}" dt="2026-06-04T09:54:03.695" v="131"/>
            <ac:spMkLst>
              <pc:docMk/>
              <pc:sldMasterMk cId="1678555418" sldId="2147483648"/>
              <pc:sldLayoutMk cId="3193776127" sldId="2147483812"/>
              <ac:spMk id="8" creationId="{8EA94573-2234-0EAE-424A-CF5B38D6D9E9}"/>
            </ac:spMkLst>
          </pc:spChg>
        </pc:sldLayoutChg>
        <pc:sldLayoutChg chg="addSp delSp modSp mod">
          <pc:chgData name="Nissim BUCHS" userId="39980080-8f47-4a71-89a4-94f6e89a41c2" providerId="ADAL" clId="{24E04178-7F06-41FE-98FC-9DB553EBC684}" dt="2026-06-04T09:54:07.631" v="133"/>
          <pc:sldLayoutMkLst>
            <pc:docMk/>
            <pc:sldMasterMk cId="1678555418" sldId="2147483648"/>
            <pc:sldLayoutMk cId="823810975" sldId="2147483813"/>
          </pc:sldLayoutMkLst>
          <pc:spChg chg="del">
            <ac:chgData name="Nissim BUCHS" userId="39980080-8f47-4a71-89a4-94f6e89a41c2" providerId="ADAL" clId="{24E04178-7F06-41FE-98FC-9DB553EBC684}" dt="2026-06-04T09:54:07.121" v="132" actId="478"/>
            <ac:spMkLst>
              <pc:docMk/>
              <pc:sldMasterMk cId="1678555418" sldId="2147483648"/>
              <pc:sldLayoutMk cId="823810975" sldId="2147483813"/>
              <ac:spMk id="2" creationId="{111C9157-CB29-4979-E67D-710757A850F0}"/>
            </ac:spMkLst>
          </pc:spChg>
          <pc:spChg chg="add mod">
            <ac:chgData name="Nissim BUCHS" userId="39980080-8f47-4a71-89a4-94f6e89a41c2" providerId="ADAL" clId="{24E04178-7F06-41FE-98FC-9DB553EBC684}" dt="2026-06-04T09:54:07.631" v="133"/>
            <ac:spMkLst>
              <pc:docMk/>
              <pc:sldMasterMk cId="1678555418" sldId="2147483648"/>
              <pc:sldLayoutMk cId="823810975" sldId="2147483813"/>
              <ac:spMk id="4" creationId="{E5DCD38B-F633-E6C6-A855-04D781D71DBC}"/>
            </ac:spMkLst>
          </pc:spChg>
          <pc:spChg chg="add mod">
            <ac:chgData name="Nissim BUCHS" userId="39980080-8f47-4a71-89a4-94f6e89a41c2" providerId="ADAL" clId="{24E04178-7F06-41FE-98FC-9DB553EBC684}" dt="2026-06-04T09:54:07.631" v="133"/>
            <ac:spMkLst>
              <pc:docMk/>
              <pc:sldMasterMk cId="1678555418" sldId="2147483648"/>
              <pc:sldLayoutMk cId="823810975" sldId="2147483813"/>
              <ac:spMk id="7" creationId="{606F0B39-2616-D1D6-5646-04E4778B8FB4}"/>
            </ac:spMkLst>
          </pc:spChg>
        </pc:sldLayoutChg>
        <pc:sldLayoutChg chg="ord">
          <pc:chgData name="Nissim BUCHS" userId="39980080-8f47-4a71-89a4-94f6e89a41c2" providerId="ADAL" clId="{24E04178-7F06-41FE-98FC-9DB553EBC684}" dt="2026-06-03T14:42:36.576" v="19" actId="20578"/>
          <pc:sldLayoutMkLst>
            <pc:docMk/>
            <pc:sldMasterMk cId="1678555418" sldId="2147483648"/>
            <pc:sldLayoutMk cId="2013033581" sldId="2147483817"/>
          </pc:sldLayoutMkLst>
        </pc:sldLayoutChg>
        <pc:sldLayoutChg chg="addSp delSp modSp mod ord">
          <pc:chgData name="Nissim BUCHS" userId="39980080-8f47-4a71-89a4-94f6e89a41c2" providerId="ADAL" clId="{24E04178-7F06-41FE-98FC-9DB553EBC684}" dt="2026-06-04T09:54:35.046" v="139"/>
          <pc:sldLayoutMkLst>
            <pc:docMk/>
            <pc:sldMasterMk cId="1678555418" sldId="2147483648"/>
            <pc:sldLayoutMk cId="849082714" sldId="2147483822"/>
          </pc:sldLayoutMkLst>
          <pc:spChg chg="del">
            <ac:chgData name="Nissim BUCHS" userId="39980080-8f47-4a71-89a4-94f6e89a41c2" providerId="ADAL" clId="{24E04178-7F06-41FE-98FC-9DB553EBC684}" dt="2026-06-04T09:54:34.735" v="138" actId="478"/>
            <ac:spMkLst>
              <pc:docMk/>
              <pc:sldMasterMk cId="1678555418" sldId="2147483648"/>
              <pc:sldLayoutMk cId="849082714" sldId="2147483822"/>
              <ac:spMk id="2" creationId="{361243DD-75B1-CBA6-B7A1-96DB9DD47D46}"/>
            </ac:spMkLst>
          </pc:spChg>
          <pc:spChg chg="add del mod">
            <ac:chgData name="Nissim BUCHS" userId="39980080-8f47-4a71-89a4-94f6e89a41c2" providerId="ADAL" clId="{24E04178-7F06-41FE-98FC-9DB553EBC684}" dt="2026-06-04T09:54:34.735" v="138" actId="478"/>
            <ac:spMkLst>
              <pc:docMk/>
              <pc:sldMasterMk cId="1678555418" sldId="2147483648"/>
              <pc:sldLayoutMk cId="849082714" sldId="2147483822"/>
              <ac:spMk id="6" creationId="{4FB00353-81AD-E5FF-8D1E-0C6774702230}"/>
            </ac:spMkLst>
          </pc:spChg>
          <pc:spChg chg="add mod">
            <ac:chgData name="Nissim BUCHS" userId="39980080-8f47-4a71-89a4-94f6e89a41c2" providerId="ADAL" clId="{24E04178-7F06-41FE-98FC-9DB553EBC684}" dt="2026-06-04T09:54:35.046" v="139"/>
            <ac:spMkLst>
              <pc:docMk/>
              <pc:sldMasterMk cId="1678555418" sldId="2147483648"/>
              <pc:sldLayoutMk cId="849082714" sldId="2147483822"/>
              <ac:spMk id="7" creationId="{9F9037C1-33E8-E695-6D37-CFE668DF8176}"/>
            </ac:spMkLst>
          </pc:spChg>
          <pc:spChg chg="add mod">
            <ac:chgData name="Nissim BUCHS" userId="39980080-8f47-4a71-89a4-94f6e89a41c2" providerId="ADAL" clId="{24E04178-7F06-41FE-98FC-9DB553EBC684}" dt="2026-06-04T09:54:35.046" v="139"/>
            <ac:spMkLst>
              <pc:docMk/>
              <pc:sldMasterMk cId="1678555418" sldId="2147483648"/>
              <pc:sldLayoutMk cId="849082714" sldId="2147483822"/>
              <ac:spMk id="8" creationId="{A6DB9FE0-8F17-DE3D-3F14-6D60663C7FE3}"/>
            </ac:spMkLst>
          </pc:spChg>
        </pc:sldLayoutChg>
        <pc:sldLayoutChg chg="addSp delSp modSp mod">
          <pc:chgData name="Nissim BUCHS" userId="39980080-8f47-4a71-89a4-94f6e89a41c2" providerId="ADAL" clId="{24E04178-7F06-41FE-98FC-9DB553EBC684}" dt="2026-06-04T09:51:13.715" v="99"/>
          <pc:sldLayoutMkLst>
            <pc:docMk/>
            <pc:sldMasterMk cId="1678555418" sldId="2147483648"/>
            <pc:sldLayoutMk cId="2638672111" sldId="2147483843"/>
          </pc:sldLayoutMkLst>
          <pc:spChg chg="add mod">
            <ac:chgData name="Nissim BUCHS" userId="39980080-8f47-4a71-89a4-94f6e89a41c2" providerId="ADAL" clId="{24E04178-7F06-41FE-98FC-9DB553EBC684}" dt="2026-06-04T09:51:13.715" v="99"/>
            <ac:spMkLst>
              <pc:docMk/>
              <pc:sldMasterMk cId="1678555418" sldId="2147483648"/>
              <pc:sldLayoutMk cId="2638672111" sldId="2147483843"/>
              <ac:spMk id="3" creationId="{D5FE9436-86AF-F75C-E2D4-31CF4C8D8D73}"/>
            </ac:spMkLst>
          </pc:spChg>
          <pc:spChg chg="del">
            <ac:chgData name="Nissim BUCHS" userId="39980080-8f47-4a71-89a4-94f6e89a41c2" providerId="ADAL" clId="{24E04178-7F06-41FE-98FC-9DB553EBC684}" dt="2026-06-04T09:51:12.905" v="98" actId="478"/>
            <ac:spMkLst>
              <pc:docMk/>
              <pc:sldMasterMk cId="1678555418" sldId="2147483648"/>
              <pc:sldLayoutMk cId="2638672111" sldId="2147483843"/>
              <ac:spMk id="6" creationId="{816E2460-6EEA-92B5-B87E-DAFA0361C8A8}"/>
            </ac:spMkLst>
          </pc:spChg>
        </pc:sldLayoutChg>
        <pc:sldLayoutChg chg="add del">
          <pc:chgData name="Nissim BUCHS" userId="39980080-8f47-4a71-89a4-94f6e89a41c2" providerId="ADAL" clId="{24E04178-7F06-41FE-98FC-9DB553EBC684}" dt="2026-06-03T14:35:52.775" v="11" actId="47"/>
          <pc:sldLayoutMkLst>
            <pc:docMk/>
            <pc:sldMasterMk cId="1678555418" sldId="2147483648"/>
            <pc:sldLayoutMk cId="2735675943" sldId="2147483851"/>
          </pc:sldLayoutMkLst>
        </pc:sldLayoutChg>
        <pc:sldLayoutChg chg="addSp delSp modSp mod">
          <pc:chgData name="Nissim BUCHS" userId="39980080-8f47-4a71-89a4-94f6e89a41c2" providerId="ADAL" clId="{24E04178-7F06-41FE-98FC-9DB553EBC684}" dt="2026-06-04T09:53:42.021" v="127" actId="478"/>
          <pc:sldLayoutMkLst>
            <pc:docMk/>
            <pc:sldMasterMk cId="1678555418" sldId="2147483648"/>
            <pc:sldLayoutMk cId="1169099282" sldId="2147483877"/>
          </pc:sldLayoutMkLst>
          <pc:spChg chg="add mod">
            <ac:chgData name="Nissim BUCHS" userId="39980080-8f47-4a71-89a4-94f6e89a41c2" providerId="ADAL" clId="{24E04178-7F06-41FE-98FC-9DB553EBC684}" dt="2026-06-04T09:51:36.954" v="107"/>
            <ac:spMkLst>
              <pc:docMk/>
              <pc:sldMasterMk cId="1678555418" sldId="2147483648"/>
              <pc:sldLayoutMk cId="1169099282" sldId="2147483877"/>
              <ac:spMk id="3" creationId="{652396D8-7CCB-C39F-474D-21346E480421}"/>
            </ac:spMkLst>
          </pc:spChg>
          <pc:spChg chg="add mod">
            <ac:chgData name="Nissim BUCHS" userId="39980080-8f47-4a71-89a4-94f6e89a41c2" providerId="ADAL" clId="{24E04178-7F06-41FE-98FC-9DB553EBC684}" dt="2026-06-04T09:53:33.492" v="126"/>
            <ac:spMkLst>
              <pc:docMk/>
              <pc:sldMasterMk cId="1678555418" sldId="2147483648"/>
              <pc:sldLayoutMk cId="1169099282" sldId="2147483877"/>
              <ac:spMk id="4" creationId="{23B50FE3-AE75-E9B8-FE9A-77CFC1D25085}"/>
            </ac:spMkLst>
          </pc:spChg>
          <pc:spChg chg="add mod">
            <ac:chgData name="Nissim BUCHS" userId="39980080-8f47-4a71-89a4-94f6e89a41c2" providerId="ADAL" clId="{24E04178-7F06-41FE-98FC-9DB553EBC684}" dt="2026-06-04T09:53:22.817" v="123"/>
            <ac:spMkLst>
              <pc:docMk/>
              <pc:sldMasterMk cId="1678555418" sldId="2147483648"/>
              <pc:sldLayoutMk cId="1169099282" sldId="2147483877"/>
              <ac:spMk id="5" creationId="{0EAE3A81-F2B9-65C5-EAA7-F55E47D9358B}"/>
            </ac:spMkLst>
          </pc:spChg>
          <pc:spChg chg="add del">
            <ac:chgData name="Nissim BUCHS" userId="39980080-8f47-4a71-89a4-94f6e89a41c2" providerId="ADAL" clId="{24E04178-7F06-41FE-98FC-9DB553EBC684}" dt="2026-06-04T09:53:42.021" v="127" actId="478"/>
            <ac:spMkLst>
              <pc:docMk/>
              <pc:sldMasterMk cId="1678555418" sldId="2147483648"/>
              <pc:sldLayoutMk cId="1169099282" sldId="2147483877"/>
              <ac:spMk id="15" creationId="{989465A7-D4DA-3A28-416C-A1CD0BEB6E79}"/>
            </ac:spMkLst>
          </pc:spChg>
          <pc:spChg chg="del">
            <ac:chgData name="Nissim BUCHS" userId="39980080-8f47-4a71-89a4-94f6e89a41c2" providerId="ADAL" clId="{24E04178-7F06-41FE-98FC-9DB553EBC684}" dt="2026-06-04T09:51:36.210" v="106" actId="478"/>
            <ac:spMkLst>
              <pc:docMk/>
              <pc:sldMasterMk cId="1678555418" sldId="2147483648"/>
              <pc:sldLayoutMk cId="1169099282" sldId="2147483877"/>
              <ac:spMk id="23" creationId="{0227F4D6-8F50-2F8A-6F14-D4D946A99F2A}"/>
            </ac:spMkLst>
          </pc:spChg>
          <pc:spChg chg="mod">
            <ac:chgData name="Nissim BUCHS" userId="39980080-8f47-4a71-89a4-94f6e89a41c2" providerId="ADAL" clId="{24E04178-7F06-41FE-98FC-9DB553EBC684}" dt="2026-06-04T09:53:32.729" v="125" actId="14100"/>
            <ac:spMkLst>
              <pc:docMk/>
              <pc:sldMasterMk cId="1678555418" sldId="2147483648"/>
              <pc:sldLayoutMk cId="1169099282" sldId="2147483877"/>
              <ac:spMk id="24" creationId="{051427A6-8148-636D-7BBA-EB55F5CEFAE1}"/>
            </ac:spMkLst>
          </pc:spChg>
        </pc:sldLayoutChg>
        <pc:sldLayoutChg chg="addSp delSp modSp mod">
          <pc:chgData name="Nissim BUCHS" userId="39980080-8f47-4a71-89a4-94f6e89a41c2" providerId="ADAL" clId="{24E04178-7F06-41FE-98FC-9DB553EBC684}" dt="2026-06-04T09:51:39.945" v="109"/>
          <pc:sldLayoutMkLst>
            <pc:docMk/>
            <pc:sldMasterMk cId="1678555418" sldId="2147483648"/>
            <pc:sldLayoutMk cId="2030471741" sldId="2147483880"/>
          </pc:sldLayoutMkLst>
          <pc:spChg chg="add mod">
            <ac:chgData name="Nissim BUCHS" userId="39980080-8f47-4a71-89a4-94f6e89a41c2" providerId="ADAL" clId="{24E04178-7F06-41FE-98FC-9DB553EBC684}" dt="2026-06-04T09:51:39.945" v="109"/>
            <ac:spMkLst>
              <pc:docMk/>
              <pc:sldMasterMk cId="1678555418" sldId="2147483648"/>
              <pc:sldLayoutMk cId="2030471741" sldId="2147483880"/>
              <ac:spMk id="3" creationId="{3194ACD4-A531-E12C-2092-3DA893A8CE8D}"/>
            </ac:spMkLst>
          </pc:spChg>
          <pc:spChg chg="del">
            <ac:chgData name="Nissim BUCHS" userId="39980080-8f47-4a71-89a4-94f6e89a41c2" providerId="ADAL" clId="{24E04178-7F06-41FE-98FC-9DB553EBC684}" dt="2026-06-04T09:51:39.218" v="108" actId="478"/>
            <ac:spMkLst>
              <pc:docMk/>
              <pc:sldMasterMk cId="1678555418" sldId="2147483648"/>
              <pc:sldLayoutMk cId="2030471741" sldId="2147483880"/>
              <ac:spMk id="12" creationId="{55AF2B96-73AF-CB4D-7B9B-65270D35E419}"/>
            </ac:spMkLst>
          </pc:spChg>
        </pc:sldLayoutChg>
        <pc:sldLayoutChg chg="add del">
          <pc:chgData name="Nissim BUCHS" userId="39980080-8f47-4a71-89a4-94f6e89a41c2" providerId="ADAL" clId="{24E04178-7F06-41FE-98FC-9DB553EBC684}" dt="2026-06-03T14:35:52.775" v="11" actId="47"/>
          <pc:sldLayoutMkLst>
            <pc:docMk/>
            <pc:sldMasterMk cId="1678555418" sldId="2147483648"/>
            <pc:sldLayoutMk cId="556350865" sldId="2147483881"/>
          </pc:sldLayoutMkLst>
        </pc:sldLayoutChg>
        <pc:sldLayoutChg chg="delSp add del mod">
          <pc:chgData name="Nissim BUCHS" userId="39980080-8f47-4a71-89a4-94f6e89a41c2" providerId="ADAL" clId="{24E04178-7F06-41FE-98FC-9DB553EBC684}" dt="2026-06-04T09:54:44.024" v="140" actId="478"/>
          <pc:sldLayoutMkLst>
            <pc:docMk/>
            <pc:sldMasterMk cId="1678555418" sldId="2147483648"/>
            <pc:sldLayoutMk cId="2741792202" sldId="2147483882"/>
          </pc:sldLayoutMkLst>
          <pc:spChg chg="del">
            <ac:chgData name="Nissim BUCHS" userId="39980080-8f47-4a71-89a4-94f6e89a41c2" providerId="ADAL" clId="{24E04178-7F06-41FE-98FC-9DB553EBC684}" dt="2026-06-04T09:54:44.024" v="140" actId="478"/>
            <ac:spMkLst>
              <pc:docMk/>
              <pc:sldMasterMk cId="1678555418" sldId="2147483648"/>
              <pc:sldLayoutMk cId="2741792202" sldId="2147483882"/>
              <ac:spMk id="2" creationId="{F45A28CA-A140-38C5-2C83-CB12D6A75D28}"/>
            </ac:spMkLst>
          </pc:spChg>
          <pc:spChg chg="del">
            <ac:chgData name="Nissim BUCHS" userId="39980080-8f47-4a71-89a4-94f6e89a41c2" providerId="ADAL" clId="{24E04178-7F06-41FE-98FC-9DB553EBC684}" dt="2026-06-04T09:54:44.024" v="140" actId="478"/>
            <ac:spMkLst>
              <pc:docMk/>
              <pc:sldMasterMk cId="1678555418" sldId="2147483648"/>
              <pc:sldLayoutMk cId="2741792202" sldId="2147483882"/>
              <ac:spMk id="3" creationId="{69397619-9225-69E8-08DF-BE977E578AD9}"/>
            </ac:spMkLst>
          </pc:spChg>
        </pc:sldLayoutChg>
        <pc:sldLayoutChg chg="addSp delSp modSp mod">
          <pc:chgData name="Nissim BUCHS" userId="39980080-8f47-4a71-89a4-94f6e89a41c2" providerId="ADAL" clId="{24E04178-7F06-41FE-98FC-9DB553EBC684}" dt="2026-06-04T09:49:43.861" v="94"/>
          <pc:sldLayoutMkLst>
            <pc:docMk/>
            <pc:sldMasterMk cId="1678555418" sldId="2147483648"/>
            <pc:sldLayoutMk cId="3162060202" sldId="2147483883"/>
          </pc:sldLayoutMkLst>
          <pc:spChg chg="add mod">
            <ac:chgData name="Nissim BUCHS" userId="39980080-8f47-4a71-89a4-94f6e89a41c2" providerId="ADAL" clId="{24E04178-7F06-41FE-98FC-9DB553EBC684}" dt="2026-06-04T09:49:43.861" v="94"/>
            <ac:spMkLst>
              <pc:docMk/>
              <pc:sldMasterMk cId="1678555418" sldId="2147483648"/>
              <pc:sldLayoutMk cId="3162060202" sldId="2147483883"/>
              <ac:spMk id="2" creationId="{105D5466-B06E-FF48-3A8E-2DFE3B25241B}"/>
            </ac:spMkLst>
          </pc:spChg>
          <pc:spChg chg="add mod">
            <ac:chgData name="Nissim BUCHS" userId="39980080-8f47-4a71-89a4-94f6e89a41c2" providerId="ADAL" clId="{24E04178-7F06-41FE-98FC-9DB553EBC684}" dt="2026-06-04T09:49:43.861" v="94"/>
            <ac:spMkLst>
              <pc:docMk/>
              <pc:sldMasterMk cId="1678555418" sldId="2147483648"/>
              <pc:sldLayoutMk cId="3162060202" sldId="2147483883"/>
              <ac:spMk id="6" creationId="{24C3E52E-6397-3DB3-26E2-B16225F4D7D9}"/>
            </ac:spMkLst>
          </pc:spChg>
          <pc:spChg chg="del">
            <ac:chgData name="Nissim BUCHS" userId="39980080-8f47-4a71-89a4-94f6e89a41c2" providerId="ADAL" clId="{24E04178-7F06-41FE-98FC-9DB553EBC684}" dt="2026-06-04T09:49:18.831" v="90" actId="478"/>
            <ac:spMkLst>
              <pc:docMk/>
              <pc:sldMasterMk cId="1678555418" sldId="2147483648"/>
              <pc:sldLayoutMk cId="3162060202" sldId="2147483883"/>
              <ac:spMk id="200" creationId="{00000000-0000-0000-0000-000000000000}"/>
            </ac:spMkLst>
          </pc:spChg>
        </pc:sldLayoutChg>
        <pc:sldLayoutChg chg="addSp delSp modSp mod">
          <pc:chgData name="Nissim BUCHS" userId="39980080-8f47-4a71-89a4-94f6e89a41c2" providerId="ADAL" clId="{24E04178-7F06-41FE-98FC-9DB553EBC684}" dt="2026-06-04T09:49:42.965" v="93"/>
          <pc:sldLayoutMkLst>
            <pc:docMk/>
            <pc:sldMasterMk cId="1678555418" sldId="2147483648"/>
            <pc:sldLayoutMk cId="1109324772" sldId="2147483884"/>
          </pc:sldLayoutMkLst>
          <pc:spChg chg="add mod">
            <ac:chgData name="Nissim BUCHS" userId="39980080-8f47-4a71-89a4-94f6e89a41c2" providerId="ADAL" clId="{24E04178-7F06-41FE-98FC-9DB553EBC684}" dt="2026-06-04T09:49:42.965" v="93"/>
            <ac:spMkLst>
              <pc:docMk/>
              <pc:sldMasterMk cId="1678555418" sldId="2147483648"/>
              <pc:sldLayoutMk cId="1109324772" sldId="2147483884"/>
              <ac:spMk id="2" creationId="{E196ED5A-4004-D3F5-8FBB-7A284975E775}"/>
            </ac:spMkLst>
          </pc:spChg>
          <pc:spChg chg="add mod">
            <ac:chgData name="Nissim BUCHS" userId="39980080-8f47-4a71-89a4-94f6e89a41c2" providerId="ADAL" clId="{24E04178-7F06-41FE-98FC-9DB553EBC684}" dt="2026-06-04T09:49:42.965" v="93"/>
            <ac:spMkLst>
              <pc:docMk/>
              <pc:sldMasterMk cId="1678555418" sldId="2147483648"/>
              <pc:sldLayoutMk cId="1109324772" sldId="2147483884"/>
              <ac:spMk id="6" creationId="{9CE39B9B-E062-6A42-D2C5-3D123E82DD48}"/>
            </ac:spMkLst>
          </pc:spChg>
          <pc:spChg chg="del">
            <ac:chgData name="Nissim BUCHS" userId="39980080-8f47-4a71-89a4-94f6e89a41c2" providerId="ADAL" clId="{24E04178-7F06-41FE-98FC-9DB553EBC684}" dt="2026-06-04T09:49:16.240" v="89" actId="478"/>
            <ac:spMkLst>
              <pc:docMk/>
              <pc:sldMasterMk cId="1678555418" sldId="2147483648"/>
              <pc:sldLayoutMk cId="1109324772" sldId="2147483884"/>
              <ac:spMk id="200" creationId="{00000000-0000-0000-0000-000000000000}"/>
            </ac:spMkLst>
          </pc:spChg>
        </pc:sldLayoutChg>
        <pc:sldLayoutChg chg="addSp delSp modSp mod">
          <pc:chgData name="Nissim BUCHS" userId="39980080-8f47-4a71-89a4-94f6e89a41c2" providerId="ADAL" clId="{24E04178-7F06-41FE-98FC-9DB553EBC684}" dt="2026-06-04T09:49:41.435" v="92"/>
          <pc:sldLayoutMkLst>
            <pc:docMk/>
            <pc:sldMasterMk cId="1678555418" sldId="2147483648"/>
            <pc:sldLayoutMk cId="112099622" sldId="2147483885"/>
          </pc:sldLayoutMkLst>
          <pc:spChg chg="add mod">
            <ac:chgData name="Nissim BUCHS" userId="39980080-8f47-4a71-89a4-94f6e89a41c2" providerId="ADAL" clId="{24E04178-7F06-41FE-98FC-9DB553EBC684}" dt="2026-06-04T09:49:41.435" v="92"/>
            <ac:spMkLst>
              <pc:docMk/>
              <pc:sldMasterMk cId="1678555418" sldId="2147483648"/>
              <pc:sldLayoutMk cId="112099622" sldId="2147483885"/>
              <ac:spMk id="2" creationId="{09BF6FAD-A2FD-BAEE-9CB8-5B2F19626812}"/>
            </ac:spMkLst>
          </pc:spChg>
          <pc:spChg chg="add mod">
            <ac:chgData name="Nissim BUCHS" userId="39980080-8f47-4a71-89a4-94f6e89a41c2" providerId="ADAL" clId="{24E04178-7F06-41FE-98FC-9DB553EBC684}" dt="2026-06-04T09:49:41.435" v="92"/>
            <ac:spMkLst>
              <pc:docMk/>
              <pc:sldMasterMk cId="1678555418" sldId="2147483648"/>
              <pc:sldLayoutMk cId="112099622" sldId="2147483885"/>
              <ac:spMk id="6" creationId="{28486A39-7BEB-24F3-1CF8-EF352ADF45A3}"/>
            </ac:spMkLst>
          </pc:spChg>
          <pc:spChg chg="del">
            <ac:chgData name="Nissim BUCHS" userId="39980080-8f47-4a71-89a4-94f6e89a41c2" providerId="ADAL" clId="{24E04178-7F06-41FE-98FC-9DB553EBC684}" dt="2026-06-04T09:49:13.152" v="88" actId="478"/>
            <ac:spMkLst>
              <pc:docMk/>
              <pc:sldMasterMk cId="1678555418" sldId="2147483648"/>
              <pc:sldLayoutMk cId="112099622" sldId="2147483885"/>
              <ac:spMk id="200" creationId="{00000000-0000-0000-0000-000000000000}"/>
            </ac:spMkLst>
          </pc:spChg>
        </pc:sldLayoutChg>
        <pc:sldLayoutChg chg="addSp modSp add mod modTransition">
          <pc:chgData name="Nissim BUCHS" userId="39980080-8f47-4a71-89a4-94f6e89a41c2" providerId="ADAL" clId="{24E04178-7F06-41FE-98FC-9DB553EBC684}" dt="2026-06-04T09:48:43.377" v="86"/>
          <pc:sldLayoutMkLst>
            <pc:docMk/>
            <pc:sldMasterMk cId="1678555418" sldId="2147483648"/>
            <pc:sldLayoutMk cId="2283145090" sldId="2147483886"/>
          </pc:sldLayoutMkLst>
          <pc:spChg chg="add mod">
            <ac:chgData name="Nissim BUCHS" userId="39980080-8f47-4a71-89a4-94f6e89a41c2" providerId="ADAL" clId="{24E04178-7F06-41FE-98FC-9DB553EBC684}" dt="2026-06-04T09:48:43.377" v="86"/>
            <ac:spMkLst>
              <pc:docMk/>
              <pc:sldMasterMk cId="1678555418" sldId="2147483648"/>
              <pc:sldLayoutMk cId="2283145090" sldId="2147483886"/>
              <ac:spMk id="3" creationId="{0F95BAD3-79E7-C4B5-5B31-0910B16F510C}"/>
            </ac:spMkLst>
          </pc:spChg>
        </pc:sldLayoutChg>
        <pc:sldLayoutChg chg="addSp delSp modSp add mod modTransition">
          <pc:chgData name="Nissim BUCHS" userId="39980080-8f47-4a71-89a4-94f6e89a41c2" providerId="ADAL" clId="{24E04178-7F06-41FE-98FC-9DB553EBC684}" dt="2026-06-04T09:49:40.193" v="91"/>
          <pc:sldLayoutMkLst>
            <pc:docMk/>
            <pc:sldMasterMk cId="1678555418" sldId="2147483648"/>
            <pc:sldLayoutMk cId="3256350201" sldId="2147483887"/>
          </pc:sldLayoutMkLst>
          <pc:spChg chg="add mod">
            <ac:chgData name="Nissim BUCHS" userId="39980080-8f47-4a71-89a4-94f6e89a41c2" providerId="ADAL" clId="{24E04178-7F06-41FE-98FC-9DB553EBC684}" dt="2026-06-04T09:49:40.193" v="91"/>
            <ac:spMkLst>
              <pc:docMk/>
              <pc:sldMasterMk cId="1678555418" sldId="2147483648"/>
              <pc:sldLayoutMk cId="3256350201" sldId="2147483887"/>
              <ac:spMk id="2" creationId="{13B65233-02B0-62C8-D012-55D04241A67C}"/>
            </ac:spMkLst>
          </pc:spChg>
          <pc:spChg chg="add mod">
            <ac:chgData name="Nissim BUCHS" userId="39980080-8f47-4a71-89a4-94f6e89a41c2" providerId="ADAL" clId="{24E04178-7F06-41FE-98FC-9DB553EBC684}" dt="2026-06-04T09:49:40.193" v="91"/>
            <ac:spMkLst>
              <pc:docMk/>
              <pc:sldMasterMk cId="1678555418" sldId="2147483648"/>
              <pc:sldLayoutMk cId="3256350201" sldId="2147483887"/>
              <ac:spMk id="6" creationId="{18295363-CCB1-5EB0-BA63-DE40FF640383}"/>
            </ac:spMkLst>
          </pc:spChg>
          <pc:spChg chg="del">
            <ac:chgData name="Nissim BUCHS" userId="39980080-8f47-4a71-89a4-94f6e89a41c2" providerId="ADAL" clId="{24E04178-7F06-41FE-98FC-9DB553EBC684}" dt="2026-06-04T09:49:07.865" v="87" actId="478"/>
            <ac:spMkLst>
              <pc:docMk/>
              <pc:sldMasterMk cId="1678555418" sldId="2147483648"/>
              <pc:sldLayoutMk cId="3256350201" sldId="2147483887"/>
              <ac:spMk id="200"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EBEB57-0084-47A2-B33B-2578150FCB6E}" type="datetimeFigureOut">
              <a:rPr lang="fr-FR" smtClean="0"/>
              <a:t>04/06/2026</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221941-1314-4533-B909-7F4A5860BFCA}" type="slidenum">
              <a:rPr lang="fr-FR" smtClean="0"/>
              <a:t>‹#›</a:t>
            </a:fld>
            <a:endParaRPr lang="fr-FR" dirty="0"/>
          </a:p>
        </p:txBody>
      </p:sp>
      <p:pic>
        <p:nvPicPr>
          <p:cNvPr id="6" name="Espace réservé pour une image  3"/>
          <p:cNvPicPr>
            <a:picLocks noChangeAspect="1"/>
          </p:cNvPicPr>
          <p:nvPr/>
        </p:nvPicPr>
        <p:blipFill rotWithShape="1">
          <a:blip r:embed="rId2" cstate="email">
            <a:extLst>
              <a:ext uri="{28A0092B-C50C-407E-A947-70E740481C1C}">
                <a14:useLocalDpi xmlns:a14="http://schemas.microsoft.com/office/drawing/2010/main"/>
              </a:ext>
            </a:extLst>
          </a:blip>
          <a:srcRect t="-22875" b="-22875"/>
          <a:stretch/>
        </p:blipFill>
        <p:spPr>
          <a:xfrm>
            <a:off x="2724489" y="33769"/>
            <a:ext cx="1407436" cy="447820"/>
          </a:xfrm>
          <a:prstGeom prst="rect">
            <a:avLst/>
          </a:prstGeom>
        </p:spPr>
      </p:pic>
    </p:spTree>
    <p:extLst>
      <p:ext uri="{BB962C8B-B14F-4D97-AF65-F5344CB8AC3E}">
        <p14:creationId xmlns:p14="http://schemas.microsoft.com/office/powerpoint/2010/main" val="4547606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EB116-3272-4BAB-8158-EC5CC3577572}" type="datetimeFigureOut">
              <a:rPr lang="fr-FR" smtClean="0"/>
              <a:t>04/06/2026</a:t>
            </a:fld>
            <a:endParaRPr lang="fr-FR" dirty="0"/>
          </a:p>
        </p:txBody>
      </p:sp>
      <p:sp>
        <p:nvSpPr>
          <p:cNvPr id="4" name="Espace réservé de l'image des diapositives 3"/>
          <p:cNvSpPr>
            <a:spLocks noGrp="1" noRot="1" noChangeAspect="1"/>
          </p:cNvSpPr>
          <p:nvPr>
            <p:ph type="sldImg" idx="2"/>
          </p:nvPr>
        </p:nvSpPr>
        <p:spPr>
          <a:xfrm>
            <a:off x="279400" y="646618"/>
            <a:ext cx="6299200" cy="35433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271484" y="4354947"/>
            <a:ext cx="6315032" cy="4144240"/>
          </a:xfrm>
          <a:prstGeom prst="rect">
            <a:avLst/>
          </a:prstGeom>
        </p:spPr>
        <p:txBody>
          <a:bodyPr vert="horz" lIns="91440" tIns="45720" rIns="91440" bIns="45720" rtlCol="0"/>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6E6462-0EE7-407C-A1EC-7992EB756446}" type="slidenum">
              <a:rPr lang="fr-FR" smtClean="0"/>
              <a:t>‹#›</a:t>
            </a:fld>
            <a:endParaRPr lang="fr-FR" dirty="0"/>
          </a:p>
        </p:txBody>
      </p:sp>
      <p:pic>
        <p:nvPicPr>
          <p:cNvPr id="8" name="Espace réservé pour une image  3"/>
          <p:cNvPicPr>
            <a:picLocks noChangeAspect="1"/>
          </p:cNvPicPr>
          <p:nvPr/>
        </p:nvPicPr>
        <p:blipFill rotWithShape="1">
          <a:blip r:embed="rId2">
            <a:extLst>
              <a:ext uri="{28A0092B-C50C-407E-A947-70E740481C1C}">
                <a14:useLocalDpi xmlns:a14="http://schemas.microsoft.com/office/drawing/2010/main" val="0"/>
              </a:ext>
            </a:extLst>
          </a:blip>
          <a:srcRect t="-22875" b="-22875"/>
          <a:stretch/>
        </p:blipFill>
        <p:spPr>
          <a:xfrm>
            <a:off x="2724489" y="33769"/>
            <a:ext cx="1407436" cy="447820"/>
          </a:xfrm>
          <a:prstGeom prst="rect">
            <a:avLst/>
          </a:prstGeom>
        </p:spPr>
      </p:pic>
    </p:spTree>
    <p:extLst>
      <p:ext uri="{BB962C8B-B14F-4D97-AF65-F5344CB8AC3E}">
        <p14:creationId xmlns:p14="http://schemas.microsoft.com/office/powerpoint/2010/main" val="2214227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646113"/>
            <a:ext cx="6299200" cy="35433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646113"/>
            <a:ext cx="6299200" cy="35433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23615"/>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2B299FF1-0DB1-00B6-E241-4A6B505C786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5"/>
            <a:ext cx="1725961" cy="136091"/>
          </a:xfrm>
          <a:prstGeom prst="rect">
            <a:avLst/>
          </a:prstGeom>
        </p:spPr>
      </p:pic>
      <p:sp>
        <p:nvSpPr>
          <p:cNvPr id="14" name="Title 6">
            <a:extLst>
              <a:ext uri="{FF2B5EF4-FFF2-40B4-BE49-F238E27FC236}">
                <a16:creationId xmlns:a16="http://schemas.microsoft.com/office/drawing/2014/main" id="{88519EB8-A702-63A9-C565-8AD02AE1063A}"/>
              </a:ext>
            </a:extLst>
          </p:cNvPr>
          <p:cNvSpPr>
            <a:spLocks noGrp="1"/>
          </p:cNvSpPr>
          <p:nvPr>
            <p:ph type="title" hasCustomPrompt="1"/>
          </p:nvPr>
        </p:nvSpPr>
        <p:spPr>
          <a:xfrm>
            <a:off x="756046" y="2734708"/>
            <a:ext cx="5267946" cy="832453"/>
          </a:xfrm>
          <a:prstGeom prst="rect">
            <a:avLst/>
          </a:prstGeom>
        </p:spPr>
        <p:txBody>
          <a:bodyPr tIns="36000" bIns="0">
            <a:normAutofit/>
          </a:bodyPr>
          <a:lstStyle>
            <a:lvl1pPr algn="l">
              <a:defRPr sz="4000" b="0" i="0">
                <a:solidFill>
                  <a:schemeClr val="bg1"/>
                </a:solidFill>
                <a:latin typeface="Verdana" pitchFamily="2" charset="77"/>
              </a:defRPr>
            </a:lvl1pPr>
          </a:lstStyle>
          <a:p>
            <a:pPr algn="l"/>
            <a:r>
              <a:rPr noProof="0" dirty="0"/>
              <a:t>Click to insert</a:t>
            </a:r>
          </a:p>
        </p:txBody>
      </p:sp>
      <p:sp>
        <p:nvSpPr>
          <p:cNvPr id="15" name="Sous-titre 2">
            <a:extLst>
              <a:ext uri="{FF2B5EF4-FFF2-40B4-BE49-F238E27FC236}">
                <a16:creationId xmlns:a16="http://schemas.microsoft.com/office/drawing/2014/main" id="{0D2FAB28-FA48-CEFF-50CB-E1767AD5D73F}"/>
              </a:ext>
            </a:extLst>
          </p:cNvPr>
          <p:cNvSpPr>
            <a:spLocks noGrp="1"/>
          </p:cNvSpPr>
          <p:nvPr>
            <p:ph type="subTitle" idx="1" hasCustomPrompt="1"/>
          </p:nvPr>
        </p:nvSpPr>
        <p:spPr>
          <a:xfrm>
            <a:off x="756046" y="3453936"/>
            <a:ext cx="5267946" cy="832453"/>
          </a:xfrm>
          <a:prstGeom prst="rect">
            <a:avLst/>
          </a:prstGeom>
        </p:spPr>
        <p:txBody>
          <a:bodyPr tIns="0" bIns="0">
            <a:normAutofit/>
          </a:bodyPr>
          <a:lstStyle>
            <a:lvl1pPr marL="0" indent="0" algn="l">
              <a:lnSpc>
                <a:spcPct val="100000"/>
              </a:lnSpc>
              <a:buNone/>
              <a:defRPr sz="40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a two-line heading</a:t>
            </a:r>
          </a:p>
        </p:txBody>
      </p:sp>
      <p:sp>
        <p:nvSpPr>
          <p:cNvPr id="16" name="Espace réservé du texte 7">
            <a:extLst>
              <a:ext uri="{FF2B5EF4-FFF2-40B4-BE49-F238E27FC236}">
                <a16:creationId xmlns:a16="http://schemas.microsoft.com/office/drawing/2014/main" id="{3E080ABD-E165-6457-B8F7-3619E1833760}"/>
              </a:ext>
            </a:extLst>
          </p:cNvPr>
          <p:cNvSpPr>
            <a:spLocks noGrp="1"/>
          </p:cNvSpPr>
          <p:nvPr>
            <p:ph type="body" sz="quarter" idx="12" hasCustomPrompt="1"/>
          </p:nvPr>
        </p:nvSpPr>
        <p:spPr>
          <a:xfrm>
            <a:off x="756046" y="2435567"/>
            <a:ext cx="1367682" cy="193899"/>
          </a:xfrm>
          <a:prstGeom prst="rect">
            <a:avLst/>
          </a:prstGeom>
        </p:spPr>
        <p:txBody>
          <a:bodyPr wrap="none" tIns="0" bIns="0" anchor="ctr">
            <a:spAutoFit/>
          </a:bodyPr>
          <a:lstStyle>
            <a:lvl1pPr marL="0" indent="0" algn="l">
              <a:buNone/>
              <a:defRPr sz="1400" b="1">
                <a:solidFill>
                  <a:schemeClr val="bg1"/>
                </a:solidFill>
                <a:latin typeface="Verdana" pitchFamily="2" charset="77"/>
              </a:defRPr>
            </a:lvl1pPr>
          </a:lstStyle>
          <a:p>
            <a:pPr lvl="0"/>
            <a:r>
              <a:rPr noProof="0" dirty="0"/>
              <a:t>JJ.MM.AAAA</a:t>
            </a:r>
          </a:p>
        </p:txBody>
      </p:sp>
      <p:sp>
        <p:nvSpPr>
          <p:cNvPr id="17" name="Espace réservé du texte 7">
            <a:extLst>
              <a:ext uri="{FF2B5EF4-FFF2-40B4-BE49-F238E27FC236}">
                <a16:creationId xmlns:a16="http://schemas.microsoft.com/office/drawing/2014/main" id="{E6EA1E32-BCDC-4C08-D5C7-BAFD4C2BCE49}"/>
              </a:ext>
            </a:extLst>
          </p:cNvPr>
          <p:cNvSpPr>
            <a:spLocks noGrp="1"/>
          </p:cNvSpPr>
          <p:nvPr>
            <p:ph type="body" sz="quarter" idx="14" hasCustomPrompt="1"/>
          </p:nvPr>
        </p:nvSpPr>
        <p:spPr>
          <a:xfrm>
            <a:off x="756046" y="4370223"/>
            <a:ext cx="5267946" cy="276999"/>
          </a:xfrm>
          <a:prstGeom prst="rect">
            <a:avLst/>
          </a:prstGeom>
        </p:spPr>
        <p:txBody>
          <a:bodyPr wrap="square" tIns="0" bIns="0" anchor="ctr">
            <a:spAutoFit/>
          </a:bodyPr>
          <a:lstStyle>
            <a:lvl1pPr marL="0" indent="0" algn="l">
              <a:buNone/>
              <a:defRPr sz="2000" b="0" baseline="0">
                <a:solidFill>
                  <a:schemeClr val="bg1"/>
                </a:solidFill>
                <a:latin typeface="Verdana" pitchFamily="2" charset="77"/>
              </a:defRPr>
            </a:lvl1pPr>
          </a:lstStyle>
          <a:p>
            <a:pPr lvl="0"/>
            <a:r>
              <a:rPr noProof="0" dirty="0"/>
              <a:t>Click to insert a subtitle</a:t>
            </a:r>
          </a:p>
        </p:txBody>
      </p:sp>
      <p:sp>
        <p:nvSpPr>
          <p:cNvPr id="20" name="Espace réservé pour une image  6">
            <a:extLst>
              <a:ext uri="{FF2B5EF4-FFF2-40B4-BE49-F238E27FC236}">
                <a16:creationId xmlns:a16="http://schemas.microsoft.com/office/drawing/2014/main" id="{19B434D0-8209-B36C-F173-F4F10C8F12A4}"/>
              </a:ext>
            </a:extLst>
          </p:cNvPr>
          <p:cNvSpPr>
            <a:spLocks noGrp="1"/>
          </p:cNvSpPr>
          <p:nvPr>
            <p:ph type="pic" sz="quarter" idx="18" hasCustomPrompt="1"/>
          </p:nvPr>
        </p:nvSpPr>
        <p:spPr>
          <a:xfrm>
            <a:off x="6175371" y="0"/>
            <a:ext cx="6016629" cy="5989270"/>
          </a:xfrm>
          <a:custGeom>
            <a:avLst/>
            <a:gdLst>
              <a:gd name="connsiteX0" fmla="*/ 0 w 7005040"/>
              <a:gd name="connsiteY0" fmla="*/ 0 h 5809372"/>
              <a:gd name="connsiteX1" fmla="*/ 7005040 w 7005040"/>
              <a:gd name="connsiteY1" fmla="*/ 0 h 5809372"/>
              <a:gd name="connsiteX2" fmla="*/ 7005040 w 7005040"/>
              <a:gd name="connsiteY2" fmla="*/ 5809372 h 5809372"/>
              <a:gd name="connsiteX3" fmla="*/ 0 w 7005040"/>
              <a:gd name="connsiteY3" fmla="*/ 5809372 h 5809372"/>
              <a:gd name="connsiteX4" fmla="*/ 0 w 7005040"/>
              <a:gd name="connsiteY4" fmla="*/ 0 h 5809372"/>
              <a:gd name="connsiteX0" fmla="*/ 3810000 w 7005040"/>
              <a:gd name="connsiteY0" fmla="*/ 16934 h 5809372"/>
              <a:gd name="connsiteX1" fmla="*/ 7005040 w 7005040"/>
              <a:gd name="connsiteY1" fmla="*/ 0 h 5809372"/>
              <a:gd name="connsiteX2" fmla="*/ 7005040 w 7005040"/>
              <a:gd name="connsiteY2" fmla="*/ 5809372 h 5809372"/>
              <a:gd name="connsiteX3" fmla="*/ 0 w 7005040"/>
              <a:gd name="connsiteY3" fmla="*/ 5809372 h 5809372"/>
              <a:gd name="connsiteX4" fmla="*/ 3810000 w 7005040"/>
              <a:gd name="connsiteY4" fmla="*/ 16934 h 5809372"/>
              <a:gd name="connsiteX0" fmla="*/ 3810000 w 7005040"/>
              <a:gd name="connsiteY0" fmla="*/ 0 h 5792438"/>
              <a:gd name="connsiteX1" fmla="*/ 6835707 w 7005040"/>
              <a:gd name="connsiteY1" fmla="*/ 558799 h 5792438"/>
              <a:gd name="connsiteX2" fmla="*/ 7005040 w 7005040"/>
              <a:gd name="connsiteY2" fmla="*/ 5792438 h 5792438"/>
              <a:gd name="connsiteX3" fmla="*/ 0 w 7005040"/>
              <a:gd name="connsiteY3" fmla="*/ 5792438 h 5792438"/>
              <a:gd name="connsiteX4" fmla="*/ 3810000 w 7005040"/>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810000 w 6835707"/>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2949007 w 6835707"/>
              <a:gd name="connsiteY4" fmla="*/ 983371 h 5792438"/>
              <a:gd name="connsiteX5" fmla="*/ 3810000 w 6835707"/>
              <a:gd name="connsiteY5"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068928 w 6835707"/>
              <a:gd name="connsiteY4" fmla="*/ 1020846 h 5792438"/>
              <a:gd name="connsiteX5" fmla="*/ 3810000 w 6835707"/>
              <a:gd name="connsiteY5" fmla="*/ 0 h 5792438"/>
              <a:gd name="connsiteX0" fmla="*/ 3813748 w 6835707"/>
              <a:gd name="connsiteY0" fmla="*/ 0 h 5803681"/>
              <a:gd name="connsiteX1" fmla="*/ 6835707 w 6835707"/>
              <a:gd name="connsiteY1" fmla="*/ 570042 h 5803681"/>
              <a:gd name="connsiteX2" fmla="*/ 6835707 w 6835707"/>
              <a:gd name="connsiteY2" fmla="*/ 5786748 h 5803681"/>
              <a:gd name="connsiteX3" fmla="*/ 0 w 6835707"/>
              <a:gd name="connsiteY3" fmla="*/ 5803681 h 5803681"/>
              <a:gd name="connsiteX4" fmla="*/ 3068928 w 6835707"/>
              <a:gd name="connsiteY4" fmla="*/ 1032089 h 5803681"/>
              <a:gd name="connsiteX5" fmla="*/ 3813748 w 6835707"/>
              <a:gd name="connsiteY5" fmla="*/ 0 h 5803681"/>
              <a:gd name="connsiteX0" fmla="*/ 3821243 w 6835707"/>
              <a:gd name="connsiteY0" fmla="*/ 0 h 5796186"/>
              <a:gd name="connsiteX1" fmla="*/ 6835707 w 6835707"/>
              <a:gd name="connsiteY1" fmla="*/ 562547 h 5796186"/>
              <a:gd name="connsiteX2" fmla="*/ 6835707 w 6835707"/>
              <a:gd name="connsiteY2" fmla="*/ 5779253 h 5796186"/>
              <a:gd name="connsiteX3" fmla="*/ 0 w 6835707"/>
              <a:gd name="connsiteY3" fmla="*/ 5796186 h 5796186"/>
              <a:gd name="connsiteX4" fmla="*/ 3068928 w 6835707"/>
              <a:gd name="connsiteY4" fmla="*/ 1024594 h 5796186"/>
              <a:gd name="connsiteX5" fmla="*/ 3821243 w 6835707"/>
              <a:gd name="connsiteY5" fmla="*/ 0 h 5796186"/>
              <a:gd name="connsiteX0" fmla="*/ 3821243 w 6835707"/>
              <a:gd name="connsiteY0" fmla="*/ 0 h 5803682"/>
              <a:gd name="connsiteX1" fmla="*/ 6835707 w 6835707"/>
              <a:gd name="connsiteY1" fmla="*/ 57004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821243 w 6835707"/>
              <a:gd name="connsiteY0" fmla="*/ 0 h 5803682"/>
              <a:gd name="connsiteX1" fmla="*/ 6835707 w 6835707"/>
              <a:gd name="connsiteY1" fmla="*/ 60002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69379 w 7383843"/>
              <a:gd name="connsiteY0" fmla="*/ 0 h 5803682"/>
              <a:gd name="connsiteX1" fmla="*/ 7383843 w 7383843"/>
              <a:gd name="connsiteY1" fmla="*/ 600023 h 5803682"/>
              <a:gd name="connsiteX2" fmla="*/ 7383843 w 7383843"/>
              <a:gd name="connsiteY2" fmla="*/ 5786749 h 5803682"/>
              <a:gd name="connsiteX3" fmla="*/ 548136 w 7383843"/>
              <a:gd name="connsiteY3" fmla="*/ 5803682 h 5803682"/>
              <a:gd name="connsiteX4" fmla="*/ 429435 w 7383843"/>
              <a:gd name="connsiteY4" fmla="*/ 3506439 h 5803682"/>
              <a:gd name="connsiteX5" fmla="*/ 1801032 w 7383843"/>
              <a:gd name="connsiteY5" fmla="*/ 2936813 h 5803682"/>
              <a:gd name="connsiteX6" fmla="*/ 3225099 w 7383843"/>
              <a:gd name="connsiteY6" fmla="*/ 2344702 h 5803682"/>
              <a:gd name="connsiteX7" fmla="*/ 3617064 w 7383843"/>
              <a:gd name="connsiteY7" fmla="*/ 1032090 h 5803682"/>
              <a:gd name="connsiteX8" fmla="*/ 4369379 w 7383843"/>
              <a:gd name="connsiteY8"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326804 w 7341268"/>
              <a:gd name="connsiteY0" fmla="*/ 0 h 5803682"/>
              <a:gd name="connsiteX1" fmla="*/ 7341268 w 7341268"/>
              <a:gd name="connsiteY1" fmla="*/ 600023 h 5803682"/>
              <a:gd name="connsiteX2" fmla="*/ 7341268 w 7341268"/>
              <a:gd name="connsiteY2" fmla="*/ 5786749 h 5803682"/>
              <a:gd name="connsiteX3" fmla="*/ 629230 w 7341268"/>
              <a:gd name="connsiteY3" fmla="*/ 5803682 h 5803682"/>
              <a:gd name="connsiteX4" fmla="*/ 323152 w 7341268"/>
              <a:gd name="connsiteY4" fmla="*/ 4803089 h 5803682"/>
              <a:gd name="connsiteX5" fmla="*/ 386860 w 7341268"/>
              <a:gd name="connsiteY5" fmla="*/ 3506439 h 5803682"/>
              <a:gd name="connsiteX6" fmla="*/ 1758457 w 7341268"/>
              <a:gd name="connsiteY6" fmla="*/ 2936813 h 5803682"/>
              <a:gd name="connsiteX7" fmla="*/ 3182524 w 7341268"/>
              <a:gd name="connsiteY7" fmla="*/ 2344702 h 5803682"/>
              <a:gd name="connsiteX8" fmla="*/ 3574489 w 7341268"/>
              <a:gd name="connsiteY8" fmla="*/ 1032090 h 5803682"/>
              <a:gd name="connsiteX9" fmla="*/ 4326804 w 7341268"/>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01078 w 7018116"/>
              <a:gd name="connsiteY2" fmla="*/ 5667480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9468"/>
              <a:gd name="connsiteX1" fmla="*/ 7018116 w 7018116"/>
              <a:gd name="connsiteY1" fmla="*/ 600023 h 5809468"/>
              <a:gd name="connsiteX2" fmla="*/ 7012437 w 7018116"/>
              <a:gd name="connsiteY2" fmla="*/ 5809468 h 5809468"/>
              <a:gd name="connsiteX3" fmla="*/ 306078 w 7018116"/>
              <a:gd name="connsiteY3" fmla="*/ 5803682 h 5809468"/>
              <a:gd name="connsiteX4" fmla="*/ 0 w 7018116"/>
              <a:gd name="connsiteY4" fmla="*/ 4803089 h 5809468"/>
              <a:gd name="connsiteX5" fmla="*/ 63708 w 7018116"/>
              <a:gd name="connsiteY5" fmla="*/ 3506439 h 5809468"/>
              <a:gd name="connsiteX6" fmla="*/ 1435305 w 7018116"/>
              <a:gd name="connsiteY6" fmla="*/ 2936813 h 5809468"/>
              <a:gd name="connsiteX7" fmla="*/ 2859372 w 7018116"/>
              <a:gd name="connsiteY7" fmla="*/ 2344702 h 5809468"/>
              <a:gd name="connsiteX8" fmla="*/ 3251337 w 7018116"/>
              <a:gd name="connsiteY8" fmla="*/ 1032090 h 5809468"/>
              <a:gd name="connsiteX9" fmla="*/ 4003652 w 7018116"/>
              <a:gd name="connsiteY9" fmla="*/ 0 h 5809468"/>
              <a:gd name="connsiteX0" fmla="*/ 4003652 w 7013757"/>
              <a:gd name="connsiteY0" fmla="*/ 26341 h 5835809"/>
              <a:gd name="connsiteX1" fmla="*/ 7008972 w 7013757"/>
              <a:gd name="connsiteY1" fmla="*/ 0 h 5835809"/>
              <a:gd name="connsiteX2" fmla="*/ 7012437 w 7013757"/>
              <a:gd name="connsiteY2" fmla="*/ 5835809 h 5835809"/>
              <a:gd name="connsiteX3" fmla="*/ 306078 w 7013757"/>
              <a:gd name="connsiteY3" fmla="*/ 5830023 h 5835809"/>
              <a:gd name="connsiteX4" fmla="*/ 0 w 7013757"/>
              <a:gd name="connsiteY4" fmla="*/ 4829430 h 5835809"/>
              <a:gd name="connsiteX5" fmla="*/ 63708 w 7013757"/>
              <a:gd name="connsiteY5" fmla="*/ 3532780 h 5835809"/>
              <a:gd name="connsiteX6" fmla="*/ 1435305 w 7013757"/>
              <a:gd name="connsiteY6" fmla="*/ 2963154 h 5835809"/>
              <a:gd name="connsiteX7" fmla="*/ 2859372 w 7013757"/>
              <a:gd name="connsiteY7" fmla="*/ 2371043 h 5835809"/>
              <a:gd name="connsiteX8" fmla="*/ 3251337 w 7013757"/>
              <a:gd name="connsiteY8" fmla="*/ 1058431 h 5835809"/>
              <a:gd name="connsiteX9" fmla="*/ 4003652 w 7013757"/>
              <a:gd name="connsiteY9" fmla="*/ 26341 h 5835809"/>
              <a:gd name="connsiteX0" fmla="*/ 4003652 w 7014162"/>
              <a:gd name="connsiteY0" fmla="*/ 2634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4003652 w 7014162"/>
              <a:gd name="connsiteY9" fmla="*/ 2634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200455 w 6710581"/>
              <a:gd name="connsiteY0" fmla="*/ 3481 h 6035000"/>
              <a:gd name="connsiteX1" fmla="*/ 6705391 w 6710581"/>
              <a:gd name="connsiteY1" fmla="*/ 0 h 6035000"/>
              <a:gd name="connsiteX2" fmla="*/ 6708856 w 6710581"/>
              <a:gd name="connsiteY2" fmla="*/ 5835809 h 6035000"/>
              <a:gd name="connsiteX3" fmla="*/ 2497 w 6710581"/>
              <a:gd name="connsiteY3" fmla="*/ 5830023 h 6035000"/>
              <a:gd name="connsiteX4" fmla="*/ 5919194 w 6710581"/>
              <a:gd name="connsiteY4" fmla="*/ 3623717 h 6035000"/>
              <a:gd name="connsiteX5" fmla="*/ 3669187 w 6710581"/>
              <a:gd name="connsiteY5" fmla="*/ 5978800 h 6035000"/>
              <a:gd name="connsiteX6" fmla="*/ 1346608 w 6710581"/>
              <a:gd name="connsiteY6" fmla="*/ 3776970 h 6035000"/>
              <a:gd name="connsiteX7" fmla="*/ 685843 w 6710581"/>
              <a:gd name="connsiteY7" fmla="*/ 2508203 h 6035000"/>
              <a:gd name="connsiteX8" fmla="*/ 2385400 w 6710581"/>
              <a:gd name="connsiteY8" fmla="*/ 349771 h 6035000"/>
              <a:gd name="connsiteX9" fmla="*/ 2200455 w 6710581"/>
              <a:gd name="connsiteY9" fmla="*/ 3481 h 6035000"/>
              <a:gd name="connsiteX0" fmla="*/ 1514612 w 6024738"/>
              <a:gd name="connsiteY0" fmla="*/ 3481 h 6035000"/>
              <a:gd name="connsiteX1" fmla="*/ 6019548 w 6024738"/>
              <a:gd name="connsiteY1" fmla="*/ 0 h 6035000"/>
              <a:gd name="connsiteX2" fmla="*/ 6023013 w 6024738"/>
              <a:gd name="connsiteY2" fmla="*/ 5835809 h 6035000"/>
              <a:gd name="connsiteX3" fmla="*/ 5855019 w 6024738"/>
              <a:gd name="connsiteY3" fmla="*/ 3701817 h 6035000"/>
              <a:gd name="connsiteX4" fmla="*/ 5233351 w 6024738"/>
              <a:gd name="connsiteY4" fmla="*/ 3623717 h 6035000"/>
              <a:gd name="connsiteX5" fmla="*/ 2983344 w 6024738"/>
              <a:gd name="connsiteY5" fmla="*/ 5978800 h 6035000"/>
              <a:gd name="connsiteX6" fmla="*/ 660765 w 6024738"/>
              <a:gd name="connsiteY6" fmla="*/ 3776970 h 6035000"/>
              <a:gd name="connsiteX7" fmla="*/ 0 w 6024738"/>
              <a:gd name="connsiteY7" fmla="*/ 2508203 h 6035000"/>
              <a:gd name="connsiteX8" fmla="*/ 1699557 w 6024738"/>
              <a:gd name="connsiteY8" fmla="*/ 349771 h 6035000"/>
              <a:gd name="connsiteX9" fmla="*/ 1514612 w 6024738"/>
              <a:gd name="connsiteY9" fmla="*/ 3481 h 6035000"/>
              <a:gd name="connsiteX0" fmla="*/ 1514612 w 6024738"/>
              <a:gd name="connsiteY0" fmla="*/ 3481 h 6081762"/>
              <a:gd name="connsiteX1" fmla="*/ 6019548 w 6024738"/>
              <a:gd name="connsiteY1" fmla="*/ 0 h 6081762"/>
              <a:gd name="connsiteX2" fmla="*/ 6023013 w 6024738"/>
              <a:gd name="connsiteY2" fmla="*/ 5835809 h 6081762"/>
              <a:gd name="connsiteX3" fmla="*/ 5855019 w 6024738"/>
              <a:gd name="connsiteY3" fmla="*/ 3701817 h 6081762"/>
              <a:gd name="connsiteX4" fmla="*/ 5233351 w 6024738"/>
              <a:gd name="connsiteY4" fmla="*/ 3623717 h 6081762"/>
              <a:gd name="connsiteX5" fmla="*/ 2983344 w 6024738"/>
              <a:gd name="connsiteY5" fmla="*/ 5978800 h 6081762"/>
              <a:gd name="connsiteX6" fmla="*/ 660765 w 6024738"/>
              <a:gd name="connsiteY6" fmla="*/ 3776970 h 6081762"/>
              <a:gd name="connsiteX7" fmla="*/ 0 w 6024738"/>
              <a:gd name="connsiteY7" fmla="*/ 2508203 h 6081762"/>
              <a:gd name="connsiteX8" fmla="*/ 1699557 w 6024738"/>
              <a:gd name="connsiteY8" fmla="*/ 349771 h 6081762"/>
              <a:gd name="connsiteX9" fmla="*/ 1514612 w 6024738"/>
              <a:gd name="connsiteY9" fmla="*/ 3481 h 6081762"/>
              <a:gd name="connsiteX0" fmla="*/ 1514612 w 6024738"/>
              <a:gd name="connsiteY0" fmla="*/ 3481 h 6080269"/>
              <a:gd name="connsiteX1" fmla="*/ 6019548 w 6024738"/>
              <a:gd name="connsiteY1" fmla="*/ 0 h 6080269"/>
              <a:gd name="connsiteX2" fmla="*/ 6023013 w 6024738"/>
              <a:gd name="connsiteY2" fmla="*/ 5835809 h 6080269"/>
              <a:gd name="connsiteX3" fmla="*/ 5855019 w 6024738"/>
              <a:gd name="connsiteY3" fmla="*/ 3701817 h 6080269"/>
              <a:gd name="connsiteX4" fmla="*/ 5230176 w 6024738"/>
              <a:gd name="connsiteY4" fmla="*/ 3591967 h 6080269"/>
              <a:gd name="connsiteX5" fmla="*/ 2983344 w 6024738"/>
              <a:gd name="connsiteY5" fmla="*/ 5978800 h 6080269"/>
              <a:gd name="connsiteX6" fmla="*/ 660765 w 6024738"/>
              <a:gd name="connsiteY6" fmla="*/ 3776970 h 6080269"/>
              <a:gd name="connsiteX7" fmla="*/ 0 w 6024738"/>
              <a:gd name="connsiteY7" fmla="*/ 2508203 h 6080269"/>
              <a:gd name="connsiteX8" fmla="*/ 1699557 w 6024738"/>
              <a:gd name="connsiteY8" fmla="*/ 349771 h 6080269"/>
              <a:gd name="connsiteX9" fmla="*/ 1514612 w 6024738"/>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170715"/>
              <a:gd name="connsiteX1" fmla="*/ 6019548 w 6026469"/>
              <a:gd name="connsiteY1" fmla="*/ 0 h 6170715"/>
              <a:gd name="connsiteX2" fmla="*/ 6023013 w 6026469"/>
              <a:gd name="connsiteY2" fmla="*/ 5835809 h 6170715"/>
              <a:gd name="connsiteX3" fmla="*/ 6026469 w 6026469"/>
              <a:gd name="connsiteY3" fmla="*/ 3736742 h 6170715"/>
              <a:gd name="connsiteX4" fmla="*/ 5223826 w 6026469"/>
              <a:gd name="connsiteY4" fmla="*/ 3601492 h 6170715"/>
              <a:gd name="connsiteX5" fmla="*/ 2979854 w 6026469"/>
              <a:gd name="connsiteY5" fmla="*/ 6073032 h 6170715"/>
              <a:gd name="connsiteX6" fmla="*/ 660765 w 6026469"/>
              <a:gd name="connsiteY6" fmla="*/ 3776970 h 6170715"/>
              <a:gd name="connsiteX7" fmla="*/ 0 w 6026469"/>
              <a:gd name="connsiteY7" fmla="*/ 2508203 h 6170715"/>
              <a:gd name="connsiteX8" fmla="*/ 1699557 w 6026469"/>
              <a:gd name="connsiteY8" fmla="*/ 349771 h 6170715"/>
              <a:gd name="connsiteX9" fmla="*/ 1514612 w 6026469"/>
              <a:gd name="connsiteY9" fmla="*/ 3481 h 6170715"/>
              <a:gd name="connsiteX0" fmla="*/ 1514612 w 6026469"/>
              <a:gd name="connsiteY0" fmla="*/ 3481 h 6090695"/>
              <a:gd name="connsiteX1" fmla="*/ 6019548 w 6026469"/>
              <a:gd name="connsiteY1" fmla="*/ 0 h 6090695"/>
              <a:gd name="connsiteX2" fmla="*/ 6023013 w 6026469"/>
              <a:gd name="connsiteY2" fmla="*/ 5835809 h 6090695"/>
              <a:gd name="connsiteX3" fmla="*/ 6026469 w 6026469"/>
              <a:gd name="connsiteY3" fmla="*/ 3736742 h 6090695"/>
              <a:gd name="connsiteX4" fmla="*/ 5223826 w 6026469"/>
              <a:gd name="connsiteY4" fmla="*/ 3601492 h 6090695"/>
              <a:gd name="connsiteX5" fmla="*/ 3004285 w 6026469"/>
              <a:gd name="connsiteY5" fmla="*/ 5989270 h 6090695"/>
              <a:gd name="connsiteX6" fmla="*/ 660765 w 6026469"/>
              <a:gd name="connsiteY6" fmla="*/ 3776970 h 6090695"/>
              <a:gd name="connsiteX7" fmla="*/ 0 w 6026469"/>
              <a:gd name="connsiteY7" fmla="*/ 2508203 h 6090695"/>
              <a:gd name="connsiteX8" fmla="*/ 1699557 w 6026469"/>
              <a:gd name="connsiteY8" fmla="*/ 349771 h 6090695"/>
              <a:gd name="connsiteX9" fmla="*/ 1514612 w 6026469"/>
              <a:gd name="connsiteY9" fmla="*/ 3481 h 6090695"/>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4738"/>
              <a:gd name="connsiteY0" fmla="*/ 3481 h 5989270"/>
              <a:gd name="connsiteX1" fmla="*/ 6019548 w 6024738"/>
              <a:gd name="connsiteY1" fmla="*/ 0 h 5989270"/>
              <a:gd name="connsiteX2" fmla="*/ 6023013 w 6024738"/>
              <a:gd name="connsiteY2" fmla="*/ 5835809 h 5989270"/>
              <a:gd name="connsiteX3" fmla="*/ 5939217 w 6024738"/>
              <a:gd name="connsiteY3" fmla="*/ 3726271 h 5989270"/>
              <a:gd name="connsiteX4" fmla="*/ 5223826 w 6024738"/>
              <a:gd name="connsiteY4" fmla="*/ 3601492 h 5989270"/>
              <a:gd name="connsiteX5" fmla="*/ 3004285 w 6024738"/>
              <a:gd name="connsiteY5" fmla="*/ 5989270 h 5989270"/>
              <a:gd name="connsiteX6" fmla="*/ 660765 w 6024738"/>
              <a:gd name="connsiteY6" fmla="*/ 3776970 h 5989270"/>
              <a:gd name="connsiteX7" fmla="*/ 0 w 6024738"/>
              <a:gd name="connsiteY7" fmla="*/ 2508203 h 5989270"/>
              <a:gd name="connsiteX8" fmla="*/ 1699557 w 6024738"/>
              <a:gd name="connsiteY8" fmla="*/ 349771 h 5989270"/>
              <a:gd name="connsiteX9" fmla="*/ 1514612 w 6024738"/>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58408"/>
              <a:gd name="connsiteY0" fmla="*/ 3481 h 5989270"/>
              <a:gd name="connsiteX1" fmla="*/ 6019548 w 6058408"/>
              <a:gd name="connsiteY1" fmla="*/ 0 h 5989270"/>
              <a:gd name="connsiteX2" fmla="*/ 6057914 w 6058408"/>
              <a:gd name="connsiteY2" fmla="*/ 3361345 h 5989270"/>
              <a:gd name="connsiteX3" fmla="*/ 6026469 w 6058408"/>
              <a:gd name="connsiteY3" fmla="*/ 3743722 h 5989270"/>
              <a:gd name="connsiteX4" fmla="*/ 5223826 w 6058408"/>
              <a:gd name="connsiteY4" fmla="*/ 3601492 h 5989270"/>
              <a:gd name="connsiteX5" fmla="*/ 3004285 w 6058408"/>
              <a:gd name="connsiteY5" fmla="*/ 5989270 h 5989270"/>
              <a:gd name="connsiteX6" fmla="*/ 660765 w 6058408"/>
              <a:gd name="connsiteY6" fmla="*/ 3776970 h 5989270"/>
              <a:gd name="connsiteX7" fmla="*/ 0 w 6058408"/>
              <a:gd name="connsiteY7" fmla="*/ 2508203 h 5989270"/>
              <a:gd name="connsiteX8" fmla="*/ 1699557 w 6058408"/>
              <a:gd name="connsiteY8" fmla="*/ 349771 h 5989270"/>
              <a:gd name="connsiteX9" fmla="*/ 1514612 w 6058408"/>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2706"/>
              <a:gd name="connsiteY0" fmla="*/ 3481 h 5989270"/>
              <a:gd name="connsiteX1" fmla="*/ 6019548 w 6022706"/>
              <a:gd name="connsiteY1" fmla="*/ 0 h 5989270"/>
              <a:gd name="connsiteX2" fmla="*/ 6019523 w 6022706"/>
              <a:gd name="connsiteY2" fmla="*/ 1926924 h 5989270"/>
              <a:gd name="connsiteX3" fmla="*/ 5984588 w 6022706"/>
              <a:gd name="connsiteY3" fmla="*/ 3680900 h 5989270"/>
              <a:gd name="connsiteX4" fmla="*/ 5223826 w 6022706"/>
              <a:gd name="connsiteY4" fmla="*/ 3601492 h 5989270"/>
              <a:gd name="connsiteX5" fmla="*/ 3004285 w 6022706"/>
              <a:gd name="connsiteY5" fmla="*/ 5989270 h 5989270"/>
              <a:gd name="connsiteX6" fmla="*/ 660765 w 6022706"/>
              <a:gd name="connsiteY6" fmla="*/ 3776970 h 5989270"/>
              <a:gd name="connsiteX7" fmla="*/ 0 w 6022706"/>
              <a:gd name="connsiteY7" fmla="*/ 2508203 h 5989270"/>
              <a:gd name="connsiteX8" fmla="*/ 1699557 w 6022706"/>
              <a:gd name="connsiteY8" fmla="*/ 349771 h 5989270"/>
              <a:gd name="connsiteX9" fmla="*/ 1514612 w 6022706"/>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4415 w 6016629"/>
              <a:gd name="connsiteY6" fmla="*/ 3776970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60765 w 6016629"/>
              <a:gd name="connsiteY6" fmla="*/ 378014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718607 w 6016629"/>
              <a:gd name="connsiteY8" fmla="*/ 352946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705215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48065 w 6016629"/>
              <a:gd name="connsiteY6" fmla="*/ 3767445 h 5989270"/>
              <a:gd name="connsiteX7" fmla="*/ 0 w 6016629"/>
              <a:gd name="connsiteY7" fmla="*/ 2495503 h 5989270"/>
              <a:gd name="connsiteX8" fmla="*/ 1690032 w 6016629"/>
              <a:gd name="connsiteY8" fmla="*/ 349771 h 5989270"/>
              <a:gd name="connsiteX9" fmla="*/ 1514612 w 6016629"/>
              <a:gd name="connsiteY9" fmla="*/ 3481 h 5989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16629" h="5989270">
                <a:moveTo>
                  <a:pt x="1514612" y="3481"/>
                </a:moveTo>
                <a:lnTo>
                  <a:pt x="6013198" y="0"/>
                </a:lnTo>
                <a:cubicBezTo>
                  <a:pt x="6019071" y="939553"/>
                  <a:pt x="6015362" y="1141702"/>
                  <a:pt x="6013173" y="1926924"/>
                </a:cubicBezTo>
                <a:cubicBezTo>
                  <a:pt x="6014325" y="2689577"/>
                  <a:pt x="6012302" y="3138801"/>
                  <a:pt x="6016629" y="3736741"/>
                </a:cubicBezTo>
                <a:lnTo>
                  <a:pt x="5217476" y="3601492"/>
                </a:lnTo>
                <a:lnTo>
                  <a:pt x="2997935" y="5989270"/>
                </a:lnTo>
                <a:lnTo>
                  <a:pt x="648065" y="3767445"/>
                </a:lnTo>
                <a:lnTo>
                  <a:pt x="0" y="2495503"/>
                </a:lnTo>
                <a:lnTo>
                  <a:pt x="1690032" y="349771"/>
                </a:lnTo>
                <a:lnTo>
                  <a:pt x="1514612" y="3481"/>
                </a:lnTo>
                <a:close/>
              </a:path>
            </a:pathLst>
          </a:custGeom>
          <a:solidFill>
            <a:schemeClr val="bg1"/>
          </a:solidFill>
        </p:spPr>
        <p:txBody>
          <a:bodyPr bIns="1800000" anchor="ctr" anchorCtr="1"/>
          <a:lstStyle>
            <a:lvl1pPr marL="0" indent="0" algn="ctr">
              <a:lnSpc>
                <a:spcPct val="100000"/>
              </a:lnSpc>
              <a:buFontTx/>
              <a:buNone/>
              <a:defRPr/>
            </a:lvl1pPr>
          </a:lstStyle>
          <a:p>
            <a:r>
              <a:rPr noProof="0" dirty="0"/>
              <a:t>Click the icon to insert a picture.</a:t>
            </a:r>
            <a:br>
              <a:rPr noProof="0" dirty="0"/>
            </a:br>
            <a:r>
              <a:rPr noProof="0" dirty="0"/>
              <a:t> Right click and select “crop” to resize and move the picture. </a:t>
            </a:r>
          </a:p>
        </p:txBody>
      </p:sp>
      <p:cxnSp>
        <p:nvCxnSpPr>
          <p:cNvPr id="4" name="Straight Connector 3">
            <a:extLst>
              <a:ext uri="{FF2B5EF4-FFF2-40B4-BE49-F238E27FC236}">
                <a16:creationId xmlns:a16="http://schemas.microsoft.com/office/drawing/2014/main" id="{3F421EB5-1762-7EF9-BBE8-76F75C3A6A3E}"/>
              </a:ext>
            </a:extLst>
          </p:cNvPr>
          <p:cNvCxnSpPr>
            <a:cxnSpLocks/>
            <a:endCxn id="20" idx="7"/>
          </p:cNvCxnSpPr>
          <p:nvPr userDrawn="1"/>
        </p:nvCxnSpPr>
        <p:spPr>
          <a:xfrm flipH="1">
            <a:off x="6175371" y="0"/>
            <a:ext cx="136092" cy="249550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B8B1B6-03C0-7A0A-EA69-339990EE9407}"/>
              </a:ext>
            </a:extLst>
          </p:cNvPr>
          <p:cNvCxnSpPr>
            <a:cxnSpLocks/>
            <a:endCxn id="20" idx="7"/>
          </p:cNvCxnSpPr>
          <p:nvPr userDrawn="1"/>
        </p:nvCxnSpPr>
        <p:spPr>
          <a:xfrm>
            <a:off x="-3254" y="2050092"/>
            <a:ext cx="6178625" cy="44541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1EF2920-A819-EF36-D7AC-82593A9E221F}"/>
              </a:ext>
            </a:extLst>
          </p:cNvPr>
          <p:cNvCxnSpPr>
            <a:cxnSpLocks/>
          </p:cNvCxnSpPr>
          <p:nvPr userDrawn="1"/>
        </p:nvCxnSpPr>
        <p:spPr>
          <a:xfrm flipH="1">
            <a:off x="8472264" y="5989270"/>
            <a:ext cx="701272" cy="86873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BD6943-B428-2FD6-1C48-74DF7EE2F6E6}"/>
              </a:ext>
            </a:extLst>
          </p:cNvPr>
          <p:cNvCxnSpPr>
            <a:cxnSpLocks/>
          </p:cNvCxnSpPr>
          <p:nvPr userDrawn="1"/>
        </p:nvCxnSpPr>
        <p:spPr>
          <a:xfrm>
            <a:off x="9173536" y="5989270"/>
            <a:ext cx="882904" cy="86873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D4153E1-CD0D-13EC-093E-CC7E7031DCC4}"/>
              </a:ext>
            </a:extLst>
          </p:cNvPr>
          <p:cNvCxnSpPr>
            <a:cxnSpLocks/>
          </p:cNvCxnSpPr>
          <p:nvPr userDrawn="1"/>
        </p:nvCxnSpPr>
        <p:spPr>
          <a:xfrm flipH="1">
            <a:off x="10056440" y="3593781"/>
            <a:ext cx="1327160" cy="326421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CE59E3C-C770-E377-7753-F0DC666D45AA}"/>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35" name="Hexagon 34">
            <a:extLst>
              <a:ext uri="{FF2B5EF4-FFF2-40B4-BE49-F238E27FC236}">
                <a16:creationId xmlns:a16="http://schemas.microsoft.com/office/drawing/2014/main" id="{326221FD-369C-C819-963C-3686AC80A1A9}"/>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a:extLst>
              <a:ext uri="{FF2B5EF4-FFF2-40B4-BE49-F238E27FC236}">
                <a16:creationId xmlns:a16="http://schemas.microsoft.com/office/drawing/2014/main" id="{AB08395F-06AF-3EDE-4A4A-B32D71FE58D9}"/>
              </a:ext>
            </a:extLst>
          </p:cNvPr>
          <p:cNvGrpSpPr/>
          <p:nvPr userDrawn="1"/>
        </p:nvGrpSpPr>
        <p:grpSpPr>
          <a:xfrm>
            <a:off x="-3295214" y="-1132958"/>
            <a:ext cx="1548392" cy="442988"/>
            <a:chOff x="-3411790" y="-1707010"/>
            <a:chExt cx="1548392" cy="442988"/>
          </a:xfrm>
        </p:grpSpPr>
        <p:sp>
          <p:nvSpPr>
            <p:cNvPr id="37" name="Hexagon 34">
              <a:extLst>
                <a:ext uri="{FF2B5EF4-FFF2-40B4-BE49-F238E27FC236}">
                  <a16:creationId xmlns:a16="http://schemas.microsoft.com/office/drawing/2014/main" id="{37EA86AD-F616-43F6-C051-DE3AA1EBD64B}"/>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Hexagon 34">
              <a:extLst>
                <a:ext uri="{FF2B5EF4-FFF2-40B4-BE49-F238E27FC236}">
                  <a16:creationId xmlns:a16="http://schemas.microsoft.com/office/drawing/2014/main" id="{950DBB78-0E93-9FA4-1A0F-2AE52FE6E66B}"/>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9" name="Hexagon 34">
              <a:extLst>
                <a:ext uri="{FF2B5EF4-FFF2-40B4-BE49-F238E27FC236}">
                  <a16:creationId xmlns:a16="http://schemas.microsoft.com/office/drawing/2014/main" id="{0CAB4E10-A227-684A-EDB6-1BABA749E1D9}"/>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41" name="TextBox 40">
            <a:extLst>
              <a:ext uri="{FF2B5EF4-FFF2-40B4-BE49-F238E27FC236}">
                <a16:creationId xmlns:a16="http://schemas.microsoft.com/office/drawing/2014/main" id="{908C1E30-99CB-5636-30C4-111273ACC2FE}"/>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43" name="Hexagon 34">
            <a:extLst>
              <a:ext uri="{FF2B5EF4-FFF2-40B4-BE49-F238E27FC236}">
                <a16:creationId xmlns:a16="http://schemas.microsoft.com/office/drawing/2014/main" id="{1D06CD11-2FC0-FCDB-94F6-83C56BC692E8}"/>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9" name="Group 18">
            <a:extLst>
              <a:ext uri="{FF2B5EF4-FFF2-40B4-BE49-F238E27FC236}">
                <a16:creationId xmlns:a16="http://schemas.microsoft.com/office/drawing/2014/main" id="{C149E839-817B-FC8E-DA82-172639A7A5CB}"/>
              </a:ext>
            </a:extLst>
          </p:cNvPr>
          <p:cNvGrpSpPr/>
          <p:nvPr userDrawn="1"/>
        </p:nvGrpSpPr>
        <p:grpSpPr>
          <a:xfrm>
            <a:off x="-3291571" y="1977900"/>
            <a:ext cx="1582363" cy="442988"/>
            <a:chOff x="-3567586" y="1544252"/>
            <a:chExt cx="1582363" cy="442988"/>
          </a:xfrm>
        </p:grpSpPr>
        <p:sp>
          <p:nvSpPr>
            <p:cNvPr id="44" name="Hexagon 34">
              <a:extLst>
                <a:ext uri="{FF2B5EF4-FFF2-40B4-BE49-F238E27FC236}">
                  <a16:creationId xmlns:a16="http://schemas.microsoft.com/office/drawing/2014/main" id="{5872281C-05A8-F486-8CD8-6C11F3222734}"/>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5" name="Hexagon 34">
              <a:extLst>
                <a:ext uri="{FF2B5EF4-FFF2-40B4-BE49-F238E27FC236}">
                  <a16:creationId xmlns:a16="http://schemas.microsoft.com/office/drawing/2014/main" id="{97F4B47C-838E-5EC8-B034-B5AE08DDC454}"/>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Hexagon 34">
              <a:extLst>
                <a:ext uri="{FF2B5EF4-FFF2-40B4-BE49-F238E27FC236}">
                  <a16:creationId xmlns:a16="http://schemas.microsoft.com/office/drawing/2014/main" id="{9B8C4D8D-4E39-6FAA-1593-6C0C95DF915B}"/>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47" name="Group 46">
            <a:extLst>
              <a:ext uri="{FF2B5EF4-FFF2-40B4-BE49-F238E27FC236}">
                <a16:creationId xmlns:a16="http://schemas.microsoft.com/office/drawing/2014/main" id="{E0463587-8B1E-96D9-D5BF-7532A980FC48}"/>
              </a:ext>
            </a:extLst>
          </p:cNvPr>
          <p:cNvGrpSpPr/>
          <p:nvPr userDrawn="1"/>
        </p:nvGrpSpPr>
        <p:grpSpPr>
          <a:xfrm>
            <a:off x="-3286877" y="2449354"/>
            <a:ext cx="2087091" cy="442988"/>
            <a:chOff x="-4115294" y="1029294"/>
            <a:chExt cx="2087091" cy="442988"/>
          </a:xfrm>
          <a:solidFill>
            <a:srgbClr val="B9B414"/>
          </a:solidFill>
        </p:grpSpPr>
        <p:sp>
          <p:nvSpPr>
            <p:cNvPr id="48" name="Hexagon 34">
              <a:extLst>
                <a:ext uri="{FF2B5EF4-FFF2-40B4-BE49-F238E27FC236}">
                  <a16:creationId xmlns:a16="http://schemas.microsoft.com/office/drawing/2014/main" id="{128D8554-F34F-3716-071E-E99B1B674123}"/>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9" name="Hexagon 34">
              <a:extLst>
                <a:ext uri="{FF2B5EF4-FFF2-40B4-BE49-F238E27FC236}">
                  <a16:creationId xmlns:a16="http://schemas.microsoft.com/office/drawing/2014/main" id="{B03F2D14-129A-8938-1F3A-BD3D67BA71A9}"/>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0" name="Hexagon 34">
              <a:extLst>
                <a:ext uri="{FF2B5EF4-FFF2-40B4-BE49-F238E27FC236}">
                  <a16:creationId xmlns:a16="http://schemas.microsoft.com/office/drawing/2014/main" id="{2E579215-EAB8-9845-0546-365F6C8C0005}"/>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Hexagon 34">
              <a:extLst>
                <a:ext uri="{FF2B5EF4-FFF2-40B4-BE49-F238E27FC236}">
                  <a16:creationId xmlns:a16="http://schemas.microsoft.com/office/drawing/2014/main" id="{A83544C5-7633-E830-B889-36256D08DA8F}"/>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52" name="Group 51">
            <a:extLst>
              <a:ext uri="{FF2B5EF4-FFF2-40B4-BE49-F238E27FC236}">
                <a16:creationId xmlns:a16="http://schemas.microsoft.com/office/drawing/2014/main" id="{15D2769A-FCC9-A975-172C-233A41BB2F01}"/>
              </a:ext>
            </a:extLst>
          </p:cNvPr>
          <p:cNvGrpSpPr/>
          <p:nvPr userDrawn="1"/>
        </p:nvGrpSpPr>
        <p:grpSpPr>
          <a:xfrm>
            <a:off x="-3286877" y="2952848"/>
            <a:ext cx="2058063" cy="442988"/>
            <a:chOff x="-4115294" y="1029294"/>
            <a:chExt cx="2058063" cy="442988"/>
          </a:xfrm>
          <a:solidFill>
            <a:srgbClr val="D70F3C"/>
          </a:solidFill>
        </p:grpSpPr>
        <p:sp>
          <p:nvSpPr>
            <p:cNvPr id="53" name="Hexagon 34">
              <a:extLst>
                <a:ext uri="{FF2B5EF4-FFF2-40B4-BE49-F238E27FC236}">
                  <a16:creationId xmlns:a16="http://schemas.microsoft.com/office/drawing/2014/main" id="{C5DF79EF-4EA5-F119-FBB3-7863385FEF90}"/>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4" name="Hexagon 34">
              <a:extLst>
                <a:ext uri="{FF2B5EF4-FFF2-40B4-BE49-F238E27FC236}">
                  <a16:creationId xmlns:a16="http://schemas.microsoft.com/office/drawing/2014/main" id="{A8DB2B60-0C54-BC8E-5DA1-96673BDCE5C0}"/>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5" name="Hexagon 34">
              <a:extLst>
                <a:ext uri="{FF2B5EF4-FFF2-40B4-BE49-F238E27FC236}">
                  <a16:creationId xmlns:a16="http://schemas.microsoft.com/office/drawing/2014/main" id="{82091697-EEC5-4561-C372-C7FF739EB3C2}"/>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Hexagon 34">
              <a:extLst>
                <a:ext uri="{FF2B5EF4-FFF2-40B4-BE49-F238E27FC236}">
                  <a16:creationId xmlns:a16="http://schemas.microsoft.com/office/drawing/2014/main" id="{1A9A5B46-BFF6-A560-F39B-9A447E83A084}"/>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7" name="TextBox 56">
            <a:extLst>
              <a:ext uri="{FF2B5EF4-FFF2-40B4-BE49-F238E27FC236}">
                <a16:creationId xmlns:a16="http://schemas.microsoft.com/office/drawing/2014/main" id="{B7FEA811-A7EA-93D8-7E45-0D100F5DF405}"/>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sp>
        <p:nvSpPr>
          <p:cNvPr id="63" name="Hexagon 34">
            <a:extLst>
              <a:ext uri="{FF2B5EF4-FFF2-40B4-BE49-F238E27FC236}">
                <a16:creationId xmlns:a16="http://schemas.microsoft.com/office/drawing/2014/main" id="{3216FE0C-B49C-B848-543F-D4D2A84FDCFE}"/>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0" name="Group 9">
            <a:extLst>
              <a:ext uri="{FF2B5EF4-FFF2-40B4-BE49-F238E27FC236}">
                <a16:creationId xmlns:a16="http://schemas.microsoft.com/office/drawing/2014/main" id="{09BA9D93-C049-B092-3E90-D83AB5BD3589}"/>
              </a:ext>
            </a:extLst>
          </p:cNvPr>
          <p:cNvGrpSpPr/>
          <p:nvPr userDrawn="1"/>
        </p:nvGrpSpPr>
        <p:grpSpPr>
          <a:xfrm>
            <a:off x="-3266531" y="5099698"/>
            <a:ext cx="1526931" cy="442988"/>
            <a:chOff x="-3425632" y="4294521"/>
            <a:chExt cx="1526931" cy="442988"/>
          </a:xfrm>
        </p:grpSpPr>
        <p:sp>
          <p:nvSpPr>
            <p:cNvPr id="64" name="Hexagon 34">
              <a:extLst>
                <a:ext uri="{FF2B5EF4-FFF2-40B4-BE49-F238E27FC236}">
                  <a16:creationId xmlns:a16="http://schemas.microsoft.com/office/drawing/2014/main" id="{4533DDCA-26B1-C7CC-EA18-CA79CC73BB70}"/>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65" name="Hexagon 34">
              <a:extLst>
                <a:ext uri="{FF2B5EF4-FFF2-40B4-BE49-F238E27FC236}">
                  <a16:creationId xmlns:a16="http://schemas.microsoft.com/office/drawing/2014/main" id="{2440817C-021F-5681-B41E-375B83329EBC}"/>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6" name="Hexagon 34">
              <a:extLst>
                <a:ext uri="{FF2B5EF4-FFF2-40B4-BE49-F238E27FC236}">
                  <a16:creationId xmlns:a16="http://schemas.microsoft.com/office/drawing/2014/main" id="{48688A0F-C0E0-8101-BEBF-B2BA72093D46}"/>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30" name="Group 29">
            <a:extLst>
              <a:ext uri="{FF2B5EF4-FFF2-40B4-BE49-F238E27FC236}">
                <a16:creationId xmlns:a16="http://schemas.microsoft.com/office/drawing/2014/main" id="{DA74C547-84F3-B6A1-755F-6FCE2226D797}"/>
              </a:ext>
            </a:extLst>
          </p:cNvPr>
          <p:cNvGrpSpPr/>
          <p:nvPr userDrawn="1"/>
        </p:nvGrpSpPr>
        <p:grpSpPr>
          <a:xfrm>
            <a:off x="-3286877" y="5596852"/>
            <a:ext cx="1511027" cy="436914"/>
            <a:chOff x="-4115294" y="5524844"/>
            <a:chExt cx="1511027" cy="436914"/>
          </a:xfrm>
        </p:grpSpPr>
        <p:sp>
          <p:nvSpPr>
            <p:cNvPr id="68" name="Hexagon 34">
              <a:extLst>
                <a:ext uri="{FF2B5EF4-FFF2-40B4-BE49-F238E27FC236}">
                  <a16:creationId xmlns:a16="http://schemas.microsoft.com/office/drawing/2014/main" id="{6F65E145-9B25-5902-9C30-901755AD6717}"/>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9" name="Hexagon 34">
              <a:extLst>
                <a:ext uri="{FF2B5EF4-FFF2-40B4-BE49-F238E27FC236}">
                  <a16:creationId xmlns:a16="http://schemas.microsoft.com/office/drawing/2014/main" id="{1DF01914-7006-F51B-37F3-1C0CD618D2FB}"/>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Hexagon 34">
              <a:extLst>
                <a:ext uri="{FF2B5EF4-FFF2-40B4-BE49-F238E27FC236}">
                  <a16:creationId xmlns:a16="http://schemas.microsoft.com/office/drawing/2014/main" id="{5F452426-531F-7578-1121-644BC048203A}"/>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31" name="Group 30">
            <a:extLst>
              <a:ext uri="{FF2B5EF4-FFF2-40B4-BE49-F238E27FC236}">
                <a16:creationId xmlns:a16="http://schemas.microsoft.com/office/drawing/2014/main" id="{56D70216-A9A5-5C06-B95F-A54AE6541837}"/>
              </a:ext>
            </a:extLst>
          </p:cNvPr>
          <p:cNvGrpSpPr/>
          <p:nvPr userDrawn="1"/>
        </p:nvGrpSpPr>
        <p:grpSpPr>
          <a:xfrm>
            <a:off x="-3286877" y="6087932"/>
            <a:ext cx="1517905" cy="447214"/>
            <a:chOff x="-4115294" y="6015924"/>
            <a:chExt cx="1517905" cy="447214"/>
          </a:xfrm>
        </p:grpSpPr>
        <p:sp>
          <p:nvSpPr>
            <p:cNvPr id="71" name="Hexagon 34">
              <a:extLst>
                <a:ext uri="{FF2B5EF4-FFF2-40B4-BE49-F238E27FC236}">
                  <a16:creationId xmlns:a16="http://schemas.microsoft.com/office/drawing/2014/main" id="{052BE735-BBD5-5628-728C-214D65D8C27A}"/>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a:extLst>
                <a:ext uri="{FF2B5EF4-FFF2-40B4-BE49-F238E27FC236}">
                  <a16:creationId xmlns:a16="http://schemas.microsoft.com/office/drawing/2014/main" id="{20FCCB67-37F0-EB09-9255-A4D721BB2A5E}"/>
                </a:ext>
              </a:extLst>
            </p:cNvPr>
            <p:cNvGrpSpPr/>
            <p:nvPr userDrawn="1"/>
          </p:nvGrpSpPr>
          <p:grpSpPr>
            <a:xfrm>
              <a:off x="-3603689" y="6015924"/>
              <a:ext cx="1006300" cy="436914"/>
              <a:chOff x="-4129137" y="5622699"/>
              <a:chExt cx="1006300" cy="436914"/>
            </a:xfrm>
          </p:grpSpPr>
          <p:sp>
            <p:nvSpPr>
              <p:cNvPr id="72" name="Hexagon 34">
                <a:extLst>
                  <a:ext uri="{FF2B5EF4-FFF2-40B4-BE49-F238E27FC236}">
                    <a16:creationId xmlns:a16="http://schemas.microsoft.com/office/drawing/2014/main" id="{B4165DE1-0D02-EA0F-3385-787A25A6F3F3}"/>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Hexagon 34">
                <a:extLst>
                  <a:ext uri="{FF2B5EF4-FFF2-40B4-BE49-F238E27FC236}">
                    <a16:creationId xmlns:a16="http://schemas.microsoft.com/office/drawing/2014/main" id="{4EAF359D-4323-083F-B820-CE00322605D7}"/>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78" name="TextBox 77">
            <a:extLst>
              <a:ext uri="{FF2B5EF4-FFF2-40B4-BE49-F238E27FC236}">
                <a16:creationId xmlns:a16="http://schemas.microsoft.com/office/drawing/2014/main" id="{8B6A3FD8-4783-849C-64B2-BCDC446C874B}"/>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18" name="Group 17">
            <a:extLst>
              <a:ext uri="{FF2B5EF4-FFF2-40B4-BE49-F238E27FC236}">
                <a16:creationId xmlns:a16="http://schemas.microsoft.com/office/drawing/2014/main" id="{5A67E4E6-CEBE-7C93-88E3-372E435E36EC}"/>
              </a:ext>
            </a:extLst>
          </p:cNvPr>
          <p:cNvGrpSpPr/>
          <p:nvPr userDrawn="1"/>
        </p:nvGrpSpPr>
        <p:grpSpPr>
          <a:xfrm>
            <a:off x="-3241629" y="7317432"/>
            <a:ext cx="1546813" cy="436914"/>
            <a:chOff x="-4129137" y="6934996"/>
            <a:chExt cx="1546813" cy="436914"/>
          </a:xfrm>
        </p:grpSpPr>
        <p:sp>
          <p:nvSpPr>
            <p:cNvPr id="83" name="Hexagon 34">
              <a:extLst>
                <a:ext uri="{FF2B5EF4-FFF2-40B4-BE49-F238E27FC236}">
                  <a16:creationId xmlns:a16="http://schemas.microsoft.com/office/drawing/2014/main" id="{426F17A9-848B-FC95-E4B9-F156B19B0801}"/>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3" name="Group 12">
              <a:extLst>
                <a:ext uri="{FF2B5EF4-FFF2-40B4-BE49-F238E27FC236}">
                  <a16:creationId xmlns:a16="http://schemas.microsoft.com/office/drawing/2014/main" id="{18D18506-4977-8D5E-896B-B3C502C95B9E}"/>
                </a:ext>
              </a:extLst>
            </p:cNvPr>
            <p:cNvGrpSpPr/>
            <p:nvPr userDrawn="1"/>
          </p:nvGrpSpPr>
          <p:grpSpPr>
            <a:xfrm>
              <a:off x="-4129137" y="6934996"/>
              <a:ext cx="1546813" cy="436914"/>
              <a:chOff x="-4129137" y="6934996"/>
              <a:chExt cx="1546813" cy="436914"/>
            </a:xfrm>
          </p:grpSpPr>
          <p:sp>
            <p:nvSpPr>
              <p:cNvPr id="79" name="Hexagon 34">
                <a:extLst>
                  <a:ext uri="{FF2B5EF4-FFF2-40B4-BE49-F238E27FC236}">
                    <a16:creationId xmlns:a16="http://schemas.microsoft.com/office/drawing/2014/main" id="{4B9098DA-E8C2-AC16-1891-1AECEC3BAE5C}"/>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4" name="Hexagon 34">
                <a:extLst>
                  <a:ext uri="{FF2B5EF4-FFF2-40B4-BE49-F238E27FC236}">
                    <a16:creationId xmlns:a16="http://schemas.microsoft.com/office/drawing/2014/main" id="{89575108-BA1D-857A-6A94-0033639F514C}"/>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85" name="TextBox 84">
            <a:extLst>
              <a:ext uri="{FF2B5EF4-FFF2-40B4-BE49-F238E27FC236}">
                <a16:creationId xmlns:a16="http://schemas.microsoft.com/office/drawing/2014/main" id="{7A0B1798-28CF-A858-CDEF-782F8864010B}"/>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dirty="0"/>
              <a:t>Change Slide Color</a:t>
            </a:r>
            <a:r>
              <a:rPr dirty="0"/>
              <a:t>:</a:t>
            </a:r>
          </a:p>
          <a:p>
            <a:endParaRPr sz="160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86" name="Group 85">
            <a:extLst>
              <a:ext uri="{FF2B5EF4-FFF2-40B4-BE49-F238E27FC236}">
                <a16:creationId xmlns:a16="http://schemas.microsoft.com/office/drawing/2014/main" id="{DBA97004-9BF9-D055-F14D-E7697D981E5C}"/>
              </a:ext>
            </a:extLst>
          </p:cNvPr>
          <p:cNvGrpSpPr/>
          <p:nvPr userDrawn="1"/>
        </p:nvGrpSpPr>
        <p:grpSpPr>
          <a:xfrm>
            <a:off x="-3304566" y="-618524"/>
            <a:ext cx="1989792" cy="442988"/>
            <a:chOff x="-4115294" y="1029294"/>
            <a:chExt cx="1989792" cy="442988"/>
          </a:xfrm>
        </p:grpSpPr>
        <p:sp>
          <p:nvSpPr>
            <p:cNvPr id="87" name="Hexagon 34">
              <a:extLst>
                <a:ext uri="{FF2B5EF4-FFF2-40B4-BE49-F238E27FC236}">
                  <a16:creationId xmlns:a16="http://schemas.microsoft.com/office/drawing/2014/main" id="{A65334B7-9597-FB99-8CD6-7C3D4646F169}"/>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8" name="Hexagon 34">
              <a:extLst>
                <a:ext uri="{FF2B5EF4-FFF2-40B4-BE49-F238E27FC236}">
                  <a16:creationId xmlns:a16="http://schemas.microsoft.com/office/drawing/2014/main" id="{A1FAC4ED-9DD9-731F-3516-8FD47071EA45}"/>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9" name="Hexagon 34">
              <a:extLst>
                <a:ext uri="{FF2B5EF4-FFF2-40B4-BE49-F238E27FC236}">
                  <a16:creationId xmlns:a16="http://schemas.microsoft.com/office/drawing/2014/main" id="{7D24BB3C-C04B-2D39-FAE0-C806D7015CE8}"/>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0" name="Hexagon 34">
              <a:extLst>
                <a:ext uri="{FF2B5EF4-FFF2-40B4-BE49-F238E27FC236}">
                  <a16:creationId xmlns:a16="http://schemas.microsoft.com/office/drawing/2014/main" id="{54F53134-9CCE-C836-400E-4AFE39E08067}"/>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 name="Group 1">
            <a:extLst>
              <a:ext uri="{FF2B5EF4-FFF2-40B4-BE49-F238E27FC236}">
                <a16:creationId xmlns:a16="http://schemas.microsoft.com/office/drawing/2014/main" id="{9AAC8380-0920-0EC8-1372-4C661E8ED3C9}"/>
              </a:ext>
            </a:extLst>
          </p:cNvPr>
          <p:cNvGrpSpPr/>
          <p:nvPr userDrawn="1"/>
        </p:nvGrpSpPr>
        <p:grpSpPr>
          <a:xfrm>
            <a:off x="-3304743" y="-114468"/>
            <a:ext cx="1557921" cy="436914"/>
            <a:chOff x="-4115294" y="1029294"/>
            <a:chExt cx="1557921" cy="436914"/>
          </a:xfrm>
        </p:grpSpPr>
        <p:sp>
          <p:nvSpPr>
            <p:cNvPr id="3" name="Hexagon 34">
              <a:extLst>
                <a:ext uri="{FF2B5EF4-FFF2-40B4-BE49-F238E27FC236}">
                  <a16:creationId xmlns:a16="http://schemas.microsoft.com/office/drawing/2014/main" id="{55221698-8B61-F29A-1C2E-4B63F9961A6F}"/>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Hexagon 34">
              <a:extLst>
                <a:ext uri="{FF2B5EF4-FFF2-40B4-BE49-F238E27FC236}">
                  <a16:creationId xmlns:a16="http://schemas.microsoft.com/office/drawing/2014/main" id="{8CDA5940-D49E-F8BE-BBF2-AF3C2DA1D6EE}"/>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Hexagon 34">
              <a:extLst>
                <a:ext uri="{FF2B5EF4-FFF2-40B4-BE49-F238E27FC236}">
                  <a16:creationId xmlns:a16="http://schemas.microsoft.com/office/drawing/2014/main" id="{3EF50FCD-718A-4C3E-2490-BE35E0506477}"/>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2" name="TextBox 21">
            <a:extLst>
              <a:ext uri="{FF2B5EF4-FFF2-40B4-BE49-F238E27FC236}">
                <a16:creationId xmlns:a16="http://schemas.microsoft.com/office/drawing/2014/main" id="{7A1ECA9A-6688-5EA7-FA8B-3771233D6580}"/>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24" name="Right Brace 23">
            <a:extLst>
              <a:ext uri="{FF2B5EF4-FFF2-40B4-BE49-F238E27FC236}">
                <a16:creationId xmlns:a16="http://schemas.microsoft.com/office/drawing/2014/main" id="{78BAABB7-F029-6866-1998-92871B9C8518}"/>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5" name="TextBox 24">
            <a:extLst>
              <a:ext uri="{FF2B5EF4-FFF2-40B4-BE49-F238E27FC236}">
                <a16:creationId xmlns:a16="http://schemas.microsoft.com/office/drawing/2014/main" id="{41BE1038-2F7C-BD23-923C-FE14EBBBEA58}"/>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27" name="TextBox 26">
            <a:extLst>
              <a:ext uri="{FF2B5EF4-FFF2-40B4-BE49-F238E27FC236}">
                <a16:creationId xmlns:a16="http://schemas.microsoft.com/office/drawing/2014/main" id="{08F014DB-56C8-8A32-A22D-79CE05B116BB}"/>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28" name="Right Brace 27">
            <a:extLst>
              <a:ext uri="{FF2B5EF4-FFF2-40B4-BE49-F238E27FC236}">
                <a16:creationId xmlns:a16="http://schemas.microsoft.com/office/drawing/2014/main" id="{5C0E7437-B35B-9A0D-07A0-EE0C0219730D}"/>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29" name="TextBox 28">
            <a:extLst>
              <a:ext uri="{FF2B5EF4-FFF2-40B4-BE49-F238E27FC236}">
                <a16:creationId xmlns:a16="http://schemas.microsoft.com/office/drawing/2014/main" id="{BEA96B50-4473-E8C8-3DF2-0C79642EFC9F}"/>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32" name="Right Brace 31">
            <a:extLst>
              <a:ext uri="{FF2B5EF4-FFF2-40B4-BE49-F238E27FC236}">
                <a16:creationId xmlns:a16="http://schemas.microsoft.com/office/drawing/2014/main" id="{7E6545C4-0AD1-EB3A-7AF3-7DB29F461D28}"/>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33" name="TextBox 32">
            <a:extLst>
              <a:ext uri="{FF2B5EF4-FFF2-40B4-BE49-F238E27FC236}">
                <a16:creationId xmlns:a16="http://schemas.microsoft.com/office/drawing/2014/main" id="{4470B0E9-5EE0-0A00-2502-DF8A447C0703}"/>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34" name="TextBox 33">
            <a:extLst>
              <a:ext uri="{FF2B5EF4-FFF2-40B4-BE49-F238E27FC236}">
                <a16:creationId xmlns:a16="http://schemas.microsoft.com/office/drawing/2014/main" id="{CF047C0C-F632-992A-547E-DA6D97010A1B}"/>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58" name="Right Brace 57">
            <a:extLst>
              <a:ext uri="{FF2B5EF4-FFF2-40B4-BE49-F238E27FC236}">
                <a16:creationId xmlns:a16="http://schemas.microsoft.com/office/drawing/2014/main" id="{E596AA67-6411-17A2-AB95-879F6DC8C01F}"/>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59" name="Right Brace 58">
            <a:extLst>
              <a:ext uri="{FF2B5EF4-FFF2-40B4-BE49-F238E27FC236}">
                <a16:creationId xmlns:a16="http://schemas.microsoft.com/office/drawing/2014/main" id="{AEE9A64F-C49D-B4E0-E669-AF8144D1DE93}"/>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60" name="Right Brace 59">
            <a:extLst>
              <a:ext uri="{FF2B5EF4-FFF2-40B4-BE49-F238E27FC236}">
                <a16:creationId xmlns:a16="http://schemas.microsoft.com/office/drawing/2014/main" id="{BFD6D100-94B5-8664-700C-09EDB51BBC71}"/>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pic>
        <p:nvPicPr>
          <p:cNvPr id="40" name="Graphic 39">
            <a:extLst>
              <a:ext uri="{FF2B5EF4-FFF2-40B4-BE49-F238E27FC236}">
                <a16:creationId xmlns:a16="http://schemas.microsoft.com/office/drawing/2014/main" id="{9259D7DE-E106-DC7F-66C6-A3F4C832499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366912559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Slide 1">
    <p:bg>
      <p:bgPr>
        <a:solidFill>
          <a:srgbClr val="1FAF8C"/>
        </a:solidFill>
        <a:effectLst/>
      </p:bgPr>
    </p:bg>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D314F373-7FA0-9E59-9F6D-54F01166787C}"/>
              </a:ext>
            </a:extLst>
          </p:cNvPr>
          <p:cNvSpPr>
            <a:spLocks noGrp="1"/>
          </p:cNvSpPr>
          <p:nvPr>
            <p:ph type="title" hasCustomPrompt="1"/>
          </p:nvPr>
        </p:nvSpPr>
        <p:spPr>
          <a:xfrm>
            <a:off x="839416" y="1374826"/>
            <a:ext cx="5256584" cy="614014"/>
          </a:xfrm>
          <a:prstGeom prst="rect">
            <a:avLst/>
          </a:prstGeom>
        </p:spPr>
        <p:txBody>
          <a:bodyPr tIns="36000" bIns="0">
            <a:normAutofit/>
          </a:bodyPr>
          <a:lstStyle>
            <a:lvl1pPr algn="l">
              <a:defRPr sz="3600" b="0" i="0">
                <a:solidFill>
                  <a:schemeClr val="bg1"/>
                </a:solidFill>
                <a:latin typeface="Verdana" pitchFamily="2" charset="77"/>
              </a:defRPr>
            </a:lvl1pPr>
          </a:lstStyle>
          <a:p>
            <a:pPr algn="l"/>
            <a:r>
              <a:rPr noProof="0" dirty="0"/>
              <a:t>Click to insert</a:t>
            </a:r>
          </a:p>
        </p:txBody>
      </p:sp>
      <p:sp>
        <p:nvSpPr>
          <p:cNvPr id="3" name="Sous-titre 2">
            <a:extLst>
              <a:ext uri="{FF2B5EF4-FFF2-40B4-BE49-F238E27FC236}">
                <a16:creationId xmlns:a16="http://schemas.microsoft.com/office/drawing/2014/main" id="{EBBC506A-D8AC-281C-4876-ACCCE7C68BAB}"/>
              </a:ext>
            </a:extLst>
          </p:cNvPr>
          <p:cNvSpPr>
            <a:spLocks noGrp="1"/>
          </p:cNvSpPr>
          <p:nvPr>
            <p:ph type="subTitle" idx="1" hasCustomPrompt="1"/>
          </p:nvPr>
        </p:nvSpPr>
        <p:spPr>
          <a:xfrm>
            <a:off x="839416" y="2076668"/>
            <a:ext cx="5256584" cy="614014"/>
          </a:xfrm>
          <a:prstGeom prst="rect">
            <a:avLst/>
          </a:prstGeom>
        </p:spPr>
        <p:txBody>
          <a:bodyPr tIns="0" bIns="0">
            <a:normAutofit/>
          </a:bodyPr>
          <a:lstStyle>
            <a:lvl1pPr marL="0" indent="0" algn="l">
              <a:lnSpc>
                <a:spcPct val="100000"/>
              </a:lnSpc>
              <a:buNone/>
              <a:defRPr sz="36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A 2-line title</a:t>
            </a:r>
          </a:p>
        </p:txBody>
      </p:sp>
      <p:sp>
        <p:nvSpPr>
          <p:cNvPr id="4" name="Espace réservé du texte 7">
            <a:extLst>
              <a:ext uri="{FF2B5EF4-FFF2-40B4-BE49-F238E27FC236}">
                <a16:creationId xmlns:a16="http://schemas.microsoft.com/office/drawing/2014/main" id="{BAAF1F0D-16DE-0C88-49DA-17D6FD926C41}"/>
              </a:ext>
            </a:extLst>
          </p:cNvPr>
          <p:cNvSpPr>
            <a:spLocks noGrp="1"/>
          </p:cNvSpPr>
          <p:nvPr>
            <p:ph type="body" sz="quarter" idx="14" hasCustomPrompt="1"/>
          </p:nvPr>
        </p:nvSpPr>
        <p:spPr>
          <a:xfrm>
            <a:off x="839416" y="2963285"/>
            <a:ext cx="5256584" cy="249299"/>
          </a:xfrm>
          <a:prstGeom prst="rect">
            <a:avLst/>
          </a:prstGeom>
        </p:spPr>
        <p:txBody>
          <a:bodyPr wrap="square" tIns="0" bIns="0" anchor="ctr">
            <a:spAutoFit/>
          </a:bodyPr>
          <a:lstStyle>
            <a:lvl1pPr marL="0" indent="0" algn="l">
              <a:buNone/>
              <a:defRPr sz="1800" b="0" baseline="0">
                <a:solidFill>
                  <a:schemeClr val="bg1"/>
                </a:solidFill>
                <a:latin typeface="Verdana" pitchFamily="2" charset="77"/>
              </a:defRPr>
            </a:lvl1pPr>
          </a:lstStyle>
          <a:p>
            <a:pPr lvl="0"/>
            <a:r>
              <a:rPr noProof="0" dirty="0"/>
              <a:t>Click to insert a subtitle</a:t>
            </a:r>
          </a:p>
        </p:txBody>
      </p:sp>
      <p:pic>
        <p:nvPicPr>
          <p:cNvPr id="8" name="Image 7">
            <a:extLst>
              <a:ext uri="{FF2B5EF4-FFF2-40B4-BE49-F238E27FC236}">
                <a16:creationId xmlns:a16="http://schemas.microsoft.com/office/drawing/2014/main" id="{E2D5B08A-5AA2-6E44-76A9-A57CFCC3D98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7" name="Espace réservé pour une image  6">
            <a:extLst>
              <a:ext uri="{FF2B5EF4-FFF2-40B4-BE49-F238E27FC236}">
                <a16:creationId xmlns:a16="http://schemas.microsoft.com/office/drawing/2014/main" id="{59D98A6F-0F39-851D-4E80-85DB1B911D7F}"/>
              </a:ext>
            </a:extLst>
          </p:cNvPr>
          <p:cNvSpPr>
            <a:spLocks noGrp="1"/>
          </p:cNvSpPr>
          <p:nvPr>
            <p:ph type="pic" sz="quarter" idx="18" hasCustomPrompt="1"/>
          </p:nvPr>
        </p:nvSpPr>
        <p:spPr>
          <a:xfrm>
            <a:off x="5380808" y="1314232"/>
            <a:ext cx="6811192" cy="5543768"/>
          </a:xfrm>
          <a:custGeom>
            <a:avLst/>
            <a:gdLst>
              <a:gd name="connsiteX0" fmla="*/ 0 w 7005040"/>
              <a:gd name="connsiteY0" fmla="*/ 0 h 5809372"/>
              <a:gd name="connsiteX1" fmla="*/ 7005040 w 7005040"/>
              <a:gd name="connsiteY1" fmla="*/ 0 h 5809372"/>
              <a:gd name="connsiteX2" fmla="*/ 7005040 w 7005040"/>
              <a:gd name="connsiteY2" fmla="*/ 5809372 h 5809372"/>
              <a:gd name="connsiteX3" fmla="*/ 0 w 7005040"/>
              <a:gd name="connsiteY3" fmla="*/ 5809372 h 5809372"/>
              <a:gd name="connsiteX4" fmla="*/ 0 w 7005040"/>
              <a:gd name="connsiteY4" fmla="*/ 0 h 5809372"/>
              <a:gd name="connsiteX0" fmla="*/ 3810000 w 7005040"/>
              <a:gd name="connsiteY0" fmla="*/ 16934 h 5809372"/>
              <a:gd name="connsiteX1" fmla="*/ 7005040 w 7005040"/>
              <a:gd name="connsiteY1" fmla="*/ 0 h 5809372"/>
              <a:gd name="connsiteX2" fmla="*/ 7005040 w 7005040"/>
              <a:gd name="connsiteY2" fmla="*/ 5809372 h 5809372"/>
              <a:gd name="connsiteX3" fmla="*/ 0 w 7005040"/>
              <a:gd name="connsiteY3" fmla="*/ 5809372 h 5809372"/>
              <a:gd name="connsiteX4" fmla="*/ 3810000 w 7005040"/>
              <a:gd name="connsiteY4" fmla="*/ 16934 h 5809372"/>
              <a:gd name="connsiteX0" fmla="*/ 3810000 w 7005040"/>
              <a:gd name="connsiteY0" fmla="*/ 0 h 5792438"/>
              <a:gd name="connsiteX1" fmla="*/ 6835707 w 7005040"/>
              <a:gd name="connsiteY1" fmla="*/ 558799 h 5792438"/>
              <a:gd name="connsiteX2" fmla="*/ 7005040 w 7005040"/>
              <a:gd name="connsiteY2" fmla="*/ 5792438 h 5792438"/>
              <a:gd name="connsiteX3" fmla="*/ 0 w 7005040"/>
              <a:gd name="connsiteY3" fmla="*/ 5792438 h 5792438"/>
              <a:gd name="connsiteX4" fmla="*/ 3810000 w 7005040"/>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810000 w 6835707"/>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2949007 w 6835707"/>
              <a:gd name="connsiteY4" fmla="*/ 983371 h 5792438"/>
              <a:gd name="connsiteX5" fmla="*/ 3810000 w 6835707"/>
              <a:gd name="connsiteY5"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068928 w 6835707"/>
              <a:gd name="connsiteY4" fmla="*/ 1020846 h 5792438"/>
              <a:gd name="connsiteX5" fmla="*/ 3810000 w 6835707"/>
              <a:gd name="connsiteY5" fmla="*/ 0 h 5792438"/>
              <a:gd name="connsiteX0" fmla="*/ 3813748 w 6835707"/>
              <a:gd name="connsiteY0" fmla="*/ 0 h 5803681"/>
              <a:gd name="connsiteX1" fmla="*/ 6835707 w 6835707"/>
              <a:gd name="connsiteY1" fmla="*/ 570042 h 5803681"/>
              <a:gd name="connsiteX2" fmla="*/ 6835707 w 6835707"/>
              <a:gd name="connsiteY2" fmla="*/ 5786748 h 5803681"/>
              <a:gd name="connsiteX3" fmla="*/ 0 w 6835707"/>
              <a:gd name="connsiteY3" fmla="*/ 5803681 h 5803681"/>
              <a:gd name="connsiteX4" fmla="*/ 3068928 w 6835707"/>
              <a:gd name="connsiteY4" fmla="*/ 1032089 h 5803681"/>
              <a:gd name="connsiteX5" fmla="*/ 3813748 w 6835707"/>
              <a:gd name="connsiteY5" fmla="*/ 0 h 5803681"/>
              <a:gd name="connsiteX0" fmla="*/ 3821243 w 6835707"/>
              <a:gd name="connsiteY0" fmla="*/ 0 h 5796186"/>
              <a:gd name="connsiteX1" fmla="*/ 6835707 w 6835707"/>
              <a:gd name="connsiteY1" fmla="*/ 562547 h 5796186"/>
              <a:gd name="connsiteX2" fmla="*/ 6835707 w 6835707"/>
              <a:gd name="connsiteY2" fmla="*/ 5779253 h 5796186"/>
              <a:gd name="connsiteX3" fmla="*/ 0 w 6835707"/>
              <a:gd name="connsiteY3" fmla="*/ 5796186 h 5796186"/>
              <a:gd name="connsiteX4" fmla="*/ 3068928 w 6835707"/>
              <a:gd name="connsiteY4" fmla="*/ 1024594 h 5796186"/>
              <a:gd name="connsiteX5" fmla="*/ 3821243 w 6835707"/>
              <a:gd name="connsiteY5" fmla="*/ 0 h 5796186"/>
              <a:gd name="connsiteX0" fmla="*/ 3821243 w 6835707"/>
              <a:gd name="connsiteY0" fmla="*/ 0 h 5803682"/>
              <a:gd name="connsiteX1" fmla="*/ 6835707 w 6835707"/>
              <a:gd name="connsiteY1" fmla="*/ 57004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821243 w 6835707"/>
              <a:gd name="connsiteY0" fmla="*/ 0 h 5803682"/>
              <a:gd name="connsiteX1" fmla="*/ 6835707 w 6835707"/>
              <a:gd name="connsiteY1" fmla="*/ 60002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69379 w 7383843"/>
              <a:gd name="connsiteY0" fmla="*/ 0 h 5803682"/>
              <a:gd name="connsiteX1" fmla="*/ 7383843 w 7383843"/>
              <a:gd name="connsiteY1" fmla="*/ 600023 h 5803682"/>
              <a:gd name="connsiteX2" fmla="*/ 7383843 w 7383843"/>
              <a:gd name="connsiteY2" fmla="*/ 5786749 h 5803682"/>
              <a:gd name="connsiteX3" fmla="*/ 548136 w 7383843"/>
              <a:gd name="connsiteY3" fmla="*/ 5803682 h 5803682"/>
              <a:gd name="connsiteX4" fmla="*/ 429435 w 7383843"/>
              <a:gd name="connsiteY4" fmla="*/ 3506439 h 5803682"/>
              <a:gd name="connsiteX5" fmla="*/ 1801032 w 7383843"/>
              <a:gd name="connsiteY5" fmla="*/ 2936813 h 5803682"/>
              <a:gd name="connsiteX6" fmla="*/ 3225099 w 7383843"/>
              <a:gd name="connsiteY6" fmla="*/ 2344702 h 5803682"/>
              <a:gd name="connsiteX7" fmla="*/ 3617064 w 7383843"/>
              <a:gd name="connsiteY7" fmla="*/ 1032090 h 5803682"/>
              <a:gd name="connsiteX8" fmla="*/ 4369379 w 7383843"/>
              <a:gd name="connsiteY8"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326804 w 7341268"/>
              <a:gd name="connsiteY0" fmla="*/ 0 h 5803682"/>
              <a:gd name="connsiteX1" fmla="*/ 7341268 w 7341268"/>
              <a:gd name="connsiteY1" fmla="*/ 600023 h 5803682"/>
              <a:gd name="connsiteX2" fmla="*/ 7341268 w 7341268"/>
              <a:gd name="connsiteY2" fmla="*/ 5786749 h 5803682"/>
              <a:gd name="connsiteX3" fmla="*/ 629230 w 7341268"/>
              <a:gd name="connsiteY3" fmla="*/ 5803682 h 5803682"/>
              <a:gd name="connsiteX4" fmla="*/ 323152 w 7341268"/>
              <a:gd name="connsiteY4" fmla="*/ 4803089 h 5803682"/>
              <a:gd name="connsiteX5" fmla="*/ 386860 w 7341268"/>
              <a:gd name="connsiteY5" fmla="*/ 3506439 h 5803682"/>
              <a:gd name="connsiteX6" fmla="*/ 1758457 w 7341268"/>
              <a:gd name="connsiteY6" fmla="*/ 2936813 h 5803682"/>
              <a:gd name="connsiteX7" fmla="*/ 3182524 w 7341268"/>
              <a:gd name="connsiteY7" fmla="*/ 2344702 h 5803682"/>
              <a:gd name="connsiteX8" fmla="*/ 3574489 w 7341268"/>
              <a:gd name="connsiteY8" fmla="*/ 1032090 h 5803682"/>
              <a:gd name="connsiteX9" fmla="*/ 4326804 w 7341268"/>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01078 w 7018116"/>
              <a:gd name="connsiteY2" fmla="*/ 5667480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9468"/>
              <a:gd name="connsiteX1" fmla="*/ 7018116 w 7018116"/>
              <a:gd name="connsiteY1" fmla="*/ 600023 h 5809468"/>
              <a:gd name="connsiteX2" fmla="*/ 7012437 w 7018116"/>
              <a:gd name="connsiteY2" fmla="*/ 5809468 h 5809468"/>
              <a:gd name="connsiteX3" fmla="*/ 306078 w 7018116"/>
              <a:gd name="connsiteY3" fmla="*/ 5803682 h 5809468"/>
              <a:gd name="connsiteX4" fmla="*/ 0 w 7018116"/>
              <a:gd name="connsiteY4" fmla="*/ 4803089 h 5809468"/>
              <a:gd name="connsiteX5" fmla="*/ 63708 w 7018116"/>
              <a:gd name="connsiteY5" fmla="*/ 3506439 h 5809468"/>
              <a:gd name="connsiteX6" fmla="*/ 1435305 w 7018116"/>
              <a:gd name="connsiteY6" fmla="*/ 2936813 h 5809468"/>
              <a:gd name="connsiteX7" fmla="*/ 2859372 w 7018116"/>
              <a:gd name="connsiteY7" fmla="*/ 2344702 h 5809468"/>
              <a:gd name="connsiteX8" fmla="*/ 3251337 w 7018116"/>
              <a:gd name="connsiteY8" fmla="*/ 1032090 h 5809468"/>
              <a:gd name="connsiteX9" fmla="*/ 4003652 w 7018116"/>
              <a:gd name="connsiteY9" fmla="*/ 0 h 5809468"/>
              <a:gd name="connsiteX0" fmla="*/ 4003652 w 7013757"/>
              <a:gd name="connsiteY0" fmla="*/ 26341 h 5835809"/>
              <a:gd name="connsiteX1" fmla="*/ 7008972 w 7013757"/>
              <a:gd name="connsiteY1" fmla="*/ 0 h 5835809"/>
              <a:gd name="connsiteX2" fmla="*/ 7012437 w 7013757"/>
              <a:gd name="connsiteY2" fmla="*/ 5835809 h 5835809"/>
              <a:gd name="connsiteX3" fmla="*/ 306078 w 7013757"/>
              <a:gd name="connsiteY3" fmla="*/ 5830023 h 5835809"/>
              <a:gd name="connsiteX4" fmla="*/ 0 w 7013757"/>
              <a:gd name="connsiteY4" fmla="*/ 4829430 h 5835809"/>
              <a:gd name="connsiteX5" fmla="*/ 63708 w 7013757"/>
              <a:gd name="connsiteY5" fmla="*/ 3532780 h 5835809"/>
              <a:gd name="connsiteX6" fmla="*/ 1435305 w 7013757"/>
              <a:gd name="connsiteY6" fmla="*/ 2963154 h 5835809"/>
              <a:gd name="connsiteX7" fmla="*/ 2859372 w 7013757"/>
              <a:gd name="connsiteY7" fmla="*/ 2371043 h 5835809"/>
              <a:gd name="connsiteX8" fmla="*/ 3251337 w 7013757"/>
              <a:gd name="connsiteY8" fmla="*/ 1058431 h 5835809"/>
              <a:gd name="connsiteX9" fmla="*/ 4003652 w 7013757"/>
              <a:gd name="connsiteY9" fmla="*/ 26341 h 5835809"/>
              <a:gd name="connsiteX0" fmla="*/ 4003652 w 7014162"/>
              <a:gd name="connsiteY0" fmla="*/ 2634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4003652 w 7014162"/>
              <a:gd name="connsiteY9" fmla="*/ 2634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200455 w 6710581"/>
              <a:gd name="connsiteY0" fmla="*/ 3481 h 6035000"/>
              <a:gd name="connsiteX1" fmla="*/ 6705391 w 6710581"/>
              <a:gd name="connsiteY1" fmla="*/ 0 h 6035000"/>
              <a:gd name="connsiteX2" fmla="*/ 6708856 w 6710581"/>
              <a:gd name="connsiteY2" fmla="*/ 5835809 h 6035000"/>
              <a:gd name="connsiteX3" fmla="*/ 2497 w 6710581"/>
              <a:gd name="connsiteY3" fmla="*/ 5830023 h 6035000"/>
              <a:gd name="connsiteX4" fmla="*/ 5919194 w 6710581"/>
              <a:gd name="connsiteY4" fmla="*/ 3623717 h 6035000"/>
              <a:gd name="connsiteX5" fmla="*/ 3669187 w 6710581"/>
              <a:gd name="connsiteY5" fmla="*/ 5978800 h 6035000"/>
              <a:gd name="connsiteX6" fmla="*/ 1346608 w 6710581"/>
              <a:gd name="connsiteY6" fmla="*/ 3776970 h 6035000"/>
              <a:gd name="connsiteX7" fmla="*/ 685843 w 6710581"/>
              <a:gd name="connsiteY7" fmla="*/ 2508203 h 6035000"/>
              <a:gd name="connsiteX8" fmla="*/ 2385400 w 6710581"/>
              <a:gd name="connsiteY8" fmla="*/ 349771 h 6035000"/>
              <a:gd name="connsiteX9" fmla="*/ 2200455 w 6710581"/>
              <a:gd name="connsiteY9" fmla="*/ 3481 h 6035000"/>
              <a:gd name="connsiteX0" fmla="*/ 1514612 w 6024738"/>
              <a:gd name="connsiteY0" fmla="*/ 3481 h 6035000"/>
              <a:gd name="connsiteX1" fmla="*/ 6019548 w 6024738"/>
              <a:gd name="connsiteY1" fmla="*/ 0 h 6035000"/>
              <a:gd name="connsiteX2" fmla="*/ 6023013 w 6024738"/>
              <a:gd name="connsiteY2" fmla="*/ 5835809 h 6035000"/>
              <a:gd name="connsiteX3" fmla="*/ 5855019 w 6024738"/>
              <a:gd name="connsiteY3" fmla="*/ 3701817 h 6035000"/>
              <a:gd name="connsiteX4" fmla="*/ 5233351 w 6024738"/>
              <a:gd name="connsiteY4" fmla="*/ 3623717 h 6035000"/>
              <a:gd name="connsiteX5" fmla="*/ 2983344 w 6024738"/>
              <a:gd name="connsiteY5" fmla="*/ 5978800 h 6035000"/>
              <a:gd name="connsiteX6" fmla="*/ 660765 w 6024738"/>
              <a:gd name="connsiteY6" fmla="*/ 3776970 h 6035000"/>
              <a:gd name="connsiteX7" fmla="*/ 0 w 6024738"/>
              <a:gd name="connsiteY7" fmla="*/ 2508203 h 6035000"/>
              <a:gd name="connsiteX8" fmla="*/ 1699557 w 6024738"/>
              <a:gd name="connsiteY8" fmla="*/ 349771 h 6035000"/>
              <a:gd name="connsiteX9" fmla="*/ 1514612 w 6024738"/>
              <a:gd name="connsiteY9" fmla="*/ 3481 h 6035000"/>
              <a:gd name="connsiteX0" fmla="*/ 1514612 w 6024738"/>
              <a:gd name="connsiteY0" fmla="*/ 3481 h 6081762"/>
              <a:gd name="connsiteX1" fmla="*/ 6019548 w 6024738"/>
              <a:gd name="connsiteY1" fmla="*/ 0 h 6081762"/>
              <a:gd name="connsiteX2" fmla="*/ 6023013 w 6024738"/>
              <a:gd name="connsiteY2" fmla="*/ 5835809 h 6081762"/>
              <a:gd name="connsiteX3" fmla="*/ 5855019 w 6024738"/>
              <a:gd name="connsiteY3" fmla="*/ 3701817 h 6081762"/>
              <a:gd name="connsiteX4" fmla="*/ 5233351 w 6024738"/>
              <a:gd name="connsiteY4" fmla="*/ 3623717 h 6081762"/>
              <a:gd name="connsiteX5" fmla="*/ 2983344 w 6024738"/>
              <a:gd name="connsiteY5" fmla="*/ 5978800 h 6081762"/>
              <a:gd name="connsiteX6" fmla="*/ 660765 w 6024738"/>
              <a:gd name="connsiteY6" fmla="*/ 3776970 h 6081762"/>
              <a:gd name="connsiteX7" fmla="*/ 0 w 6024738"/>
              <a:gd name="connsiteY7" fmla="*/ 2508203 h 6081762"/>
              <a:gd name="connsiteX8" fmla="*/ 1699557 w 6024738"/>
              <a:gd name="connsiteY8" fmla="*/ 349771 h 6081762"/>
              <a:gd name="connsiteX9" fmla="*/ 1514612 w 6024738"/>
              <a:gd name="connsiteY9" fmla="*/ 3481 h 6081762"/>
              <a:gd name="connsiteX0" fmla="*/ 1514612 w 6024738"/>
              <a:gd name="connsiteY0" fmla="*/ 3481 h 6080269"/>
              <a:gd name="connsiteX1" fmla="*/ 6019548 w 6024738"/>
              <a:gd name="connsiteY1" fmla="*/ 0 h 6080269"/>
              <a:gd name="connsiteX2" fmla="*/ 6023013 w 6024738"/>
              <a:gd name="connsiteY2" fmla="*/ 5835809 h 6080269"/>
              <a:gd name="connsiteX3" fmla="*/ 5855019 w 6024738"/>
              <a:gd name="connsiteY3" fmla="*/ 3701817 h 6080269"/>
              <a:gd name="connsiteX4" fmla="*/ 5230176 w 6024738"/>
              <a:gd name="connsiteY4" fmla="*/ 3591967 h 6080269"/>
              <a:gd name="connsiteX5" fmla="*/ 2983344 w 6024738"/>
              <a:gd name="connsiteY5" fmla="*/ 5978800 h 6080269"/>
              <a:gd name="connsiteX6" fmla="*/ 660765 w 6024738"/>
              <a:gd name="connsiteY6" fmla="*/ 3776970 h 6080269"/>
              <a:gd name="connsiteX7" fmla="*/ 0 w 6024738"/>
              <a:gd name="connsiteY7" fmla="*/ 2508203 h 6080269"/>
              <a:gd name="connsiteX8" fmla="*/ 1699557 w 6024738"/>
              <a:gd name="connsiteY8" fmla="*/ 349771 h 6080269"/>
              <a:gd name="connsiteX9" fmla="*/ 1514612 w 6024738"/>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170715"/>
              <a:gd name="connsiteX1" fmla="*/ 6019548 w 6026469"/>
              <a:gd name="connsiteY1" fmla="*/ 0 h 6170715"/>
              <a:gd name="connsiteX2" fmla="*/ 6023013 w 6026469"/>
              <a:gd name="connsiteY2" fmla="*/ 5835809 h 6170715"/>
              <a:gd name="connsiteX3" fmla="*/ 6026469 w 6026469"/>
              <a:gd name="connsiteY3" fmla="*/ 3736742 h 6170715"/>
              <a:gd name="connsiteX4" fmla="*/ 5223826 w 6026469"/>
              <a:gd name="connsiteY4" fmla="*/ 3601492 h 6170715"/>
              <a:gd name="connsiteX5" fmla="*/ 2979854 w 6026469"/>
              <a:gd name="connsiteY5" fmla="*/ 6073032 h 6170715"/>
              <a:gd name="connsiteX6" fmla="*/ 660765 w 6026469"/>
              <a:gd name="connsiteY6" fmla="*/ 3776970 h 6170715"/>
              <a:gd name="connsiteX7" fmla="*/ 0 w 6026469"/>
              <a:gd name="connsiteY7" fmla="*/ 2508203 h 6170715"/>
              <a:gd name="connsiteX8" fmla="*/ 1699557 w 6026469"/>
              <a:gd name="connsiteY8" fmla="*/ 349771 h 6170715"/>
              <a:gd name="connsiteX9" fmla="*/ 1514612 w 6026469"/>
              <a:gd name="connsiteY9" fmla="*/ 3481 h 6170715"/>
              <a:gd name="connsiteX0" fmla="*/ 1514612 w 6026469"/>
              <a:gd name="connsiteY0" fmla="*/ 3481 h 6090695"/>
              <a:gd name="connsiteX1" fmla="*/ 6019548 w 6026469"/>
              <a:gd name="connsiteY1" fmla="*/ 0 h 6090695"/>
              <a:gd name="connsiteX2" fmla="*/ 6023013 w 6026469"/>
              <a:gd name="connsiteY2" fmla="*/ 5835809 h 6090695"/>
              <a:gd name="connsiteX3" fmla="*/ 6026469 w 6026469"/>
              <a:gd name="connsiteY3" fmla="*/ 3736742 h 6090695"/>
              <a:gd name="connsiteX4" fmla="*/ 5223826 w 6026469"/>
              <a:gd name="connsiteY4" fmla="*/ 3601492 h 6090695"/>
              <a:gd name="connsiteX5" fmla="*/ 3004285 w 6026469"/>
              <a:gd name="connsiteY5" fmla="*/ 5989270 h 6090695"/>
              <a:gd name="connsiteX6" fmla="*/ 660765 w 6026469"/>
              <a:gd name="connsiteY6" fmla="*/ 3776970 h 6090695"/>
              <a:gd name="connsiteX7" fmla="*/ 0 w 6026469"/>
              <a:gd name="connsiteY7" fmla="*/ 2508203 h 6090695"/>
              <a:gd name="connsiteX8" fmla="*/ 1699557 w 6026469"/>
              <a:gd name="connsiteY8" fmla="*/ 349771 h 6090695"/>
              <a:gd name="connsiteX9" fmla="*/ 1514612 w 6026469"/>
              <a:gd name="connsiteY9" fmla="*/ 3481 h 6090695"/>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4738"/>
              <a:gd name="connsiteY0" fmla="*/ 3481 h 5989270"/>
              <a:gd name="connsiteX1" fmla="*/ 6019548 w 6024738"/>
              <a:gd name="connsiteY1" fmla="*/ 0 h 5989270"/>
              <a:gd name="connsiteX2" fmla="*/ 6023013 w 6024738"/>
              <a:gd name="connsiteY2" fmla="*/ 5835809 h 5989270"/>
              <a:gd name="connsiteX3" fmla="*/ 5939217 w 6024738"/>
              <a:gd name="connsiteY3" fmla="*/ 3726271 h 5989270"/>
              <a:gd name="connsiteX4" fmla="*/ 5223826 w 6024738"/>
              <a:gd name="connsiteY4" fmla="*/ 3601492 h 5989270"/>
              <a:gd name="connsiteX5" fmla="*/ 3004285 w 6024738"/>
              <a:gd name="connsiteY5" fmla="*/ 5989270 h 5989270"/>
              <a:gd name="connsiteX6" fmla="*/ 660765 w 6024738"/>
              <a:gd name="connsiteY6" fmla="*/ 3776970 h 5989270"/>
              <a:gd name="connsiteX7" fmla="*/ 0 w 6024738"/>
              <a:gd name="connsiteY7" fmla="*/ 2508203 h 5989270"/>
              <a:gd name="connsiteX8" fmla="*/ 1699557 w 6024738"/>
              <a:gd name="connsiteY8" fmla="*/ 349771 h 5989270"/>
              <a:gd name="connsiteX9" fmla="*/ 1514612 w 6024738"/>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58408"/>
              <a:gd name="connsiteY0" fmla="*/ 3481 h 5989270"/>
              <a:gd name="connsiteX1" fmla="*/ 6019548 w 6058408"/>
              <a:gd name="connsiteY1" fmla="*/ 0 h 5989270"/>
              <a:gd name="connsiteX2" fmla="*/ 6057914 w 6058408"/>
              <a:gd name="connsiteY2" fmla="*/ 3361345 h 5989270"/>
              <a:gd name="connsiteX3" fmla="*/ 6026469 w 6058408"/>
              <a:gd name="connsiteY3" fmla="*/ 3743722 h 5989270"/>
              <a:gd name="connsiteX4" fmla="*/ 5223826 w 6058408"/>
              <a:gd name="connsiteY4" fmla="*/ 3601492 h 5989270"/>
              <a:gd name="connsiteX5" fmla="*/ 3004285 w 6058408"/>
              <a:gd name="connsiteY5" fmla="*/ 5989270 h 5989270"/>
              <a:gd name="connsiteX6" fmla="*/ 660765 w 6058408"/>
              <a:gd name="connsiteY6" fmla="*/ 3776970 h 5989270"/>
              <a:gd name="connsiteX7" fmla="*/ 0 w 6058408"/>
              <a:gd name="connsiteY7" fmla="*/ 2508203 h 5989270"/>
              <a:gd name="connsiteX8" fmla="*/ 1699557 w 6058408"/>
              <a:gd name="connsiteY8" fmla="*/ 349771 h 5989270"/>
              <a:gd name="connsiteX9" fmla="*/ 1514612 w 6058408"/>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2706"/>
              <a:gd name="connsiteY0" fmla="*/ 3481 h 5989270"/>
              <a:gd name="connsiteX1" fmla="*/ 6019548 w 6022706"/>
              <a:gd name="connsiteY1" fmla="*/ 0 h 5989270"/>
              <a:gd name="connsiteX2" fmla="*/ 6019523 w 6022706"/>
              <a:gd name="connsiteY2" fmla="*/ 1926924 h 5989270"/>
              <a:gd name="connsiteX3" fmla="*/ 5984588 w 6022706"/>
              <a:gd name="connsiteY3" fmla="*/ 3680900 h 5989270"/>
              <a:gd name="connsiteX4" fmla="*/ 5223826 w 6022706"/>
              <a:gd name="connsiteY4" fmla="*/ 3601492 h 5989270"/>
              <a:gd name="connsiteX5" fmla="*/ 3004285 w 6022706"/>
              <a:gd name="connsiteY5" fmla="*/ 5989270 h 5989270"/>
              <a:gd name="connsiteX6" fmla="*/ 660765 w 6022706"/>
              <a:gd name="connsiteY6" fmla="*/ 3776970 h 5989270"/>
              <a:gd name="connsiteX7" fmla="*/ 0 w 6022706"/>
              <a:gd name="connsiteY7" fmla="*/ 2508203 h 5989270"/>
              <a:gd name="connsiteX8" fmla="*/ 1699557 w 6022706"/>
              <a:gd name="connsiteY8" fmla="*/ 349771 h 5989270"/>
              <a:gd name="connsiteX9" fmla="*/ 1514612 w 6022706"/>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4415 w 6016629"/>
              <a:gd name="connsiteY6" fmla="*/ 3776970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60765 w 6016629"/>
              <a:gd name="connsiteY6" fmla="*/ 378014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718607 w 6016629"/>
              <a:gd name="connsiteY8" fmla="*/ 352946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705215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48065 w 6016629"/>
              <a:gd name="connsiteY6" fmla="*/ 376744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21503 w 5652510"/>
              <a:gd name="connsiteY0" fmla="*/ 63486 h 5534323"/>
              <a:gd name="connsiteX1" fmla="*/ 5649079 w 5652510"/>
              <a:gd name="connsiteY1" fmla="*/ 608645 h 5534323"/>
              <a:gd name="connsiteX2" fmla="*/ 5649054 w 5652510"/>
              <a:gd name="connsiteY2" fmla="*/ 1471977 h 5534323"/>
              <a:gd name="connsiteX3" fmla="*/ 5652510 w 5652510"/>
              <a:gd name="connsiteY3" fmla="*/ 3281794 h 5534323"/>
              <a:gd name="connsiteX4" fmla="*/ 4853357 w 5652510"/>
              <a:gd name="connsiteY4" fmla="*/ 3146545 h 5534323"/>
              <a:gd name="connsiteX5" fmla="*/ 2633816 w 5652510"/>
              <a:gd name="connsiteY5" fmla="*/ 5534323 h 5534323"/>
              <a:gd name="connsiteX6" fmla="*/ 0 w 5652510"/>
              <a:gd name="connsiteY6" fmla="*/ 1016872 h 5534323"/>
              <a:gd name="connsiteX7" fmla="*/ 814975 w 5652510"/>
              <a:gd name="connsiteY7" fmla="*/ 0 h 5534323"/>
              <a:gd name="connsiteX8" fmla="*/ 3231715 w 5652510"/>
              <a:gd name="connsiteY8" fmla="*/ 722597 h 5534323"/>
              <a:gd name="connsiteX9" fmla="*/ 3821503 w 5652510"/>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720437 w 5551444"/>
              <a:gd name="connsiteY0" fmla="*/ 63486 h 5534323"/>
              <a:gd name="connsiteX1" fmla="*/ 5548013 w 5551444"/>
              <a:gd name="connsiteY1" fmla="*/ 608645 h 5534323"/>
              <a:gd name="connsiteX2" fmla="*/ 5547988 w 5551444"/>
              <a:gd name="connsiteY2" fmla="*/ 1471977 h 5534323"/>
              <a:gd name="connsiteX3" fmla="*/ 5551444 w 5551444"/>
              <a:gd name="connsiteY3" fmla="*/ 3281794 h 5534323"/>
              <a:gd name="connsiteX4" fmla="*/ 4752291 w 5551444"/>
              <a:gd name="connsiteY4" fmla="*/ 3146545 h 5534323"/>
              <a:gd name="connsiteX5" fmla="*/ 2532750 w 5551444"/>
              <a:gd name="connsiteY5" fmla="*/ 5534323 h 5534323"/>
              <a:gd name="connsiteX6" fmla="*/ 0 w 5551444"/>
              <a:gd name="connsiteY6" fmla="*/ 968746 h 5534323"/>
              <a:gd name="connsiteX7" fmla="*/ 713909 w 5551444"/>
              <a:gd name="connsiteY7" fmla="*/ 0 h 5534323"/>
              <a:gd name="connsiteX8" fmla="*/ 3130649 w 5551444"/>
              <a:gd name="connsiteY8" fmla="*/ 722597 h 5534323"/>
              <a:gd name="connsiteX9" fmla="*/ 3720437 w 555144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0 h 5470837"/>
              <a:gd name="connsiteX1" fmla="*/ 5697205 w 5700636"/>
              <a:gd name="connsiteY1" fmla="*/ 545159 h 5470837"/>
              <a:gd name="connsiteX2" fmla="*/ 5697180 w 5700636"/>
              <a:gd name="connsiteY2" fmla="*/ 1408491 h 5470837"/>
              <a:gd name="connsiteX3" fmla="*/ 5700636 w 5700636"/>
              <a:gd name="connsiteY3" fmla="*/ 3218308 h 5470837"/>
              <a:gd name="connsiteX4" fmla="*/ 4901483 w 5700636"/>
              <a:gd name="connsiteY4" fmla="*/ 3083059 h 5470837"/>
              <a:gd name="connsiteX5" fmla="*/ 2681942 w 5700636"/>
              <a:gd name="connsiteY5" fmla="*/ 5470837 h 5470837"/>
              <a:gd name="connsiteX6" fmla="*/ 0 w 5700636"/>
              <a:gd name="connsiteY6" fmla="*/ 919698 h 5470837"/>
              <a:gd name="connsiteX7" fmla="*/ 853476 w 5700636"/>
              <a:gd name="connsiteY7" fmla="*/ 133832 h 5470837"/>
              <a:gd name="connsiteX8" fmla="*/ 3279841 w 5700636"/>
              <a:gd name="connsiteY8" fmla="*/ 659111 h 5470837"/>
              <a:gd name="connsiteX9" fmla="*/ 3869629 w 5700636"/>
              <a:gd name="connsiteY9" fmla="*/ 0 h 5470837"/>
              <a:gd name="connsiteX0" fmla="*/ 3869629 w 5700636"/>
              <a:gd name="connsiteY0" fmla="*/ 58673 h 5529510"/>
              <a:gd name="connsiteX1" fmla="*/ 5697205 w 5700636"/>
              <a:gd name="connsiteY1" fmla="*/ 603832 h 5529510"/>
              <a:gd name="connsiteX2" fmla="*/ 5697180 w 5700636"/>
              <a:gd name="connsiteY2" fmla="*/ 1467164 h 5529510"/>
              <a:gd name="connsiteX3" fmla="*/ 5700636 w 5700636"/>
              <a:gd name="connsiteY3" fmla="*/ 3276981 h 5529510"/>
              <a:gd name="connsiteX4" fmla="*/ 4901483 w 5700636"/>
              <a:gd name="connsiteY4" fmla="*/ 3141732 h 5529510"/>
              <a:gd name="connsiteX5" fmla="*/ 2681942 w 5700636"/>
              <a:gd name="connsiteY5" fmla="*/ 5529510 h 5529510"/>
              <a:gd name="connsiteX6" fmla="*/ 0 w 5700636"/>
              <a:gd name="connsiteY6" fmla="*/ 978371 h 5529510"/>
              <a:gd name="connsiteX7" fmla="*/ 867914 w 5700636"/>
              <a:gd name="connsiteY7" fmla="*/ 0 h 5529510"/>
              <a:gd name="connsiteX8" fmla="*/ 3279841 w 5700636"/>
              <a:gd name="connsiteY8" fmla="*/ 717784 h 5529510"/>
              <a:gd name="connsiteX9" fmla="*/ 3869629 w 5700636"/>
              <a:gd name="connsiteY9" fmla="*/ 58673 h 5529510"/>
              <a:gd name="connsiteX0" fmla="*/ 4970416 w 6801423"/>
              <a:gd name="connsiteY0" fmla="*/ 58673 h 3729586"/>
              <a:gd name="connsiteX1" fmla="*/ 6797992 w 6801423"/>
              <a:gd name="connsiteY1" fmla="*/ 603832 h 3729586"/>
              <a:gd name="connsiteX2" fmla="*/ 6797967 w 6801423"/>
              <a:gd name="connsiteY2" fmla="*/ 1467164 h 3729586"/>
              <a:gd name="connsiteX3" fmla="*/ 6801423 w 6801423"/>
              <a:gd name="connsiteY3" fmla="*/ 3276981 h 3729586"/>
              <a:gd name="connsiteX4" fmla="*/ 6002270 w 6801423"/>
              <a:gd name="connsiteY4" fmla="*/ 3141732 h 3729586"/>
              <a:gd name="connsiteX5" fmla="*/ 0 w 6801423"/>
              <a:gd name="connsiteY5" fmla="*/ 3729586 h 3729586"/>
              <a:gd name="connsiteX6" fmla="*/ 1100787 w 6801423"/>
              <a:gd name="connsiteY6" fmla="*/ 978371 h 3729586"/>
              <a:gd name="connsiteX7" fmla="*/ 1968701 w 6801423"/>
              <a:gd name="connsiteY7" fmla="*/ 0 h 3729586"/>
              <a:gd name="connsiteX8" fmla="*/ 4380628 w 6801423"/>
              <a:gd name="connsiteY8" fmla="*/ 717784 h 3729586"/>
              <a:gd name="connsiteX9" fmla="*/ 4970416 w 6801423"/>
              <a:gd name="connsiteY9" fmla="*/ 58673 h 3729586"/>
              <a:gd name="connsiteX0" fmla="*/ 4970416 w 6801423"/>
              <a:gd name="connsiteY0" fmla="*/ 58673 h 3970776"/>
              <a:gd name="connsiteX1" fmla="*/ 6797992 w 6801423"/>
              <a:gd name="connsiteY1" fmla="*/ 603832 h 3970776"/>
              <a:gd name="connsiteX2" fmla="*/ 6797967 w 6801423"/>
              <a:gd name="connsiteY2" fmla="*/ 1467164 h 3970776"/>
              <a:gd name="connsiteX3" fmla="*/ 6801423 w 6801423"/>
              <a:gd name="connsiteY3" fmla="*/ 3276981 h 3970776"/>
              <a:gd name="connsiteX4" fmla="*/ 6002270 w 6801423"/>
              <a:gd name="connsiteY4" fmla="*/ 3141732 h 3970776"/>
              <a:gd name="connsiteX5" fmla="*/ 0 w 6801423"/>
              <a:gd name="connsiteY5" fmla="*/ 3729586 h 3970776"/>
              <a:gd name="connsiteX6" fmla="*/ 1100787 w 6801423"/>
              <a:gd name="connsiteY6" fmla="*/ 978371 h 3970776"/>
              <a:gd name="connsiteX7" fmla="*/ 1968701 w 6801423"/>
              <a:gd name="connsiteY7" fmla="*/ 0 h 3970776"/>
              <a:gd name="connsiteX8" fmla="*/ 4380628 w 6801423"/>
              <a:gd name="connsiteY8" fmla="*/ 717784 h 3970776"/>
              <a:gd name="connsiteX9" fmla="*/ 4970416 w 6801423"/>
              <a:gd name="connsiteY9" fmla="*/ 58673 h 3970776"/>
              <a:gd name="connsiteX0" fmla="*/ 4970416 w 6801423"/>
              <a:gd name="connsiteY0" fmla="*/ 58673 h 4868008"/>
              <a:gd name="connsiteX1" fmla="*/ 6797992 w 6801423"/>
              <a:gd name="connsiteY1" fmla="*/ 603832 h 4868008"/>
              <a:gd name="connsiteX2" fmla="*/ 6797967 w 6801423"/>
              <a:gd name="connsiteY2" fmla="*/ 1467164 h 4868008"/>
              <a:gd name="connsiteX3" fmla="*/ 6801423 w 6801423"/>
              <a:gd name="connsiteY3" fmla="*/ 3276981 h 4868008"/>
              <a:gd name="connsiteX4" fmla="*/ 2759450 w 6801423"/>
              <a:gd name="connsiteY4" fmla="*/ 4829130 h 4868008"/>
              <a:gd name="connsiteX5" fmla="*/ 0 w 6801423"/>
              <a:gd name="connsiteY5" fmla="*/ 3729586 h 4868008"/>
              <a:gd name="connsiteX6" fmla="*/ 1100787 w 6801423"/>
              <a:gd name="connsiteY6" fmla="*/ 978371 h 4868008"/>
              <a:gd name="connsiteX7" fmla="*/ 1968701 w 6801423"/>
              <a:gd name="connsiteY7" fmla="*/ 0 h 4868008"/>
              <a:gd name="connsiteX8" fmla="*/ 4380628 w 6801423"/>
              <a:gd name="connsiteY8" fmla="*/ 717784 h 4868008"/>
              <a:gd name="connsiteX9" fmla="*/ 4970416 w 6801423"/>
              <a:gd name="connsiteY9" fmla="*/ 58673 h 4868008"/>
              <a:gd name="connsiteX0" fmla="*/ 4970416 w 6801423"/>
              <a:gd name="connsiteY0" fmla="*/ 58673 h 4829130"/>
              <a:gd name="connsiteX1" fmla="*/ 6797992 w 6801423"/>
              <a:gd name="connsiteY1" fmla="*/ 603832 h 4829130"/>
              <a:gd name="connsiteX2" fmla="*/ 6797967 w 6801423"/>
              <a:gd name="connsiteY2" fmla="*/ 1467164 h 4829130"/>
              <a:gd name="connsiteX3" fmla="*/ 6801423 w 6801423"/>
              <a:gd name="connsiteY3" fmla="*/ 3276981 h 4829130"/>
              <a:gd name="connsiteX4" fmla="*/ 2759450 w 6801423"/>
              <a:gd name="connsiteY4" fmla="*/ 4829130 h 4829130"/>
              <a:gd name="connsiteX5" fmla="*/ 0 w 6801423"/>
              <a:gd name="connsiteY5" fmla="*/ 3729586 h 4829130"/>
              <a:gd name="connsiteX6" fmla="*/ 1100787 w 6801423"/>
              <a:gd name="connsiteY6" fmla="*/ 978371 h 4829130"/>
              <a:gd name="connsiteX7" fmla="*/ 1968701 w 6801423"/>
              <a:gd name="connsiteY7" fmla="*/ 0 h 4829130"/>
              <a:gd name="connsiteX8" fmla="*/ 4380628 w 6801423"/>
              <a:gd name="connsiteY8" fmla="*/ 717784 h 4829130"/>
              <a:gd name="connsiteX9" fmla="*/ 4970416 w 6801423"/>
              <a:gd name="connsiteY9" fmla="*/ 58673 h 4829130"/>
              <a:gd name="connsiteX0" fmla="*/ 4970416 w 6801423"/>
              <a:gd name="connsiteY0" fmla="*/ 58673 h 4651330"/>
              <a:gd name="connsiteX1" fmla="*/ 6797992 w 6801423"/>
              <a:gd name="connsiteY1" fmla="*/ 603832 h 4651330"/>
              <a:gd name="connsiteX2" fmla="*/ 6797967 w 6801423"/>
              <a:gd name="connsiteY2" fmla="*/ 1467164 h 4651330"/>
              <a:gd name="connsiteX3" fmla="*/ 6801423 w 6801423"/>
              <a:gd name="connsiteY3" fmla="*/ 3276981 h 4651330"/>
              <a:gd name="connsiteX4" fmla="*/ 2856817 w 6801423"/>
              <a:gd name="connsiteY4" fmla="*/ 4651330 h 4651330"/>
              <a:gd name="connsiteX5" fmla="*/ 0 w 6801423"/>
              <a:gd name="connsiteY5" fmla="*/ 3729586 h 4651330"/>
              <a:gd name="connsiteX6" fmla="*/ 1100787 w 6801423"/>
              <a:gd name="connsiteY6" fmla="*/ 978371 h 4651330"/>
              <a:gd name="connsiteX7" fmla="*/ 1968701 w 6801423"/>
              <a:gd name="connsiteY7" fmla="*/ 0 h 4651330"/>
              <a:gd name="connsiteX8" fmla="*/ 4380628 w 6801423"/>
              <a:gd name="connsiteY8" fmla="*/ 717784 h 4651330"/>
              <a:gd name="connsiteX9" fmla="*/ 4970416 w 6801423"/>
              <a:gd name="connsiteY9" fmla="*/ 58673 h 4651330"/>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78322"/>
              <a:gd name="connsiteX1" fmla="*/ 6797992 w 6801423"/>
              <a:gd name="connsiteY1" fmla="*/ 603832 h 4878322"/>
              <a:gd name="connsiteX2" fmla="*/ 6797967 w 6801423"/>
              <a:gd name="connsiteY2" fmla="*/ 1467164 h 4878322"/>
              <a:gd name="connsiteX3" fmla="*/ 6801423 w 6801423"/>
              <a:gd name="connsiteY3" fmla="*/ 3276981 h 4878322"/>
              <a:gd name="connsiteX4" fmla="*/ 2784851 w 6801423"/>
              <a:gd name="connsiteY4" fmla="*/ 4833363 h 4878322"/>
              <a:gd name="connsiteX5" fmla="*/ 0 w 6801423"/>
              <a:gd name="connsiteY5" fmla="*/ 3729586 h 4878322"/>
              <a:gd name="connsiteX6" fmla="*/ 1100787 w 6801423"/>
              <a:gd name="connsiteY6" fmla="*/ 978371 h 4878322"/>
              <a:gd name="connsiteX7" fmla="*/ 1968701 w 6801423"/>
              <a:gd name="connsiteY7" fmla="*/ 0 h 4878322"/>
              <a:gd name="connsiteX8" fmla="*/ 4380628 w 6801423"/>
              <a:gd name="connsiteY8" fmla="*/ 717784 h 4878322"/>
              <a:gd name="connsiteX9" fmla="*/ 4970416 w 6801423"/>
              <a:gd name="connsiteY9" fmla="*/ 58673 h 4878322"/>
              <a:gd name="connsiteX0" fmla="*/ 4970416 w 6801150"/>
              <a:gd name="connsiteY0" fmla="*/ 58673 h 5219317"/>
              <a:gd name="connsiteX1" fmla="*/ 6797992 w 6801150"/>
              <a:gd name="connsiteY1" fmla="*/ 603832 h 5219317"/>
              <a:gd name="connsiteX2" fmla="*/ 6797967 w 6801150"/>
              <a:gd name="connsiteY2" fmla="*/ 14671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1150"/>
              <a:gd name="connsiteY0" fmla="*/ 58673 h 5219317"/>
              <a:gd name="connsiteX1" fmla="*/ 6797992 w 6801150"/>
              <a:gd name="connsiteY1" fmla="*/ 603832 h 5219317"/>
              <a:gd name="connsiteX2" fmla="*/ 6797967 w 6801150"/>
              <a:gd name="connsiteY2" fmla="*/ 46675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5538"/>
              <a:gd name="connsiteY0" fmla="*/ 58673 h 5688185"/>
              <a:gd name="connsiteX1" fmla="*/ 6797992 w 6805538"/>
              <a:gd name="connsiteY1" fmla="*/ 603832 h 5688185"/>
              <a:gd name="connsiteX2" fmla="*/ 6804843 w 6805538"/>
              <a:gd name="connsiteY2" fmla="*/ 5506337 h 5688185"/>
              <a:gd name="connsiteX3" fmla="*/ 4025173 w 6805538"/>
              <a:gd name="connsiteY3" fmla="*/ 4946036 h 5688185"/>
              <a:gd name="connsiteX4" fmla="*/ 2784851 w 6805538"/>
              <a:gd name="connsiteY4" fmla="*/ 4833363 h 5688185"/>
              <a:gd name="connsiteX5" fmla="*/ 0 w 6805538"/>
              <a:gd name="connsiteY5" fmla="*/ 3729586 h 5688185"/>
              <a:gd name="connsiteX6" fmla="*/ 1100787 w 6805538"/>
              <a:gd name="connsiteY6" fmla="*/ 978371 h 5688185"/>
              <a:gd name="connsiteX7" fmla="*/ 1968701 w 6805538"/>
              <a:gd name="connsiteY7" fmla="*/ 0 h 5688185"/>
              <a:gd name="connsiteX8" fmla="*/ 4380628 w 6805538"/>
              <a:gd name="connsiteY8" fmla="*/ 717784 h 5688185"/>
              <a:gd name="connsiteX9" fmla="*/ 4970416 w 6805538"/>
              <a:gd name="connsiteY9" fmla="*/ 58673 h 5688185"/>
              <a:gd name="connsiteX0" fmla="*/ 4970416 w 6805538"/>
              <a:gd name="connsiteY0" fmla="*/ 58673 h 5749538"/>
              <a:gd name="connsiteX1" fmla="*/ 6797992 w 6805538"/>
              <a:gd name="connsiteY1" fmla="*/ 603832 h 5749538"/>
              <a:gd name="connsiteX2" fmla="*/ 6804843 w 6805538"/>
              <a:gd name="connsiteY2" fmla="*/ 5506337 h 5749538"/>
              <a:gd name="connsiteX3" fmla="*/ 2932018 w 6805538"/>
              <a:gd name="connsiteY3" fmla="*/ 5537302 h 5749538"/>
              <a:gd name="connsiteX4" fmla="*/ 2784851 w 6805538"/>
              <a:gd name="connsiteY4" fmla="*/ 4833363 h 5749538"/>
              <a:gd name="connsiteX5" fmla="*/ 0 w 6805538"/>
              <a:gd name="connsiteY5" fmla="*/ 3729586 h 5749538"/>
              <a:gd name="connsiteX6" fmla="*/ 1100787 w 6805538"/>
              <a:gd name="connsiteY6" fmla="*/ 978371 h 5749538"/>
              <a:gd name="connsiteX7" fmla="*/ 1968701 w 6805538"/>
              <a:gd name="connsiteY7" fmla="*/ 0 h 5749538"/>
              <a:gd name="connsiteX8" fmla="*/ 4380628 w 6805538"/>
              <a:gd name="connsiteY8" fmla="*/ 717784 h 5749538"/>
              <a:gd name="connsiteX9" fmla="*/ 4970416 w 6805538"/>
              <a:gd name="connsiteY9" fmla="*/ 58673 h 5749538"/>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972326"/>
              <a:gd name="connsiteY0" fmla="*/ 58673 h 5531737"/>
              <a:gd name="connsiteX1" fmla="*/ 6797992 w 6972326"/>
              <a:gd name="connsiteY1" fmla="*/ 603832 h 5531737"/>
              <a:gd name="connsiteX2" fmla="*/ 6801668 w 6972326"/>
              <a:gd name="connsiteY2" fmla="*/ 5531737 h 5531737"/>
              <a:gd name="connsiteX3" fmla="*/ 2928843 w 6972326"/>
              <a:gd name="connsiteY3" fmla="*/ 5527777 h 5531737"/>
              <a:gd name="connsiteX4" fmla="*/ 2784851 w 6972326"/>
              <a:gd name="connsiteY4" fmla="*/ 4833363 h 5531737"/>
              <a:gd name="connsiteX5" fmla="*/ 0 w 6972326"/>
              <a:gd name="connsiteY5" fmla="*/ 3729586 h 5531737"/>
              <a:gd name="connsiteX6" fmla="*/ 1100787 w 6972326"/>
              <a:gd name="connsiteY6" fmla="*/ 978371 h 5531737"/>
              <a:gd name="connsiteX7" fmla="*/ 1968701 w 6972326"/>
              <a:gd name="connsiteY7" fmla="*/ 0 h 5531737"/>
              <a:gd name="connsiteX8" fmla="*/ 4380628 w 6972326"/>
              <a:gd name="connsiteY8" fmla="*/ 717784 h 5531737"/>
              <a:gd name="connsiteX9" fmla="*/ 4970416 w 6972326"/>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827921 w 6801668"/>
              <a:gd name="connsiteY4" fmla="*/ 4810171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1538 w 6801668"/>
              <a:gd name="connsiteY4" fmla="*/ 4826737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70704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70416 w 6801668"/>
              <a:gd name="connsiteY9" fmla="*/ 70704 h 5543768"/>
              <a:gd name="connsiteX0" fmla="*/ 4994479 w 6801668"/>
              <a:gd name="connsiteY0" fmla="*/ 6468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94479 w 6801668"/>
              <a:gd name="connsiteY9" fmla="*/ 64688 h 5543768"/>
              <a:gd name="connsiteX0" fmla="*/ 4958384 w 6801668"/>
              <a:gd name="connsiteY0" fmla="*/ 6468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58384 w 6801668"/>
              <a:gd name="connsiteY9" fmla="*/ 64688 h 5543768"/>
              <a:gd name="connsiteX0" fmla="*/ 4967909 w 6801668"/>
              <a:gd name="connsiteY0" fmla="*/ 5833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67909 w 6801668"/>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29815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23799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73358 w 6806430"/>
              <a:gd name="connsiteY8" fmla="*/ 723799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72671 w 6806430"/>
              <a:gd name="connsiteY9" fmla="*/ 58338 h 5543768"/>
              <a:gd name="connsiteX0" fmla="*/ 4953621 w 6806430"/>
              <a:gd name="connsiteY0" fmla="*/ 6468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53621 w 6806430"/>
              <a:gd name="connsiteY9" fmla="*/ 64688 h 5543768"/>
              <a:gd name="connsiteX0" fmla="*/ 4953621 w 6806430"/>
              <a:gd name="connsiteY0" fmla="*/ 6468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53621 w 6806430"/>
              <a:gd name="connsiteY9" fmla="*/ 64688 h 5543768"/>
              <a:gd name="connsiteX0" fmla="*/ 4958383 w 6811192"/>
              <a:gd name="connsiteY0" fmla="*/ 64688 h 5543768"/>
              <a:gd name="connsiteX1" fmla="*/ 6807516 w 6811192"/>
              <a:gd name="connsiteY1" fmla="*/ 615863 h 5543768"/>
              <a:gd name="connsiteX2" fmla="*/ 6811192 w 6811192"/>
              <a:gd name="connsiteY2" fmla="*/ 5543768 h 5543768"/>
              <a:gd name="connsiteX3" fmla="*/ 2938367 w 6811192"/>
              <a:gd name="connsiteY3" fmla="*/ 5539808 h 5543768"/>
              <a:gd name="connsiteX4" fmla="*/ 2791062 w 6811192"/>
              <a:gd name="connsiteY4" fmla="*/ 4838768 h 5543768"/>
              <a:gd name="connsiteX5" fmla="*/ 0 w 6811192"/>
              <a:gd name="connsiteY5" fmla="*/ 3751142 h 5543768"/>
              <a:gd name="connsiteX6" fmla="*/ 1110311 w 6811192"/>
              <a:gd name="connsiteY6" fmla="*/ 990402 h 5543768"/>
              <a:gd name="connsiteX7" fmla="*/ 1984241 w 6811192"/>
              <a:gd name="connsiteY7" fmla="*/ 0 h 5543768"/>
              <a:gd name="connsiteX8" fmla="*/ 4390152 w 6811192"/>
              <a:gd name="connsiteY8" fmla="*/ 711768 h 5543768"/>
              <a:gd name="connsiteX9" fmla="*/ 4958383 w 6811192"/>
              <a:gd name="connsiteY9" fmla="*/ 64688 h 5543768"/>
              <a:gd name="connsiteX0" fmla="*/ 4958383 w 6811192"/>
              <a:gd name="connsiteY0" fmla="*/ 64688 h 5543768"/>
              <a:gd name="connsiteX1" fmla="*/ 6807516 w 6811192"/>
              <a:gd name="connsiteY1" fmla="*/ 615863 h 5543768"/>
              <a:gd name="connsiteX2" fmla="*/ 6811192 w 6811192"/>
              <a:gd name="connsiteY2" fmla="*/ 5543768 h 5543768"/>
              <a:gd name="connsiteX3" fmla="*/ 2938367 w 6811192"/>
              <a:gd name="connsiteY3" fmla="*/ 5539808 h 5543768"/>
              <a:gd name="connsiteX4" fmla="*/ 2776775 w 6811192"/>
              <a:gd name="connsiteY4" fmla="*/ 4843531 h 5543768"/>
              <a:gd name="connsiteX5" fmla="*/ 0 w 6811192"/>
              <a:gd name="connsiteY5" fmla="*/ 3751142 h 5543768"/>
              <a:gd name="connsiteX6" fmla="*/ 1110311 w 6811192"/>
              <a:gd name="connsiteY6" fmla="*/ 990402 h 5543768"/>
              <a:gd name="connsiteX7" fmla="*/ 1984241 w 6811192"/>
              <a:gd name="connsiteY7" fmla="*/ 0 h 5543768"/>
              <a:gd name="connsiteX8" fmla="*/ 4390152 w 6811192"/>
              <a:gd name="connsiteY8" fmla="*/ 711768 h 5543768"/>
              <a:gd name="connsiteX9" fmla="*/ 4958383 w 6811192"/>
              <a:gd name="connsiteY9" fmla="*/ 64688 h 554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11192" h="5543768">
                <a:moveTo>
                  <a:pt x="4958383" y="64688"/>
                </a:moveTo>
                <a:lnTo>
                  <a:pt x="6807516" y="615863"/>
                </a:lnTo>
                <a:cubicBezTo>
                  <a:pt x="6810214" y="2145966"/>
                  <a:pt x="6807031" y="4453746"/>
                  <a:pt x="6811192" y="5543768"/>
                </a:cubicBezTo>
                <a:lnTo>
                  <a:pt x="2938367" y="5539808"/>
                </a:lnTo>
                <a:cubicBezTo>
                  <a:pt x="2867720" y="5199729"/>
                  <a:pt x="2843850" y="5170863"/>
                  <a:pt x="2776775" y="4843531"/>
                </a:cubicBezTo>
                <a:lnTo>
                  <a:pt x="0" y="3751142"/>
                </a:lnTo>
                <a:lnTo>
                  <a:pt x="1110311" y="990402"/>
                </a:lnTo>
                <a:cubicBezTo>
                  <a:pt x="1518328" y="526314"/>
                  <a:pt x="1114212" y="979037"/>
                  <a:pt x="1984241" y="0"/>
                </a:cubicBezTo>
                <a:lnTo>
                  <a:pt x="4390152" y="711768"/>
                </a:lnTo>
                <a:cubicBezTo>
                  <a:pt x="4663749" y="402229"/>
                  <a:pt x="4655909" y="393477"/>
                  <a:pt x="4958383" y="64688"/>
                </a:cubicBezTo>
                <a:close/>
              </a:path>
            </a:pathLst>
          </a:custGeom>
          <a:solidFill>
            <a:schemeClr val="bg1"/>
          </a:solidFill>
        </p:spPr>
        <p:txBody>
          <a:bodyPr bIns="1440000" anchor="b" anchorCtr="1"/>
          <a:lstStyle>
            <a:lvl1pPr marL="0" indent="0" algn="ctr">
              <a:lnSpc>
                <a:spcPct val="100000"/>
              </a:lnSpc>
              <a:buFontTx/>
              <a:buNone/>
              <a:defRPr/>
            </a:lvl1pPr>
          </a:lstStyle>
          <a:p>
            <a:r>
              <a:rPr noProof="0" dirty="0"/>
              <a:t>Click the icon to insert a picture.</a:t>
            </a:r>
            <a:br>
              <a:rPr noProof="0" dirty="0"/>
            </a:br>
            <a:r>
              <a:rPr noProof="0" dirty="0"/>
              <a:t> Right click and select “crop” to resize and move the picture. </a:t>
            </a:r>
          </a:p>
        </p:txBody>
      </p:sp>
      <p:cxnSp>
        <p:nvCxnSpPr>
          <p:cNvPr id="6" name="Straight Connector 5">
            <a:extLst>
              <a:ext uri="{FF2B5EF4-FFF2-40B4-BE49-F238E27FC236}">
                <a16:creationId xmlns:a16="http://schemas.microsoft.com/office/drawing/2014/main" id="{8B5D8D0C-014B-B12D-9A9F-6E48C9CE2968}"/>
              </a:ext>
            </a:extLst>
          </p:cNvPr>
          <p:cNvCxnSpPr>
            <a:cxnSpLocks/>
            <a:endCxn id="7" idx="5"/>
          </p:cNvCxnSpPr>
          <p:nvPr userDrawn="1"/>
        </p:nvCxnSpPr>
        <p:spPr>
          <a:xfrm>
            <a:off x="0" y="4188213"/>
            <a:ext cx="5380808" cy="8771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3A8053-4D34-A6A0-0BD4-884C9C932D2C}"/>
              </a:ext>
            </a:extLst>
          </p:cNvPr>
          <p:cNvCxnSpPr>
            <a:cxnSpLocks/>
          </p:cNvCxnSpPr>
          <p:nvPr userDrawn="1"/>
        </p:nvCxnSpPr>
        <p:spPr>
          <a:xfrm flipV="1">
            <a:off x="4418387" y="5065374"/>
            <a:ext cx="962421" cy="17926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CBF2071-6C3C-66F6-6163-17528DB0ABC6}"/>
              </a:ext>
            </a:extLst>
          </p:cNvPr>
          <p:cNvCxnSpPr>
            <a:cxnSpLocks/>
            <a:stCxn id="7" idx="7"/>
          </p:cNvCxnSpPr>
          <p:nvPr userDrawn="1"/>
        </p:nvCxnSpPr>
        <p:spPr>
          <a:xfrm flipH="1" flipV="1">
            <a:off x="6567686" y="-2565"/>
            <a:ext cx="797363" cy="13167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4B548D-D8DF-CF20-E1C1-B07DBB85F4CF}"/>
              </a:ext>
            </a:extLst>
          </p:cNvPr>
          <p:cNvCxnSpPr>
            <a:cxnSpLocks/>
            <a:stCxn id="7" idx="0"/>
          </p:cNvCxnSpPr>
          <p:nvPr userDrawn="1"/>
        </p:nvCxnSpPr>
        <p:spPr>
          <a:xfrm flipH="1" flipV="1">
            <a:off x="6567686" y="-2565"/>
            <a:ext cx="3771505" cy="1381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8DED2E-D7F8-EBCA-D4D6-E1A52B951252}"/>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9" name="Hexagon 34">
            <a:extLst>
              <a:ext uri="{FF2B5EF4-FFF2-40B4-BE49-F238E27FC236}">
                <a16:creationId xmlns:a16="http://schemas.microsoft.com/office/drawing/2014/main" id="{4F1F88AD-A2FF-E0F0-159C-A24834D2CAEC}"/>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a:extLst>
              <a:ext uri="{FF2B5EF4-FFF2-40B4-BE49-F238E27FC236}">
                <a16:creationId xmlns:a16="http://schemas.microsoft.com/office/drawing/2014/main" id="{29BAD5E5-3E85-5CED-03DB-4220862F6266}"/>
              </a:ext>
            </a:extLst>
          </p:cNvPr>
          <p:cNvGrpSpPr/>
          <p:nvPr userDrawn="1"/>
        </p:nvGrpSpPr>
        <p:grpSpPr>
          <a:xfrm>
            <a:off x="-3295214" y="-1132958"/>
            <a:ext cx="1548392" cy="442988"/>
            <a:chOff x="-3411790" y="-1707010"/>
            <a:chExt cx="1548392" cy="442988"/>
          </a:xfrm>
        </p:grpSpPr>
        <p:sp>
          <p:nvSpPr>
            <p:cNvPr id="12" name="Hexagon 34">
              <a:extLst>
                <a:ext uri="{FF2B5EF4-FFF2-40B4-BE49-F238E27FC236}">
                  <a16:creationId xmlns:a16="http://schemas.microsoft.com/office/drawing/2014/main" id="{A7DC6CD2-E94B-B9BA-30B7-AAABB356607E}"/>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Hexagon 34">
              <a:extLst>
                <a:ext uri="{FF2B5EF4-FFF2-40B4-BE49-F238E27FC236}">
                  <a16:creationId xmlns:a16="http://schemas.microsoft.com/office/drawing/2014/main" id="{15615DFB-76FF-5DFD-ABCB-1F7C186C1421}"/>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Hexagon 34">
              <a:extLst>
                <a:ext uri="{FF2B5EF4-FFF2-40B4-BE49-F238E27FC236}">
                  <a16:creationId xmlns:a16="http://schemas.microsoft.com/office/drawing/2014/main" id="{4CB09CE7-B77A-2EFB-6EC0-2E7857163BD8}"/>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5" name="TextBox 14">
            <a:extLst>
              <a:ext uri="{FF2B5EF4-FFF2-40B4-BE49-F238E27FC236}">
                <a16:creationId xmlns:a16="http://schemas.microsoft.com/office/drawing/2014/main" id="{220F64A4-F1A7-EC07-049A-B317444154EB}"/>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16" name="Hexagon 34">
            <a:extLst>
              <a:ext uri="{FF2B5EF4-FFF2-40B4-BE49-F238E27FC236}">
                <a16:creationId xmlns:a16="http://schemas.microsoft.com/office/drawing/2014/main" id="{BC5BEEB2-87A5-D3C3-91F8-606D1D1C5074}"/>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8FBED7C3-FDBD-E2EB-2108-B86ED4C47DF8}"/>
              </a:ext>
            </a:extLst>
          </p:cNvPr>
          <p:cNvGrpSpPr/>
          <p:nvPr userDrawn="1"/>
        </p:nvGrpSpPr>
        <p:grpSpPr>
          <a:xfrm>
            <a:off x="-3291571" y="1977900"/>
            <a:ext cx="1582363" cy="442988"/>
            <a:chOff x="-3567586" y="1544252"/>
            <a:chExt cx="1582363" cy="442988"/>
          </a:xfrm>
        </p:grpSpPr>
        <p:sp>
          <p:nvSpPr>
            <p:cNvPr id="19" name="Hexagon 34">
              <a:extLst>
                <a:ext uri="{FF2B5EF4-FFF2-40B4-BE49-F238E27FC236}">
                  <a16:creationId xmlns:a16="http://schemas.microsoft.com/office/drawing/2014/main" id="{832592F9-B0E5-3A0A-573E-5EA6974B7BA7}"/>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Hexagon 34">
              <a:extLst>
                <a:ext uri="{FF2B5EF4-FFF2-40B4-BE49-F238E27FC236}">
                  <a16:creationId xmlns:a16="http://schemas.microsoft.com/office/drawing/2014/main" id="{80AC4A73-29D5-43A5-9B27-E1577A5A1BA6}"/>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Hexagon 34">
              <a:extLst>
                <a:ext uri="{FF2B5EF4-FFF2-40B4-BE49-F238E27FC236}">
                  <a16:creationId xmlns:a16="http://schemas.microsoft.com/office/drawing/2014/main" id="{564E86AA-D54B-B901-35B6-2B664EEEE6D2}"/>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68" name="Group 67">
            <a:extLst>
              <a:ext uri="{FF2B5EF4-FFF2-40B4-BE49-F238E27FC236}">
                <a16:creationId xmlns:a16="http://schemas.microsoft.com/office/drawing/2014/main" id="{0A7835BC-E836-F594-0FDD-87994CDB6311}"/>
              </a:ext>
            </a:extLst>
          </p:cNvPr>
          <p:cNvGrpSpPr/>
          <p:nvPr userDrawn="1"/>
        </p:nvGrpSpPr>
        <p:grpSpPr>
          <a:xfrm>
            <a:off x="-3286877" y="2449354"/>
            <a:ext cx="2087091" cy="442988"/>
            <a:chOff x="-4115294" y="1029294"/>
            <a:chExt cx="2087091" cy="442988"/>
          </a:xfrm>
          <a:solidFill>
            <a:srgbClr val="B9B414"/>
          </a:solidFill>
        </p:grpSpPr>
        <p:sp>
          <p:nvSpPr>
            <p:cNvPr id="69" name="Hexagon 34">
              <a:extLst>
                <a:ext uri="{FF2B5EF4-FFF2-40B4-BE49-F238E27FC236}">
                  <a16:creationId xmlns:a16="http://schemas.microsoft.com/office/drawing/2014/main" id="{C365A3BD-A399-9635-6DC1-34F7CBA7BE68}"/>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70" name="Hexagon 34">
              <a:extLst>
                <a:ext uri="{FF2B5EF4-FFF2-40B4-BE49-F238E27FC236}">
                  <a16:creationId xmlns:a16="http://schemas.microsoft.com/office/drawing/2014/main" id="{7D3FCFE7-981B-B7A2-2A0A-D161E972F368}"/>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Hexagon 34">
              <a:extLst>
                <a:ext uri="{FF2B5EF4-FFF2-40B4-BE49-F238E27FC236}">
                  <a16:creationId xmlns:a16="http://schemas.microsoft.com/office/drawing/2014/main" id="{B786447E-7CDA-3A35-194F-2559C6AE4696}"/>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2" name="Hexagon 34">
              <a:extLst>
                <a:ext uri="{FF2B5EF4-FFF2-40B4-BE49-F238E27FC236}">
                  <a16:creationId xmlns:a16="http://schemas.microsoft.com/office/drawing/2014/main" id="{9D8498FB-6FB0-7743-40C9-26D74B91DBEA}"/>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73" name="Group 72">
            <a:extLst>
              <a:ext uri="{FF2B5EF4-FFF2-40B4-BE49-F238E27FC236}">
                <a16:creationId xmlns:a16="http://schemas.microsoft.com/office/drawing/2014/main" id="{30DA8F46-F57D-0901-F514-744DF068336B}"/>
              </a:ext>
            </a:extLst>
          </p:cNvPr>
          <p:cNvGrpSpPr/>
          <p:nvPr userDrawn="1"/>
        </p:nvGrpSpPr>
        <p:grpSpPr>
          <a:xfrm>
            <a:off x="-3286877" y="2952848"/>
            <a:ext cx="2058063" cy="442988"/>
            <a:chOff x="-4115294" y="1029294"/>
            <a:chExt cx="2058063" cy="442988"/>
          </a:xfrm>
          <a:solidFill>
            <a:srgbClr val="D70F3C"/>
          </a:solidFill>
        </p:grpSpPr>
        <p:sp>
          <p:nvSpPr>
            <p:cNvPr id="74" name="Hexagon 34">
              <a:extLst>
                <a:ext uri="{FF2B5EF4-FFF2-40B4-BE49-F238E27FC236}">
                  <a16:creationId xmlns:a16="http://schemas.microsoft.com/office/drawing/2014/main" id="{DE76EB77-08B8-48E0-906C-06D264E17FB8}"/>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5" name="Hexagon 34">
              <a:extLst>
                <a:ext uri="{FF2B5EF4-FFF2-40B4-BE49-F238E27FC236}">
                  <a16:creationId xmlns:a16="http://schemas.microsoft.com/office/drawing/2014/main" id="{D1428878-312F-24F3-4392-48AE42EEFCBD}"/>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Hexagon 34">
              <a:extLst>
                <a:ext uri="{FF2B5EF4-FFF2-40B4-BE49-F238E27FC236}">
                  <a16:creationId xmlns:a16="http://schemas.microsoft.com/office/drawing/2014/main" id="{80FF0F51-6B45-00CF-B56B-67A87857E9B6}"/>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Hexagon 34">
              <a:extLst>
                <a:ext uri="{FF2B5EF4-FFF2-40B4-BE49-F238E27FC236}">
                  <a16:creationId xmlns:a16="http://schemas.microsoft.com/office/drawing/2014/main" id="{4FA80E73-2F84-6078-6B7A-714BA2CC53EA}"/>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78" name="Hexagon 34">
            <a:extLst>
              <a:ext uri="{FF2B5EF4-FFF2-40B4-BE49-F238E27FC236}">
                <a16:creationId xmlns:a16="http://schemas.microsoft.com/office/drawing/2014/main" id="{6DDCB17C-8D76-A5F5-12A4-8107145472F0}"/>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9" name="Group 78">
            <a:extLst>
              <a:ext uri="{FF2B5EF4-FFF2-40B4-BE49-F238E27FC236}">
                <a16:creationId xmlns:a16="http://schemas.microsoft.com/office/drawing/2014/main" id="{FBDF661A-9740-A44A-022C-E7F5BCD7482F}"/>
              </a:ext>
            </a:extLst>
          </p:cNvPr>
          <p:cNvGrpSpPr/>
          <p:nvPr userDrawn="1"/>
        </p:nvGrpSpPr>
        <p:grpSpPr>
          <a:xfrm>
            <a:off x="-3266531" y="5099698"/>
            <a:ext cx="1526931" cy="442988"/>
            <a:chOff x="-3425632" y="4294521"/>
            <a:chExt cx="1526931" cy="442988"/>
          </a:xfrm>
        </p:grpSpPr>
        <p:sp>
          <p:nvSpPr>
            <p:cNvPr id="80" name="Hexagon 34">
              <a:extLst>
                <a:ext uri="{FF2B5EF4-FFF2-40B4-BE49-F238E27FC236}">
                  <a16:creationId xmlns:a16="http://schemas.microsoft.com/office/drawing/2014/main" id="{E2B97D87-B465-137C-142E-F9E7CDD8BFD7}"/>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1" name="Hexagon 34">
              <a:extLst>
                <a:ext uri="{FF2B5EF4-FFF2-40B4-BE49-F238E27FC236}">
                  <a16:creationId xmlns:a16="http://schemas.microsoft.com/office/drawing/2014/main" id="{65B77CA2-5030-B108-CA20-49B66E2B9CFC}"/>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2" name="Hexagon 34">
              <a:extLst>
                <a:ext uri="{FF2B5EF4-FFF2-40B4-BE49-F238E27FC236}">
                  <a16:creationId xmlns:a16="http://schemas.microsoft.com/office/drawing/2014/main" id="{55416EF0-029A-8CFD-7AD9-A8D34F2DB7F7}"/>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3" name="Group 82">
            <a:extLst>
              <a:ext uri="{FF2B5EF4-FFF2-40B4-BE49-F238E27FC236}">
                <a16:creationId xmlns:a16="http://schemas.microsoft.com/office/drawing/2014/main" id="{394EFDD3-3726-A358-5F65-224F18D9B1BE}"/>
              </a:ext>
            </a:extLst>
          </p:cNvPr>
          <p:cNvGrpSpPr/>
          <p:nvPr userDrawn="1"/>
        </p:nvGrpSpPr>
        <p:grpSpPr>
          <a:xfrm>
            <a:off x="-3286877" y="5596852"/>
            <a:ext cx="1511027" cy="436914"/>
            <a:chOff x="-4115294" y="5524844"/>
            <a:chExt cx="1511027" cy="436914"/>
          </a:xfrm>
        </p:grpSpPr>
        <p:sp>
          <p:nvSpPr>
            <p:cNvPr id="84" name="Hexagon 34">
              <a:extLst>
                <a:ext uri="{FF2B5EF4-FFF2-40B4-BE49-F238E27FC236}">
                  <a16:creationId xmlns:a16="http://schemas.microsoft.com/office/drawing/2014/main" id="{98849164-10BC-4438-4FA3-E5709595E806}"/>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5" name="Hexagon 34">
              <a:extLst>
                <a:ext uri="{FF2B5EF4-FFF2-40B4-BE49-F238E27FC236}">
                  <a16:creationId xmlns:a16="http://schemas.microsoft.com/office/drawing/2014/main" id="{60BC7451-58FB-D781-E177-5BF76B094F5A}"/>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6" name="Hexagon 34">
              <a:extLst>
                <a:ext uri="{FF2B5EF4-FFF2-40B4-BE49-F238E27FC236}">
                  <a16:creationId xmlns:a16="http://schemas.microsoft.com/office/drawing/2014/main" id="{F32B7D44-A989-B0C2-D0ED-7A6CB756E5DE}"/>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7" name="Group 86">
            <a:extLst>
              <a:ext uri="{FF2B5EF4-FFF2-40B4-BE49-F238E27FC236}">
                <a16:creationId xmlns:a16="http://schemas.microsoft.com/office/drawing/2014/main" id="{5FFD9BFD-4B3C-437F-6406-3BBEA66C6A8A}"/>
              </a:ext>
            </a:extLst>
          </p:cNvPr>
          <p:cNvGrpSpPr/>
          <p:nvPr userDrawn="1"/>
        </p:nvGrpSpPr>
        <p:grpSpPr>
          <a:xfrm>
            <a:off x="-3286877" y="6087932"/>
            <a:ext cx="1517905" cy="447214"/>
            <a:chOff x="-4115294" y="6015924"/>
            <a:chExt cx="1517905" cy="447214"/>
          </a:xfrm>
        </p:grpSpPr>
        <p:sp>
          <p:nvSpPr>
            <p:cNvPr id="88" name="Hexagon 34">
              <a:extLst>
                <a:ext uri="{FF2B5EF4-FFF2-40B4-BE49-F238E27FC236}">
                  <a16:creationId xmlns:a16="http://schemas.microsoft.com/office/drawing/2014/main" id="{3285C58C-A80F-8CC9-A213-B2E821579C4C}"/>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9" name="Group 88">
              <a:extLst>
                <a:ext uri="{FF2B5EF4-FFF2-40B4-BE49-F238E27FC236}">
                  <a16:creationId xmlns:a16="http://schemas.microsoft.com/office/drawing/2014/main" id="{D6EAE24D-96D1-59BE-903D-F2EB1EA42341}"/>
                </a:ext>
              </a:extLst>
            </p:cNvPr>
            <p:cNvGrpSpPr/>
            <p:nvPr userDrawn="1"/>
          </p:nvGrpSpPr>
          <p:grpSpPr>
            <a:xfrm>
              <a:off x="-3603689" y="6015924"/>
              <a:ext cx="1006300" cy="436914"/>
              <a:chOff x="-4129137" y="5622699"/>
              <a:chExt cx="1006300" cy="436914"/>
            </a:xfrm>
          </p:grpSpPr>
          <p:sp>
            <p:nvSpPr>
              <p:cNvPr id="90" name="Hexagon 34">
                <a:extLst>
                  <a:ext uri="{FF2B5EF4-FFF2-40B4-BE49-F238E27FC236}">
                    <a16:creationId xmlns:a16="http://schemas.microsoft.com/office/drawing/2014/main" id="{7A4756AE-72F8-EEFF-83C6-90E3A7C1B4B3}"/>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1" name="Hexagon 34">
                <a:extLst>
                  <a:ext uri="{FF2B5EF4-FFF2-40B4-BE49-F238E27FC236}">
                    <a16:creationId xmlns:a16="http://schemas.microsoft.com/office/drawing/2014/main" id="{7FD861A7-64BF-EE80-80B5-CD1865A6BA13}"/>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2" name="TextBox 91">
            <a:extLst>
              <a:ext uri="{FF2B5EF4-FFF2-40B4-BE49-F238E27FC236}">
                <a16:creationId xmlns:a16="http://schemas.microsoft.com/office/drawing/2014/main" id="{6990C103-0CC9-58C7-2709-20FDAC0FE75A}"/>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3" name="Group 92">
            <a:extLst>
              <a:ext uri="{FF2B5EF4-FFF2-40B4-BE49-F238E27FC236}">
                <a16:creationId xmlns:a16="http://schemas.microsoft.com/office/drawing/2014/main" id="{57721419-77B2-3428-072C-539C36FC8F56}"/>
              </a:ext>
            </a:extLst>
          </p:cNvPr>
          <p:cNvGrpSpPr/>
          <p:nvPr userDrawn="1"/>
        </p:nvGrpSpPr>
        <p:grpSpPr>
          <a:xfrm>
            <a:off x="-3241629" y="7317432"/>
            <a:ext cx="1546813" cy="436914"/>
            <a:chOff x="-4129137" y="6934996"/>
            <a:chExt cx="1546813" cy="436914"/>
          </a:xfrm>
        </p:grpSpPr>
        <p:sp>
          <p:nvSpPr>
            <p:cNvPr id="94" name="Hexagon 34">
              <a:extLst>
                <a:ext uri="{FF2B5EF4-FFF2-40B4-BE49-F238E27FC236}">
                  <a16:creationId xmlns:a16="http://schemas.microsoft.com/office/drawing/2014/main" id="{E378CD8E-31D9-1B92-759F-39FF4EA15F24}"/>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5" name="Group 94">
              <a:extLst>
                <a:ext uri="{FF2B5EF4-FFF2-40B4-BE49-F238E27FC236}">
                  <a16:creationId xmlns:a16="http://schemas.microsoft.com/office/drawing/2014/main" id="{B78AC899-79A0-FEE4-B0BF-8611DE819394}"/>
                </a:ext>
              </a:extLst>
            </p:cNvPr>
            <p:cNvGrpSpPr/>
            <p:nvPr userDrawn="1"/>
          </p:nvGrpSpPr>
          <p:grpSpPr>
            <a:xfrm>
              <a:off x="-4129137" y="6934996"/>
              <a:ext cx="1546813" cy="436914"/>
              <a:chOff x="-4129137" y="6934996"/>
              <a:chExt cx="1546813" cy="436914"/>
            </a:xfrm>
          </p:grpSpPr>
          <p:sp>
            <p:nvSpPr>
              <p:cNvPr id="96" name="Hexagon 34">
                <a:extLst>
                  <a:ext uri="{FF2B5EF4-FFF2-40B4-BE49-F238E27FC236}">
                    <a16:creationId xmlns:a16="http://schemas.microsoft.com/office/drawing/2014/main" id="{F3505EC8-8BD4-E1D4-D99C-4ABBCBA8AD5E}"/>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7" name="Hexagon 34">
                <a:extLst>
                  <a:ext uri="{FF2B5EF4-FFF2-40B4-BE49-F238E27FC236}">
                    <a16:creationId xmlns:a16="http://schemas.microsoft.com/office/drawing/2014/main" id="{CC852F00-6662-DAF6-49A4-D865062896BB}"/>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8" name="TextBox 97">
            <a:extLst>
              <a:ext uri="{FF2B5EF4-FFF2-40B4-BE49-F238E27FC236}">
                <a16:creationId xmlns:a16="http://schemas.microsoft.com/office/drawing/2014/main" id="{D29131E3-E65B-0E35-3C9C-265914DE4D77}"/>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99" name="Group 98">
            <a:extLst>
              <a:ext uri="{FF2B5EF4-FFF2-40B4-BE49-F238E27FC236}">
                <a16:creationId xmlns:a16="http://schemas.microsoft.com/office/drawing/2014/main" id="{3FDAF5D7-637B-E32D-943B-FDC9F64574DC}"/>
              </a:ext>
            </a:extLst>
          </p:cNvPr>
          <p:cNvGrpSpPr/>
          <p:nvPr userDrawn="1"/>
        </p:nvGrpSpPr>
        <p:grpSpPr>
          <a:xfrm>
            <a:off x="-3304566" y="-618524"/>
            <a:ext cx="1989792" cy="442988"/>
            <a:chOff x="-4115294" y="1029294"/>
            <a:chExt cx="1989792" cy="442988"/>
          </a:xfrm>
        </p:grpSpPr>
        <p:sp>
          <p:nvSpPr>
            <p:cNvPr id="100" name="Hexagon 34">
              <a:extLst>
                <a:ext uri="{FF2B5EF4-FFF2-40B4-BE49-F238E27FC236}">
                  <a16:creationId xmlns:a16="http://schemas.microsoft.com/office/drawing/2014/main" id="{9C3D84E1-5EDA-BF87-B3D2-1D3F82767CCC}"/>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Hexagon 34">
              <a:extLst>
                <a:ext uri="{FF2B5EF4-FFF2-40B4-BE49-F238E27FC236}">
                  <a16:creationId xmlns:a16="http://schemas.microsoft.com/office/drawing/2014/main" id="{13F1B025-7FC7-2E42-D847-634493604389}"/>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F9715A43-6D63-D30B-2129-DB78F407FA8B}"/>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3" name="Hexagon 34">
              <a:extLst>
                <a:ext uri="{FF2B5EF4-FFF2-40B4-BE49-F238E27FC236}">
                  <a16:creationId xmlns:a16="http://schemas.microsoft.com/office/drawing/2014/main" id="{BD2E97D2-C058-D64A-1278-C6F925DF909D}"/>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4" name="Group 103">
            <a:extLst>
              <a:ext uri="{FF2B5EF4-FFF2-40B4-BE49-F238E27FC236}">
                <a16:creationId xmlns:a16="http://schemas.microsoft.com/office/drawing/2014/main" id="{F24984FF-614A-06F0-0200-2BD8A8556A82}"/>
              </a:ext>
            </a:extLst>
          </p:cNvPr>
          <p:cNvGrpSpPr/>
          <p:nvPr userDrawn="1"/>
        </p:nvGrpSpPr>
        <p:grpSpPr>
          <a:xfrm>
            <a:off x="-3304743" y="-114468"/>
            <a:ext cx="1557921" cy="436914"/>
            <a:chOff x="-4115294" y="1029294"/>
            <a:chExt cx="1557921" cy="436914"/>
          </a:xfrm>
        </p:grpSpPr>
        <p:sp>
          <p:nvSpPr>
            <p:cNvPr id="105" name="Hexagon 34">
              <a:extLst>
                <a:ext uri="{FF2B5EF4-FFF2-40B4-BE49-F238E27FC236}">
                  <a16:creationId xmlns:a16="http://schemas.microsoft.com/office/drawing/2014/main" id="{CF785580-65AD-8A30-F76F-01F848C1E220}"/>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6" name="Hexagon 34">
              <a:extLst>
                <a:ext uri="{FF2B5EF4-FFF2-40B4-BE49-F238E27FC236}">
                  <a16:creationId xmlns:a16="http://schemas.microsoft.com/office/drawing/2014/main" id="{7E7669E4-C2B3-DEBE-89C9-F9FB0DD8D534}"/>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7" name="Hexagon 34">
              <a:extLst>
                <a:ext uri="{FF2B5EF4-FFF2-40B4-BE49-F238E27FC236}">
                  <a16:creationId xmlns:a16="http://schemas.microsoft.com/office/drawing/2014/main" id="{0429B01B-A66A-8495-0F2E-6AD36F47F8E7}"/>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8" name="TextBox 107">
            <a:extLst>
              <a:ext uri="{FF2B5EF4-FFF2-40B4-BE49-F238E27FC236}">
                <a16:creationId xmlns:a16="http://schemas.microsoft.com/office/drawing/2014/main" id="{4D727E3F-561A-1ADA-C8CA-C6736E6E1094}"/>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09" name="Right Brace 108">
            <a:extLst>
              <a:ext uri="{FF2B5EF4-FFF2-40B4-BE49-F238E27FC236}">
                <a16:creationId xmlns:a16="http://schemas.microsoft.com/office/drawing/2014/main" id="{00DCA083-2BE2-BD64-DDFD-3D33F4607C91}"/>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0" name="TextBox 109">
            <a:extLst>
              <a:ext uri="{FF2B5EF4-FFF2-40B4-BE49-F238E27FC236}">
                <a16:creationId xmlns:a16="http://schemas.microsoft.com/office/drawing/2014/main" id="{31D60C8E-B9C2-6F93-73F0-316FC607D096}"/>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1" name="TextBox 110">
            <a:extLst>
              <a:ext uri="{FF2B5EF4-FFF2-40B4-BE49-F238E27FC236}">
                <a16:creationId xmlns:a16="http://schemas.microsoft.com/office/drawing/2014/main" id="{FD1D7324-ECF9-5636-7DC7-98A3A0DA3E91}"/>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2" name="Right Brace 111">
            <a:extLst>
              <a:ext uri="{FF2B5EF4-FFF2-40B4-BE49-F238E27FC236}">
                <a16:creationId xmlns:a16="http://schemas.microsoft.com/office/drawing/2014/main" id="{85F2C2D2-C970-28F7-E72C-C93AF1C411DB}"/>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3" name="TextBox 112">
            <a:extLst>
              <a:ext uri="{FF2B5EF4-FFF2-40B4-BE49-F238E27FC236}">
                <a16:creationId xmlns:a16="http://schemas.microsoft.com/office/drawing/2014/main" id="{BDD68A3D-4696-BF30-3F6D-45B15826A6BB}"/>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4" name="Right Brace 113">
            <a:extLst>
              <a:ext uri="{FF2B5EF4-FFF2-40B4-BE49-F238E27FC236}">
                <a16:creationId xmlns:a16="http://schemas.microsoft.com/office/drawing/2014/main" id="{D317554E-C58C-96B1-AA83-1CBE8FE2F036}"/>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5" name="TextBox 114">
            <a:extLst>
              <a:ext uri="{FF2B5EF4-FFF2-40B4-BE49-F238E27FC236}">
                <a16:creationId xmlns:a16="http://schemas.microsoft.com/office/drawing/2014/main" id="{A871F98F-2AE6-F45A-B45A-179445172A43}"/>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6" name="TextBox 115">
            <a:extLst>
              <a:ext uri="{FF2B5EF4-FFF2-40B4-BE49-F238E27FC236}">
                <a16:creationId xmlns:a16="http://schemas.microsoft.com/office/drawing/2014/main" id="{8BBD491E-7045-D33B-84D7-13CC96841F41}"/>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7" name="Right Brace 116">
            <a:extLst>
              <a:ext uri="{FF2B5EF4-FFF2-40B4-BE49-F238E27FC236}">
                <a16:creationId xmlns:a16="http://schemas.microsoft.com/office/drawing/2014/main" id="{DBB0F057-C4DC-A271-1C99-923966D3D21C}"/>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8" name="Right Brace 117">
            <a:extLst>
              <a:ext uri="{FF2B5EF4-FFF2-40B4-BE49-F238E27FC236}">
                <a16:creationId xmlns:a16="http://schemas.microsoft.com/office/drawing/2014/main" id="{5B26506E-6261-CE80-F5BB-0E61D64C3D8A}"/>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Right Brace 118">
            <a:extLst>
              <a:ext uri="{FF2B5EF4-FFF2-40B4-BE49-F238E27FC236}">
                <a16:creationId xmlns:a16="http://schemas.microsoft.com/office/drawing/2014/main" id="{1BE9F41D-2E67-F456-A098-8D61AA8E10EE}"/>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0" name="TextBox 119">
            <a:extLst>
              <a:ext uri="{FF2B5EF4-FFF2-40B4-BE49-F238E27FC236}">
                <a16:creationId xmlns:a16="http://schemas.microsoft.com/office/drawing/2014/main" id="{01A98683-1BC8-621B-CF8A-2BD83C4E1719}"/>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pic>
        <p:nvPicPr>
          <p:cNvPr id="22" name="Graphic 21">
            <a:extLst>
              <a:ext uri="{FF2B5EF4-FFF2-40B4-BE49-F238E27FC236}">
                <a16:creationId xmlns:a16="http://schemas.microsoft.com/office/drawing/2014/main" id="{5E1192EB-4AA8-F722-8EEF-ED8823A6197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62426346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Slide 2">
    <p:bg>
      <p:bgPr>
        <a:solidFill>
          <a:srgbClr val="00ADEF"/>
        </a:solidFill>
        <a:effectLst/>
      </p:bgPr>
    </p:bg>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D314F373-7FA0-9E59-9F6D-54F01166787C}"/>
              </a:ext>
            </a:extLst>
          </p:cNvPr>
          <p:cNvSpPr>
            <a:spLocks noGrp="1"/>
          </p:cNvSpPr>
          <p:nvPr>
            <p:ph type="title" hasCustomPrompt="1"/>
          </p:nvPr>
        </p:nvSpPr>
        <p:spPr>
          <a:xfrm>
            <a:off x="4871864" y="1374826"/>
            <a:ext cx="6564090" cy="614014"/>
          </a:xfrm>
          <a:prstGeom prst="rect">
            <a:avLst/>
          </a:prstGeom>
        </p:spPr>
        <p:txBody>
          <a:bodyPr tIns="36000" bIns="0">
            <a:normAutofit/>
          </a:bodyPr>
          <a:lstStyle>
            <a:lvl1pPr algn="l">
              <a:defRPr sz="3600" b="0" i="0">
                <a:solidFill>
                  <a:schemeClr val="bg1"/>
                </a:solidFill>
                <a:latin typeface="Verdana" pitchFamily="2" charset="77"/>
              </a:defRPr>
            </a:lvl1pPr>
          </a:lstStyle>
          <a:p>
            <a:pPr algn="l"/>
            <a:r>
              <a:rPr noProof="0" dirty="0"/>
              <a:t>Click to insert</a:t>
            </a:r>
          </a:p>
        </p:txBody>
      </p:sp>
      <p:sp>
        <p:nvSpPr>
          <p:cNvPr id="3" name="Sous-titre 2">
            <a:extLst>
              <a:ext uri="{FF2B5EF4-FFF2-40B4-BE49-F238E27FC236}">
                <a16:creationId xmlns:a16="http://schemas.microsoft.com/office/drawing/2014/main" id="{EBBC506A-D8AC-281C-4876-ACCCE7C68BAB}"/>
              </a:ext>
            </a:extLst>
          </p:cNvPr>
          <p:cNvSpPr>
            <a:spLocks noGrp="1"/>
          </p:cNvSpPr>
          <p:nvPr>
            <p:ph type="subTitle" idx="1" hasCustomPrompt="1"/>
          </p:nvPr>
        </p:nvSpPr>
        <p:spPr>
          <a:xfrm>
            <a:off x="4871864" y="2076668"/>
            <a:ext cx="6564090" cy="614014"/>
          </a:xfrm>
          <a:prstGeom prst="rect">
            <a:avLst/>
          </a:prstGeom>
        </p:spPr>
        <p:txBody>
          <a:bodyPr tIns="0" bIns="0">
            <a:normAutofit/>
          </a:bodyPr>
          <a:lstStyle>
            <a:lvl1pPr marL="0" indent="0" algn="l">
              <a:lnSpc>
                <a:spcPct val="100000"/>
              </a:lnSpc>
              <a:buNone/>
              <a:defRPr sz="36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A 2-line title</a:t>
            </a:r>
          </a:p>
        </p:txBody>
      </p:sp>
      <p:sp>
        <p:nvSpPr>
          <p:cNvPr id="4" name="Espace réservé du texte 7">
            <a:extLst>
              <a:ext uri="{FF2B5EF4-FFF2-40B4-BE49-F238E27FC236}">
                <a16:creationId xmlns:a16="http://schemas.microsoft.com/office/drawing/2014/main" id="{BAAF1F0D-16DE-0C88-49DA-17D6FD926C41}"/>
              </a:ext>
            </a:extLst>
          </p:cNvPr>
          <p:cNvSpPr>
            <a:spLocks noGrp="1"/>
          </p:cNvSpPr>
          <p:nvPr>
            <p:ph type="body" sz="quarter" idx="14" hasCustomPrompt="1"/>
          </p:nvPr>
        </p:nvSpPr>
        <p:spPr>
          <a:xfrm>
            <a:off x="4871864" y="2963285"/>
            <a:ext cx="6564090" cy="249299"/>
          </a:xfrm>
          <a:prstGeom prst="rect">
            <a:avLst/>
          </a:prstGeom>
        </p:spPr>
        <p:txBody>
          <a:bodyPr wrap="square" tIns="0" bIns="0" anchor="ctr">
            <a:spAutoFit/>
          </a:bodyPr>
          <a:lstStyle>
            <a:lvl1pPr marL="0" marR="0" indent="0" algn="l" defTabSz="914400" rtl="0" eaLnBrk="1" fontAlgn="auto" latinLnBrk="0" hangingPunct="1">
              <a:lnSpc>
                <a:spcPct val="90000"/>
              </a:lnSpc>
              <a:spcBef>
                <a:spcPts val="900"/>
              </a:spcBef>
              <a:spcAft>
                <a:spcPts val="0"/>
              </a:spcAft>
              <a:buClr>
                <a:schemeClr val="tx2"/>
              </a:buClr>
              <a:buSzPct val="120000"/>
              <a:buFont typeface="Segoe UI" panose="020B0502040204020203" pitchFamily="34" charset="0"/>
              <a:buNone/>
              <a:tabLst/>
              <a:defRPr sz="1800" b="0" baseline="0">
                <a:solidFill>
                  <a:schemeClr val="bg1"/>
                </a:solidFill>
                <a:latin typeface="Verdana" pitchFamily="2" charset="77"/>
              </a:defRPr>
            </a:lvl1pPr>
          </a:lstStyle>
          <a:p>
            <a:pPr marL="0" marR="0" lvl="0" indent="0" algn="l" defTabSz="914400" rtl="0" eaLnBrk="1" fontAlgn="auto" latinLnBrk="0" hangingPunct="1">
              <a:lnSpc>
                <a:spcPct val="90000"/>
              </a:lnSpc>
              <a:spcBef>
                <a:spcPts val="900"/>
              </a:spcBef>
              <a:spcAft>
                <a:spcPts val="0"/>
              </a:spcAft>
              <a:buClr>
                <a:schemeClr val="tx2"/>
              </a:buClr>
              <a:buSzPct val="120000"/>
              <a:buFont typeface="Segoe UI" panose="020B0502040204020203" pitchFamily="34" charset="0"/>
              <a:buNone/>
              <a:tabLst/>
              <a:defRPr/>
            </a:pPr>
            <a:r>
              <a:rPr noProof="0" dirty="0"/>
              <a:t>Click to insert a subtitle</a:t>
            </a:r>
          </a:p>
        </p:txBody>
      </p:sp>
      <p:pic>
        <p:nvPicPr>
          <p:cNvPr id="7" name="Image 6">
            <a:extLst>
              <a:ext uri="{FF2B5EF4-FFF2-40B4-BE49-F238E27FC236}">
                <a16:creationId xmlns:a16="http://schemas.microsoft.com/office/drawing/2014/main" id="{3ACBE76D-E7E7-F198-FEC3-2F74E880F8B5}"/>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10" name="Espace réservé pour une image  6">
            <a:extLst>
              <a:ext uri="{FF2B5EF4-FFF2-40B4-BE49-F238E27FC236}">
                <a16:creationId xmlns:a16="http://schemas.microsoft.com/office/drawing/2014/main" id="{55D56658-8C19-D77E-8B22-1A04D3251C84}"/>
              </a:ext>
            </a:extLst>
          </p:cNvPr>
          <p:cNvSpPr>
            <a:spLocks noGrp="1"/>
          </p:cNvSpPr>
          <p:nvPr>
            <p:ph type="pic" sz="quarter" idx="18" hasCustomPrompt="1"/>
          </p:nvPr>
        </p:nvSpPr>
        <p:spPr>
          <a:xfrm>
            <a:off x="-13744" y="1356125"/>
            <a:ext cx="7033086" cy="5504436"/>
          </a:xfrm>
          <a:custGeom>
            <a:avLst/>
            <a:gdLst>
              <a:gd name="connsiteX0" fmla="*/ 0 w 7005040"/>
              <a:gd name="connsiteY0" fmla="*/ 0 h 5809372"/>
              <a:gd name="connsiteX1" fmla="*/ 7005040 w 7005040"/>
              <a:gd name="connsiteY1" fmla="*/ 0 h 5809372"/>
              <a:gd name="connsiteX2" fmla="*/ 7005040 w 7005040"/>
              <a:gd name="connsiteY2" fmla="*/ 5809372 h 5809372"/>
              <a:gd name="connsiteX3" fmla="*/ 0 w 7005040"/>
              <a:gd name="connsiteY3" fmla="*/ 5809372 h 5809372"/>
              <a:gd name="connsiteX4" fmla="*/ 0 w 7005040"/>
              <a:gd name="connsiteY4" fmla="*/ 0 h 5809372"/>
              <a:gd name="connsiteX0" fmla="*/ 3810000 w 7005040"/>
              <a:gd name="connsiteY0" fmla="*/ 16934 h 5809372"/>
              <a:gd name="connsiteX1" fmla="*/ 7005040 w 7005040"/>
              <a:gd name="connsiteY1" fmla="*/ 0 h 5809372"/>
              <a:gd name="connsiteX2" fmla="*/ 7005040 w 7005040"/>
              <a:gd name="connsiteY2" fmla="*/ 5809372 h 5809372"/>
              <a:gd name="connsiteX3" fmla="*/ 0 w 7005040"/>
              <a:gd name="connsiteY3" fmla="*/ 5809372 h 5809372"/>
              <a:gd name="connsiteX4" fmla="*/ 3810000 w 7005040"/>
              <a:gd name="connsiteY4" fmla="*/ 16934 h 5809372"/>
              <a:gd name="connsiteX0" fmla="*/ 3810000 w 7005040"/>
              <a:gd name="connsiteY0" fmla="*/ 0 h 5792438"/>
              <a:gd name="connsiteX1" fmla="*/ 6835707 w 7005040"/>
              <a:gd name="connsiteY1" fmla="*/ 558799 h 5792438"/>
              <a:gd name="connsiteX2" fmla="*/ 7005040 w 7005040"/>
              <a:gd name="connsiteY2" fmla="*/ 5792438 h 5792438"/>
              <a:gd name="connsiteX3" fmla="*/ 0 w 7005040"/>
              <a:gd name="connsiteY3" fmla="*/ 5792438 h 5792438"/>
              <a:gd name="connsiteX4" fmla="*/ 3810000 w 7005040"/>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810000 w 6835707"/>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2949007 w 6835707"/>
              <a:gd name="connsiteY4" fmla="*/ 983371 h 5792438"/>
              <a:gd name="connsiteX5" fmla="*/ 3810000 w 6835707"/>
              <a:gd name="connsiteY5"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068928 w 6835707"/>
              <a:gd name="connsiteY4" fmla="*/ 1020846 h 5792438"/>
              <a:gd name="connsiteX5" fmla="*/ 3810000 w 6835707"/>
              <a:gd name="connsiteY5" fmla="*/ 0 h 5792438"/>
              <a:gd name="connsiteX0" fmla="*/ 3813748 w 6835707"/>
              <a:gd name="connsiteY0" fmla="*/ 0 h 5803681"/>
              <a:gd name="connsiteX1" fmla="*/ 6835707 w 6835707"/>
              <a:gd name="connsiteY1" fmla="*/ 570042 h 5803681"/>
              <a:gd name="connsiteX2" fmla="*/ 6835707 w 6835707"/>
              <a:gd name="connsiteY2" fmla="*/ 5786748 h 5803681"/>
              <a:gd name="connsiteX3" fmla="*/ 0 w 6835707"/>
              <a:gd name="connsiteY3" fmla="*/ 5803681 h 5803681"/>
              <a:gd name="connsiteX4" fmla="*/ 3068928 w 6835707"/>
              <a:gd name="connsiteY4" fmla="*/ 1032089 h 5803681"/>
              <a:gd name="connsiteX5" fmla="*/ 3813748 w 6835707"/>
              <a:gd name="connsiteY5" fmla="*/ 0 h 5803681"/>
              <a:gd name="connsiteX0" fmla="*/ 3821243 w 6835707"/>
              <a:gd name="connsiteY0" fmla="*/ 0 h 5796186"/>
              <a:gd name="connsiteX1" fmla="*/ 6835707 w 6835707"/>
              <a:gd name="connsiteY1" fmla="*/ 562547 h 5796186"/>
              <a:gd name="connsiteX2" fmla="*/ 6835707 w 6835707"/>
              <a:gd name="connsiteY2" fmla="*/ 5779253 h 5796186"/>
              <a:gd name="connsiteX3" fmla="*/ 0 w 6835707"/>
              <a:gd name="connsiteY3" fmla="*/ 5796186 h 5796186"/>
              <a:gd name="connsiteX4" fmla="*/ 3068928 w 6835707"/>
              <a:gd name="connsiteY4" fmla="*/ 1024594 h 5796186"/>
              <a:gd name="connsiteX5" fmla="*/ 3821243 w 6835707"/>
              <a:gd name="connsiteY5" fmla="*/ 0 h 5796186"/>
              <a:gd name="connsiteX0" fmla="*/ 3821243 w 6835707"/>
              <a:gd name="connsiteY0" fmla="*/ 0 h 5803682"/>
              <a:gd name="connsiteX1" fmla="*/ 6835707 w 6835707"/>
              <a:gd name="connsiteY1" fmla="*/ 57004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821243 w 6835707"/>
              <a:gd name="connsiteY0" fmla="*/ 0 h 5803682"/>
              <a:gd name="connsiteX1" fmla="*/ 6835707 w 6835707"/>
              <a:gd name="connsiteY1" fmla="*/ 60002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69379 w 7383843"/>
              <a:gd name="connsiteY0" fmla="*/ 0 h 5803682"/>
              <a:gd name="connsiteX1" fmla="*/ 7383843 w 7383843"/>
              <a:gd name="connsiteY1" fmla="*/ 600023 h 5803682"/>
              <a:gd name="connsiteX2" fmla="*/ 7383843 w 7383843"/>
              <a:gd name="connsiteY2" fmla="*/ 5786749 h 5803682"/>
              <a:gd name="connsiteX3" fmla="*/ 548136 w 7383843"/>
              <a:gd name="connsiteY3" fmla="*/ 5803682 h 5803682"/>
              <a:gd name="connsiteX4" fmla="*/ 429435 w 7383843"/>
              <a:gd name="connsiteY4" fmla="*/ 3506439 h 5803682"/>
              <a:gd name="connsiteX5" fmla="*/ 1801032 w 7383843"/>
              <a:gd name="connsiteY5" fmla="*/ 2936813 h 5803682"/>
              <a:gd name="connsiteX6" fmla="*/ 3225099 w 7383843"/>
              <a:gd name="connsiteY6" fmla="*/ 2344702 h 5803682"/>
              <a:gd name="connsiteX7" fmla="*/ 3617064 w 7383843"/>
              <a:gd name="connsiteY7" fmla="*/ 1032090 h 5803682"/>
              <a:gd name="connsiteX8" fmla="*/ 4369379 w 7383843"/>
              <a:gd name="connsiteY8"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326804 w 7341268"/>
              <a:gd name="connsiteY0" fmla="*/ 0 h 5803682"/>
              <a:gd name="connsiteX1" fmla="*/ 7341268 w 7341268"/>
              <a:gd name="connsiteY1" fmla="*/ 600023 h 5803682"/>
              <a:gd name="connsiteX2" fmla="*/ 7341268 w 7341268"/>
              <a:gd name="connsiteY2" fmla="*/ 5786749 h 5803682"/>
              <a:gd name="connsiteX3" fmla="*/ 629230 w 7341268"/>
              <a:gd name="connsiteY3" fmla="*/ 5803682 h 5803682"/>
              <a:gd name="connsiteX4" fmla="*/ 323152 w 7341268"/>
              <a:gd name="connsiteY4" fmla="*/ 4803089 h 5803682"/>
              <a:gd name="connsiteX5" fmla="*/ 386860 w 7341268"/>
              <a:gd name="connsiteY5" fmla="*/ 3506439 h 5803682"/>
              <a:gd name="connsiteX6" fmla="*/ 1758457 w 7341268"/>
              <a:gd name="connsiteY6" fmla="*/ 2936813 h 5803682"/>
              <a:gd name="connsiteX7" fmla="*/ 3182524 w 7341268"/>
              <a:gd name="connsiteY7" fmla="*/ 2344702 h 5803682"/>
              <a:gd name="connsiteX8" fmla="*/ 3574489 w 7341268"/>
              <a:gd name="connsiteY8" fmla="*/ 1032090 h 5803682"/>
              <a:gd name="connsiteX9" fmla="*/ 4326804 w 7341268"/>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01078 w 7018116"/>
              <a:gd name="connsiteY2" fmla="*/ 5667480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9468"/>
              <a:gd name="connsiteX1" fmla="*/ 7018116 w 7018116"/>
              <a:gd name="connsiteY1" fmla="*/ 600023 h 5809468"/>
              <a:gd name="connsiteX2" fmla="*/ 7012437 w 7018116"/>
              <a:gd name="connsiteY2" fmla="*/ 5809468 h 5809468"/>
              <a:gd name="connsiteX3" fmla="*/ 306078 w 7018116"/>
              <a:gd name="connsiteY3" fmla="*/ 5803682 h 5809468"/>
              <a:gd name="connsiteX4" fmla="*/ 0 w 7018116"/>
              <a:gd name="connsiteY4" fmla="*/ 4803089 h 5809468"/>
              <a:gd name="connsiteX5" fmla="*/ 63708 w 7018116"/>
              <a:gd name="connsiteY5" fmla="*/ 3506439 h 5809468"/>
              <a:gd name="connsiteX6" fmla="*/ 1435305 w 7018116"/>
              <a:gd name="connsiteY6" fmla="*/ 2936813 h 5809468"/>
              <a:gd name="connsiteX7" fmla="*/ 2859372 w 7018116"/>
              <a:gd name="connsiteY7" fmla="*/ 2344702 h 5809468"/>
              <a:gd name="connsiteX8" fmla="*/ 3251337 w 7018116"/>
              <a:gd name="connsiteY8" fmla="*/ 1032090 h 5809468"/>
              <a:gd name="connsiteX9" fmla="*/ 4003652 w 7018116"/>
              <a:gd name="connsiteY9" fmla="*/ 0 h 5809468"/>
              <a:gd name="connsiteX0" fmla="*/ 4003652 w 7013757"/>
              <a:gd name="connsiteY0" fmla="*/ 26341 h 5835809"/>
              <a:gd name="connsiteX1" fmla="*/ 7008972 w 7013757"/>
              <a:gd name="connsiteY1" fmla="*/ 0 h 5835809"/>
              <a:gd name="connsiteX2" fmla="*/ 7012437 w 7013757"/>
              <a:gd name="connsiteY2" fmla="*/ 5835809 h 5835809"/>
              <a:gd name="connsiteX3" fmla="*/ 306078 w 7013757"/>
              <a:gd name="connsiteY3" fmla="*/ 5830023 h 5835809"/>
              <a:gd name="connsiteX4" fmla="*/ 0 w 7013757"/>
              <a:gd name="connsiteY4" fmla="*/ 4829430 h 5835809"/>
              <a:gd name="connsiteX5" fmla="*/ 63708 w 7013757"/>
              <a:gd name="connsiteY5" fmla="*/ 3532780 h 5835809"/>
              <a:gd name="connsiteX6" fmla="*/ 1435305 w 7013757"/>
              <a:gd name="connsiteY6" fmla="*/ 2963154 h 5835809"/>
              <a:gd name="connsiteX7" fmla="*/ 2859372 w 7013757"/>
              <a:gd name="connsiteY7" fmla="*/ 2371043 h 5835809"/>
              <a:gd name="connsiteX8" fmla="*/ 3251337 w 7013757"/>
              <a:gd name="connsiteY8" fmla="*/ 1058431 h 5835809"/>
              <a:gd name="connsiteX9" fmla="*/ 4003652 w 7013757"/>
              <a:gd name="connsiteY9" fmla="*/ 26341 h 5835809"/>
              <a:gd name="connsiteX0" fmla="*/ 4003652 w 7014162"/>
              <a:gd name="connsiteY0" fmla="*/ 2634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4003652 w 7014162"/>
              <a:gd name="connsiteY9" fmla="*/ 2634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200455 w 6710581"/>
              <a:gd name="connsiteY0" fmla="*/ 3481 h 6035000"/>
              <a:gd name="connsiteX1" fmla="*/ 6705391 w 6710581"/>
              <a:gd name="connsiteY1" fmla="*/ 0 h 6035000"/>
              <a:gd name="connsiteX2" fmla="*/ 6708856 w 6710581"/>
              <a:gd name="connsiteY2" fmla="*/ 5835809 h 6035000"/>
              <a:gd name="connsiteX3" fmla="*/ 2497 w 6710581"/>
              <a:gd name="connsiteY3" fmla="*/ 5830023 h 6035000"/>
              <a:gd name="connsiteX4" fmla="*/ 5919194 w 6710581"/>
              <a:gd name="connsiteY4" fmla="*/ 3623717 h 6035000"/>
              <a:gd name="connsiteX5" fmla="*/ 3669187 w 6710581"/>
              <a:gd name="connsiteY5" fmla="*/ 5978800 h 6035000"/>
              <a:gd name="connsiteX6" fmla="*/ 1346608 w 6710581"/>
              <a:gd name="connsiteY6" fmla="*/ 3776970 h 6035000"/>
              <a:gd name="connsiteX7" fmla="*/ 685843 w 6710581"/>
              <a:gd name="connsiteY7" fmla="*/ 2508203 h 6035000"/>
              <a:gd name="connsiteX8" fmla="*/ 2385400 w 6710581"/>
              <a:gd name="connsiteY8" fmla="*/ 349771 h 6035000"/>
              <a:gd name="connsiteX9" fmla="*/ 2200455 w 6710581"/>
              <a:gd name="connsiteY9" fmla="*/ 3481 h 6035000"/>
              <a:gd name="connsiteX0" fmla="*/ 1514612 w 6024738"/>
              <a:gd name="connsiteY0" fmla="*/ 3481 h 6035000"/>
              <a:gd name="connsiteX1" fmla="*/ 6019548 w 6024738"/>
              <a:gd name="connsiteY1" fmla="*/ 0 h 6035000"/>
              <a:gd name="connsiteX2" fmla="*/ 6023013 w 6024738"/>
              <a:gd name="connsiteY2" fmla="*/ 5835809 h 6035000"/>
              <a:gd name="connsiteX3" fmla="*/ 5855019 w 6024738"/>
              <a:gd name="connsiteY3" fmla="*/ 3701817 h 6035000"/>
              <a:gd name="connsiteX4" fmla="*/ 5233351 w 6024738"/>
              <a:gd name="connsiteY4" fmla="*/ 3623717 h 6035000"/>
              <a:gd name="connsiteX5" fmla="*/ 2983344 w 6024738"/>
              <a:gd name="connsiteY5" fmla="*/ 5978800 h 6035000"/>
              <a:gd name="connsiteX6" fmla="*/ 660765 w 6024738"/>
              <a:gd name="connsiteY6" fmla="*/ 3776970 h 6035000"/>
              <a:gd name="connsiteX7" fmla="*/ 0 w 6024738"/>
              <a:gd name="connsiteY7" fmla="*/ 2508203 h 6035000"/>
              <a:gd name="connsiteX8" fmla="*/ 1699557 w 6024738"/>
              <a:gd name="connsiteY8" fmla="*/ 349771 h 6035000"/>
              <a:gd name="connsiteX9" fmla="*/ 1514612 w 6024738"/>
              <a:gd name="connsiteY9" fmla="*/ 3481 h 6035000"/>
              <a:gd name="connsiteX0" fmla="*/ 1514612 w 6024738"/>
              <a:gd name="connsiteY0" fmla="*/ 3481 h 6081762"/>
              <a:gd name="connsiteX1" fmla="*/ 6019548 w 6024738"/>
              <a:gd name="connsiteY1" fmla="*/ 0 h 6081762"/>
              <a:gd name="connsiteX2" fmla="*/ 6023013 w 6024738"/>
              <a:gd name="connsiteY2" fmla="*/ 5835809 h 6081762"/>
              <a:gd name="connsiteX3" fmla="*/ 5855019 w 6024738"/>
              <a:gd name="connsiteY3" fmla="*/ 3701817 h 6081762"/>
              <a:gd name="connsiteX4" fmla="*/ 5233351 w 6024738"/>
              <a:gd name="connsiteY4" fmla="*/ 3623717 h 6081762"/>
              <a:gd name="connsiteX5" fmla="*/ 2983344 w 6024738"/>
              <a:gd name="connsiteY5" fmla="*/ 5978800 h 6081762"/>
              <a:gd name="connsiteX6" fmla="*/ 660765 w 6024738"/>
              <a:gd name="connsiteY6" fmla="*/ 3776970 h 6081762"/>
              <a:gd name="connsiteX7" fmla="*/ 0 w 6024738"/>
              <a:gd name="connsiteY7" fmla="*/ 2508203 h 6081762"/>
              <a:gd name="connsiteX8" fmla="*/ 1699557 w 6024738"/>
              <a:gd name="connsiteY8" fmla="*/ 349771 h 6081762"/>
              <a:gd name="connsiteX9" fmla="*/ 1514612 w 6024738"/>
              <a:gd name="connsiteY9" fmla="*/ 3481 h 6081762"/>
              <a:gd name="connsiteX0" fmla="*/ 1514612 w 6024738"/>
              <a:gd name="connsiteY0" fmla="*/ 3481 h 6080269"/>
              <a:gd name="connsiteX1" fmla="*/ 6019548 w 6024738"/>
              <a:gd name="connsiteY1" fmla="*/ 0 h 6080269"/>
              <a:gd name="connsiteX2" fmla="*/ 6023013 w 6024738"/>
              <a:gd name="connsiteY2" fmla="*/ 5835809 h 6080269"/>
              <a:gd name="connsiteX3" fmla="*/ 5855019 w 6024738"/>
              <a:gd name="connsiteY3" fmla="*/ 3701817 h 6080269"/>
              <a:gd name="connsiteX4" fmla="*/ 5230176 w 6024738"/>
              <a:gd name="connsiteY4" fmla="*/ 3591967 h 6080269"/>
              <a:gd name="connsiteX5" fmla="*/ 2983344 w 6024738"/>
              <a:gd name="connsiteY5" fmla="*/ 5978800 h 6080269"/>
              <a:gd name="connsiteX6" fmla="*/ 660765 w 6024738"/>
              <a:gd name="connsiteY6" fmla="*/ 3776970 h 6080269"/>
              <a:gd name="connsiteX7" fmla="*/ 0 w 6024738"/>
              <a:gd name="connsiteY7" fmla="*/ 2508203 h 6080269"/>
              <a:gd name="connsiteX8" fmla="*/ 1699557 w 6024738"/>
              <a:gd name="connsiteY8" fmla="*/ 349771 h 6080269"/>
              <a:gd name="connsiteX9" fmla="*/ 1514612 w 6024738"/>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170715"/>
              <a:gd name="connsiteX1" fmla="*/ 6019548 w 6026469"/>
              <a:gd name="connsiteY1" fmla="*/ 0 h 6170715"/>
              <a:gd name="connsiteX2" fmla="*/ 6023013 w 6026469"/>
              <a:gd name="connsiteY2" fmla="*/ 5835809 h 6170715"/>
              <a:gd name="connsiteX3" fmla="*/ 6026469 w 6026469"/>
              <a:gd name="connsiteY3" fmla="*/ 3736742 h 6170715"/>
              <a:gd name="connsiteX4" fmla="*/ 5223826 w 6026469"/>
              <a:gd name="connsiteY4" fmla="*/ 3601492 h 6170715"/>
              <a:gd name="connsiteX5" fmla="*/ 2979854 w 6026469"/>
              <a:gd name="connsiteY5" fmla="*/ 6073032 h 6170715"/>
              <a:gd name="connsiteX6" fmla="*/ 660765 w 6026469"/>
              <a:gd name="connsiteY6" fmla="*/ 3776970 h 6170715"/>
              <a:gd name="connsiteX7" fmla="*/ 0 w 6026469"/>
              <a:gd name="connsiteY7" fmla="*/ 2508203 h 6170715"/>
              <a:gd name="connsiteX8" fmla="*/ 1699557 w 6026469"/>
              <a:gd name="connsiteY8" fmla="*/ 349771 h 6170715"/>
              <a:gd name="connsiteX9" fmla="*/ 1514612 w 6026469"/>
              <a:gd name="connsiteY9" fmla="*/ 3481 h 6170715"/>
              <a:gd name="connsiteX0" fmla="*/ 1514612 w 6026469"/>
              <a:gd name="connsiteY0" fmla="*/ 3481 h 6090695"/>
              <a:gd name="connsiteX1" fmla="*/ 6019548 w 6026469"/>
              <a:gd name="connsiteY1" fmla="*/ 0 h 6090695"/>
              <a:gd name="connsiteX2" fmla="*/ 6023013 w 6026469"/>
              <a:gd name="connsiteY2" fmla="*/ 5835809 h 6090695"/>
              <a:gd name="connsiteX3" fmla="*/ 6026469 w 6026469"/>
              <a:gd name="connsiteY3" fmla="*/ 3736742 h 6090695"/>
              <a:gd name="connsiteX4" fmla="*/ 5223826 w 6026469"/>
              <a:gd name="connsiteY4" fmla="*/ 3601492 h 6090695"/>
              <a:gd name="connsiteX5" fmla="*/ 3004285 w 6026469"/>
              <a:gd name="connsiteY5" fmla="*/ 5989270 h 6090695"/>
              <a:gd name="connsiteX6" fmla="*/ 660765 w 6026469"/>
              <a:gd name="connsiteY6" fmla="*/ 3776970 h 6090695"/>
              <a:gd name="connsiteX7" fmla="*/ 0 w 6026469"/>
              <a:gd name="connsiteY7" fmla="*/ 2508203 h 6090695"/>
              <a:gd name="connsiteX8" fmla="*/ 1699557 w 6026469"/>
              <a:gd name="connsiteY8" fmla="*/ 349771 h 6090695"/>
              <a:gd name="connsiteX9" fmla="*/ 1514612 w 6026469"/>
              <a:gd name="connsiteY9" fmla="*/ 3481 h 6090695"/>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4738"/>
              <a:gd name="connsiteY0" fmla="*/ 3481 h 5989270"/>
              <a:gd name="connsiteX1" fmla="*/ 6019548 w 6024738"/>
              <a:gd name="connsiteY1" fmla="*/ 0 h 5989270"/>
              <a:gd name="connsiteX2" fmla="*/ 6023013 w 6024738"/>
              <a:gd name="connsiteY2" fmla="*/ 5835809 h 5989270"/>
              <a:gd name="connsiteX3" fmla="*/ 5939217 w 6024738"/>
              <a:gd name="connsiteY3" fmla="*/ 3726271 h 5989270"/>
              <a:gd name="connsiteX4" fmla="*/ 5223826 w 6024738"/>
              <a:gd name="connsiteY4" fmla="*/ 3601492 h 5989270"/>
              <a:gd name="connsiteX5" fmla="*/ 3004285 w 6024738"/>
              <a:gd name="connsiteY5" fmla="*/ 5989270 h 5989270"/>
              <a:gd name="connsiteX6" fmla="*/ 660765 w 6024738"/>
              <a:gd name="connsiteY6" fmla="*/ 3776970 h 5989270"/>
              <a:gd name="connsiteX7" fmla="*/ 0 w 6024738"/>
              <a:gd name="connsiteY7" fmla="*/ 2508203 h 5989270"/>
              <a:gd name="connsiteX8" fmla="*/ 1699557 w 6024738"/>
              <a:gd name="connsiteY8" fmla="*/ 349771 h 5989270"/>
              <a:gd name="connsiteX9" fmla="*/ 1514612 w 6024738"/>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58408"/>
              <a:gd name="connsiteY0" fmla="*/ 3481 h 5989270"/>
              <a:gd name="connsiteX1" fmla="*/ 6019548 w 6058408"/>
              <a:gd name="connsiteY1" fmla="*/ 0 h 5989270"/>
              <a:gd name="connsiteX2" fmla="*/ 6057914 w 6058408"/>
              <a:gd name="connsiteY2" fmla="*/ 3361345 h 5989270"/>
              <a:gd name="connsiteX3" fmla="*/ 6026469 w 6058408"/>
              <a:gd name="connsiteY3" fmla="*/ 3743722 h 5989270"/>
              <a:gd name="connsiteX4" fmla="*/ 5223826 w 6058408"/>
              <a:gd name="connsiteY4" fmla="*/ 3601492 h 5989270"/>
              <a:gd name="connsiteX5" fmla="*/ 3004285 w 6058408"/>
              <a:gd name="connsiteY5" fmla="*/ 5989270 h 5989270"/>
              <a:gd name="connsiteX6" fmla="*/ 660765 w 6058408"/>
              <a:gd name="connsiteY6" fmla="*/ 3776970 h 5989270"/>
              <a:gd name="connsiteX7" fmla="*/ 0 w 6058408"/>
              <a:gd name="connsiteY7" fmla="*/ 2508203 h 5989270"/>
              <a:gd name="connsiteX8" fmla="*/ 1699557 w 6058408"/>
              <a:gd name="connsiteY8" fmla="*/ 349771 h 5989270"/>
              <a:gd name="connsiteX9" fmla="*/ 1514612 w 6058408"/>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2706"/>
              <a:gd name="connsiteY0" fmla="*/ 3481 h 5989270"/>
              <a:gd name="connsiteX1" fmla="*/ 6019548 w 6022706"/>
              <a:gd name="connsiteY1" fmla="*/ 0 h 5989270"/>
              <a:gd name="connsiteX2" fmla="*/ 6019523 w 6022706"/>
              <a:gd name="connsiteY2" fmla="*/ 1926924 h 5989270"/>
              <a:gd name="connsiteX3" fmla="*/ 5984588 w 6022706"/>
              <a:gd name="connsiteY3" fmla="*/ 3680900 h 5989270"/>
              <a:gd name="connsiteX4" fmla="*/ 5223826 w 6022706"/>
              <a:gd name="connsiteY4" fmla="*/ 3601492 h 5989270"/>
              <a:gd name="connsiteX5" fmla="*/ 3004285 w 6022706"/>
              <a:gd name="connsiteY5" fmla="*/ 5989270 h 5989270"/>
              <a:gd name="connsiteX6" fmla="*/ 660765 w 6022706"/>
              <a:gd name="connsiteY6" fmla="*/ 3776970 h 5989270"/>
              <a:gd name="connsiteX7" fmla="*/ 0 w 6022706"/>
              <a:gd name="connsiteY7" fmla="*/ 2508203 h 5989270"/>
              <a:gd name="connsiteX8" fmla="*/ 1699557 w 6022706"/>
              <a:gd name="connsiteY8" fmla="*/ 349771 h 5989270"/>
              <a:gd name="connsiteX9" fmla="*/ 1514612 w 6022706"/>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4415 w 6016629"/>
              <a:gd name="connsiteY6" fmla="*/ 3776970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60765 w 6016629"/>
              <a:gd name="connsiteY6" fmla="*/ 378014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718607 w 6016629"/>
              <a:gd name="connsiteY8" fmla="*/ 352946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705215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48065 w 6016629"/>
              <a:gd name="connsiteY6" fmla="*/ 376744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21503 w 5652510"/>
              <a:gd name="connsiteY0" fmla="*/ 63486 h 5534323"/>
              <a:gd name="connsiteX1" fmla="*/ 5649079 w 5652510"/>
              <a:gd name="connsiteY1" fmla="*/ 608645 h 5534323"/>
              <a:gd name="connsiteX2" fmla="*/ 5649054 w 5652510"/>
              <a:gd name="connsiteY2" fmla="*/ 1471977 h 5534323"/>
              <a:gd name="connsiteX3" fmla="*/ 5652510 w 5652510"/>
              <a:gd name="connsiteY3" fmla="*/ 3281794 h 5534323"/>
              <a:gd name="connsiteX4" fmla="*/ 4853357 w 5652510"/>
              <a:gd name="connsiteY4" fmla="*/ 3146545 h 5534323"/>
              <a:gd name="connsiteX5" fmla="*/ 2633816 w 5652510"/>
              <a:gd name="connsiteY5" fmla="*/ 5534323 h 5534323"/>
              <a:gd name="connsiteX6" fmla="*/ 0 w 5652510"/>
              <a:gd name="connsiteY6" fmla="*/ 1016872 h 5534323"/>
              <a:gd name="connsiteX7" fmla="*/ 814975 w 5652510"/>
              <a:gd name="connsiteY7" fmla="*/ 0 h 5534323"/>
              <a:gd name="connsiteX8" fmla="*/ 3231715 w 5652510"/>
              <a:gd name="connsiteY8" fmla="*/ 722597 h 5534323"/>
              <a:gd name="connsiteX9" fmla="*/ 3821503 w 5652510"/>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720437 w 5551444"/>
              <a:gd name="connsiteY0" fmla="*/ 63486 h 5534323"/>
              <a:gd name="connsiteX1" fmla="*/ 5548013 w 5551444"/>
              <a:gd name="connsiteY1" fmla="*/ 608645 h 5534323"/>
              <a:gd name="connsiteX2" fmla="*/ 5547988 w 5551444"/>
              <a:gd name="connsiteY2" fmla="*/ 1471977 h 5534323"/>
              <a:gd name="connsiteX3" fmla="*/ 5551444 w 5551444"/>
              <a:gd name="connsiteY3" fmla="*/ 3281794 h 5534323"/>
              <a:gd name="connsiteX4" fmla="*/ 4752291 w 5551444"/>
              <a:gd name="connsiteY4" fmla="*/ 3146545 h 5534323"/>
              <a:gd name="connsiteX5" fmla="*/ 2532750 w 5551444"/>
              <a:gd name="connsiteY5" fmla="*/ 5534323 h 5534323"/>
              <a:gd name="connsiteX6" fmla="*/ 0 w 5551444"/>
              <a:gd name="connsiteY6" fmla="*/ 968746 h 5534323"/>
              <a:gd name="connsiteX7" fmla="*/ 713909 w 5551444"/>
              <a:gd name="connsiteY7" fmla="*/ 0 h 5534323"/>
              <a:gd name="connsiteX8" fmla="*/ 3130649 w 5551444"/>
              <a:gd name="connsiteY8" fmla="*/ 722597 h 5534323"/>
              <a:gd name="connsiteX9" fmla="*/ 3720437 w 555144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0 h 5470837"/>
              <a:gd name="connsiteX1" fmla="*/ 5697205 w 5700636"/>
              <a:gd name="connsiteY1" fmla="*/ 545159 h 5470837"/>
              <a:gd name="connsiteX2" fmla="*/ 5697180 w 5700636"/>
              <a:gd name="connsiteY2" fmla="*/ 1408491 h 5470837"/>
              <a:gd name="connsiteX3" fmla="*/ 5700636 w 5700636"/>
              <a:gd name="connsiteY3" fmla="*/ 3218308 h 5470837"/>
              <a:gd name="connsiteX4" fmla="*/ 4901483 w 5700636"/>
              <a:gd name="connsiteY4" fmla="*/ 3083059 h 5470837"/>
              <a:gd name="connsiteX5" fmla="*/ 2681942 w 5700636"/>
              <a:gd name="connsiteY5" fmla="*/ 5470837 h 5470837"/>
              <a:gd name="connsiteX6" fmla="*/ 0 w 5700636"/>
              <a:gd name="connsiteY6" fmla="*/ 919698 h 5470837"/>
              <a:gd name="connsiteX7" fmla="*/ 853476 w 5700636"/>
              <a:gd name="connsiteY7" fmla="*/ 133832 h 5470837"/>
              <a:gd name="connsiteX8" fmla="*/ 3279841 w 5700636"/>
              <a:gd name="connsiteY8" fmla="*/ 659111 h 5470837"/>
              <a:gd name="connsiteX9" fmla="*/ 3869629 w 5700636"/>
              <a:gd name="connsiteY9" fmla="*/ 0 h 5470837"/>
              <a:gd name="connsiteX0" fmla="*/ 3869629 w 5700636"/>
              <a:gd name="connsiteY0" fmla="*/ 58673 h 5529510"/>
              <a:gd name="connsiteX1" fmla="*/ 5697205 w 5700636"/>
              <a:gd name="connsiteY1" fmla="*/ 603832 h 5529510"/>
              <a:gd name="connsiteX2" fmla="*/ 5697180 w 5700636"/>
              <a:gd name="connsiteY2" fmla="*/ 1467164 h 5529510"/>
              <a:gd name="connsiteX3" fmla="*/ 5700636 w 5700636"/>
              <a:gd name="connsiteY3" fmla="*/ 3276981 h 5529510"/>
              <a:gd name="connsiteX4" fmla="*/ 4901483 w 5700636"/>
              <a:gd name="connsiteY4" fmla="*/ 3141732 h 5529510"/>
              <a:gd name="connsiteX5" fmla="*/ 2681942 w 5700636"/>
              <a:gd name="connsiteY5" fmla="*/ 5529510 h 5529510"/>
              <a:gd name="connsiteX6" fmla="*/ 0 w 5700636"/>
              <a:gd name="connsiteY6" fmla="*/ 978371 h 5529510"/>
              <a:gd name="connsiteX7" fmla="*/ 867914 w 5700636"/>
              <a:gd name="connsiteY7" fmla="*/ 0 h 5529510"/>
              <a:gd name="connsiteX8" fmla="*/ 3279841 w 5700636"/>
              <a:gd name="connsiteY8" fmla="*/ 717784 h 5529510"/>
              <a:gd name="connsiteX9" fmla="*/ 3869629 w 5700636"/>
              <a:gd name="connsiteY9" fmla="*/ 58673 h 5529510"/>
              <a:gd name="connsiteX0" fmla="*/ 4970416 w 6801423"/>
              <a:gd name="connsiteY0" fmla="*/ 58673 h 3729586"/>
              <a:gd name="connsiteX1" fmla="*/ 6797992 w 6801423"/>
              <a:gd name="connsiteY1" fmla="*/ 603832 h 3729586"/>
              <a:gd name="connsiteX2" fmla="*/ 6797967 w 6801423"/>
              <a:gd name="connsiteY2" fmla="*/ 1467164 h 3729586"/>
              <a:gd name="connsiteX3" fmla="*/ 6801423 w 6801423"/>
              <a:gd name="connsiteY3" fmla="*/ 3276981 h 3729586"/>
              <a:gd name="connsiteX4" fmla="*/ 6002270 w 6801423"/>
              <a:gd name="connsiteY4" fmla="*/ 3141732 h 3729586"/>
              <a:gd name="connsiteX5" fmla="*/ 0 w 6801423"/>
              <a:gd name="connsiteY5" fmla="*/ 3729586 h 3729586"/>
              <a:gd name="connsiteX6" fmla="*/ 1100787 w 6801423"/>
              <a:gd name="connsiteY6" fmla="*/ 978371 h 3729586"/>
              <a:gd name="connsiteX7" fmla="*/ 1968701 w 6801423"/>
              <a:gd name="connsiteY7" fmla="*/ 0 h 3729586"/>
              <a:gd name="connsiteX8" fmla="*/ 4380628 w 6801423"/>
              <a:gd name="connsiteY8" fmla="*/ 717784 h 3729586"/>
              <a:gd name="connsiteX9" fmla="*/ 4970416 w 6801423"/>
              <a:gd name="connsiteY9" fmla="*/ 58673 h 3729586"/>
              <a:gd name="connsiteX0" fmla="*/ 4970416 w 6801423"/>
              <a:gd name="connsiteY0" fmla="*/ 58673 h 3970776"/>
              <a:gd name="connsiteX1" fmla="*/ 6797992 w 6801423"/>
              <a:gd name="connsiteY1" fmla="*/ 603832 h 3970776"/>
              <a:gd name="connsiteX2" fmla="*/ 6797967 w 6801423"/>
              <a:gd name="connsiteY2" fmla="*/ 1467164 h 3970776"/>
              <a:gd name="connsiteX3" fmla="*/ 6801423 w 6801423"/>
              <a:gd name="connsiteY3" fmla="*/ 3276981 h 3970776"/>
              <a:gd name="connsiteX4" fmla="*/ 6002270 w 6801423"/>
              <a:gd name="connsiteY4" fmla="*/ 3141732 h 3970776"/>
              <a:gd name="connsiteX5" fmla="*/ 0 w 6801423"/>
              <a:gd name="connsiteY5" fmla="*/ 3729586 h 3970776"/>
              <a:gd name="connsiteX6" fmla="*/ 1100787 w 6801423"/>
              <a:gd name="connsiteY6" fmla="*/ 978371 h 3970776"/>
              <a:gd name="connsiteX7" fmla="*/ 1968701 w 6801423"/>
              <a:gd name="connsiteY7" fmla="*/ 0 h 3970776"/>
              <a:gd name="connsiteX8" fmla="*/ 4380628 w 6801423"/>
              <a:gd name="connsiteY8" fmla="*/ 717784 h 3970776"/>
              <a:gd name="connsiteX9" fmla="*/ 4970416 w 6801423"/>
              <a:gd name="connsiteY9" fmla="*/ 58673 h 3970776"/>
              <a:gd name="connsiteX0" fmla="*/ 4970416 w 6801423"/>
              <a:gd name="connsiteY0" fmla="*/ 58673 h 4868008"/>
              <a:gd name="connsiteX1" fmla="*/ 6797992 w 6801423"/>
              <a:gd name="connsiteY1" fmla="*/ 603832 h 4868008"/>
              <a:gd name="connsiteX2" fmla="*/ 6797967 w 6801423"/>
              <a:gd name="connsiteY2" fmla="*/ 1467164 h 4868008"/>
              <a:gd name="connsiteX3" fmla="*/ 6801423 w 6801423"/>
              <a:gd name="connsiteY3" fmla="*/ 3276981 h 4868008"/>
              <a:gd name="connsiteX4" fmla="*/ 2759450 w 6801423"/>
              <a:gd name="connsiteY4" fmla="*/ 4829130 h 4868008"/>
              <a:gd name="connsiteX5" fmla="*/ 0 w 6801423"/>
              <a:gd name="connsiteY5" fmla="*/ 3729586 h 4868008"/>
              <a:gd name="connsiteX6" fmla="*/ 1100787 w 6801423"/>
              <a:gd name="connsiteY6" fmla="*/ 978371 h 4868008"/>
              <a:gd name="connsiteX7" fmla="*/ 1968701 w 6801423"/>
              <a:gd name="connsiteY7" fmla="*/ 0 h 4868008"/>
              <a:gd name="connsiteX8" fmla="*/ 4380628 w 6801423"/>
              <a:gd name="connsiteY8" fmla="*/ 717784 h 4868008"/>
              <a:gd name="connsiteX9" fmla="*/ 4970416 w 6801423"/>
              <a:gd name="connsiteY9" fmla="*/ 58673 h 4868008"/>
              <a:gd name="connsiteX0" fmla="*/ 4970416 w 6801423"/>
              <a:gd name="connsiteY0" fmla="*/ 58673 h 4829130"/>
              <a:gd name="connsiteX1" fmla="*/ 6797992 w 6801423"/>
              <a:gd name="connsiteY1" fmla="*/ 603832 h 4829130"/>
              <a:gd name="connsiteX2" fmla="*/ 6797967 w 6801423"/>
              <a:gd name="connsiteY2" fmla="*/ 1467164 h 4829130"/>
              <a:gd name="connsiteX3" fmla="*/ 6801423 w 6801423"/>
              <a:gd name="connsiteY3" fmla="*/ 3276981 h 4829130"/>
              <a:gd name="connsiteX4" fmla="*/ 2759450 w 6801423"/>
              <a:gd name="connsiteY4" fmla="*/ 4829130 h 4829130"/>
              <a:gd name="connsiteX5" fmla="*/ 0 w 6801423"/>
              <a:gd name="connsiteY5" fmla="*/ 3729586 h 4829130"/>
              <a:gd name="connsiteX6" fmla="*/ 1100787 w 6801423"/>
              <a:gd name="connsiteY6" fmla="*/ 978371 h 4829130"/>
              <a:gd name="connsiteX7" fmla="*/ 1968701 w 6801423"/>
              <a:gd name="connsiteY7" fmla="*/ 0 h 4829130"/>
              <a:gd name="connsiteX8" fmla="*/ 4380628 w 6801423"/>
              <a:gd name="connsiteY8" fmla="*/ 717784 h 4829130"/>
              <a:gd name="connsiteX9" fmla="*/ 4970416 w 6801423"/>
              <a:gd name="connsiteY9" fmla="*/ 58673 h 4829130"/>
              <a:gd name="connsiteX0" fmla="*/ 4970416 w 6801423"/>
              <a:gd name="connsiteY0" fmla="*/ 58673 h 4651330"/>
              <a:gd name="connsiteX1" fmla="*/ 6797992 w 6801423"/>
              <a:gd name="connsiteY1" fmla="*/ 603832 h 4651330"/>
              <a:gd name="connsiteX2" fmla="*/ 6797967 w 6801423"/>
              <a:gd name="connsiteY2" fmla="*/ 1467164 h 4651330"/>
              <a:gd name="connsiteX3" fmla="*/ 6801423 w 6801423"/>
              <a:gd name="connsiteY3" fmla="*/ 3276981 h 4651330"/>
              <a:gd name="connsiteX4" fmla="*/ 2856817 w 6801423"/>
              <a:gd name="connsiteY4" fmla="*/ 4651330 h 4651330"/>
              <a:gd name="connsiteX5" fmla="*/ 0 w 6801423"/>
              <a:gd name="connsiteY5" fmla="*/ 3729586 h 4651330"/>
              <a:gd name="connsiteX6" fmla="*/ 1100787 w 6801423"/>
              <a:gd name="connsiteY6" fmla="*/ 978371 h 4651330"/>
              <a:gd name="connsiteX7" fmla="*/ 1968701 w 6801423"/>
              <a:gd name="connsiteY7" fmla="*/ 0 h 4651330"/>
              <a:gd name="connsiteX8" fmla="*/ 4380628 w 6801423"/>
              <a:gd name="connsiteY8" fmla="*/ 717784 h 4651330"/>
              <a:gd name="connsiteX9" fmla="*/ 4970416 w 6801423"/>
              <a:gd name="connsiteY9" fmla="*/ 58673 h 4651330"/>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78322"/>
              <a:gd name="connsiteX1" fmla="*/ 6797992 w 6801423"/>
              <a:gd name="connsiteY1" fmla="*/ 603832 h 4878322"/>
              <a:gd name="connsiteX2" fmla="*/ 6797967 w 6801423"/>
              <a:gd name="connsiteY2" fmla="*/ 1467164 h 4878322"/>
              <a:gd name="connsiteX3" fmla="*/ 6801423 w 6801423"/>
              <a:gd name="connsiteY3" fmla="*/ 3276981 h 4878322"/>
              <a:gd name="connsiteX4" fmla="*/ 2784851 w 6801423"/>
              <a:gd name="connsiteY4" fmla="*/ 4833363 h 4878322"/>
              <a:gd name="connsiteX5" fmla="*/ 0 w 6801423"/>
              <a:gd name="connsiteY5" fmla="*/ 3729586 h 4878322"/>
              <a:gd name="connsiteX6" fmla="*/ 1100787 w 6801423"/>
              <a:gd name="connsiteY6" fmla="*/ 978371 h 4878322"/>
              <a:gd name="connsiteX7" fmla="*/ 1968701 w 6801423"/>
              <a:gd name="connsiteY7" fmla="*/ 0 h 4878322"/>
              <a:gd name="connsiteX8" fmla="*/ 4380628 w 6801423"/>
              <a:gd name="connsiteY8" fmla="*/ 717784 h 4878322"/>
              <a:gd name="connsiteX9" fmla="*/ 4970416 w 6801423"/>
              <a:gd name="connsiteY9" fmla="*/ 58673 h 4878322"/>
              <a:gd name="connsiteX0" fmla="*/ 4970416 w 6801150"/>
              <a:gd name="connsiteY0" fmla="*/ 58673 h 5219317"/>
              <a:gd name="connsiteX1" fmla="*/ 6797992 w 6801150"/>
              <a:gd name="connsiteY1" fmla="*/ 603832 h 5219317"/>
              <a:gd name="connsiteX2" fmla="*/ 6797967 w 6801150"/>
              <a:gd name="connsiteY2" fmla="*/ 14671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1150"/>
              <a:gd name="connsiteY0" fmla="*/ 58673 h 5219317"/>
              <a:gd name="connsiteX1" fmla="*/ 6797992 w 6801150"/>
              <a:gd name="connsiteY1" fmla="*/ 603832 h 5219317"/>
              <a:gd name="connsiteX2" fmla="*/ 6797967 w 6801150"/>
              <a:gd name="connsiteY2" fmla="*/ 46675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5538"/>
              <a:gd name="connsiteY0" fmla="*/ 58673 h 5688185"/>
              <a:gd name="connsiteX1" fmla="*/ 6797992 w 6805538"/>
              <a:gd name="connsiteY1" fmla="*/ 603832 h 5688185"/>
              <a:gd name="connsiteX2" fmla="*/ 6804843 w 6805538"/>
              <a:gd name="connsiteY2" fmla="*/ 5506337 h 5688185"/>
              <a:gd name="connsiteX3" fmla="*/ 4025173 w 6805538"/>
              <a:gd name="connsiteY3" fmla="*/ 4946036 h 5688185"/>
              <a:gd name="connsiteX4" fmla="*/ 2784851 w 6805538"/>
              <a:gd name="connsiteY4" fmla="*/ 4833363 h 5688185"/>
              <a:gd name="connsiteX5" fmla="*/ 0 w 6805538"/>
              <a:gd name="connsiteY5" fmla="*/ 3729586 h 5688185"/>
              <a:gd name="connsiteX6" fmla="*/ 1100787 w 6805538"/>
              <a:gd name="connsiteY6" fmla="*/ 978371 h 5688185"/>
              <a:gd name="connsiteX7" fmla="*/ 1968701 w 6805538"/>
              <a:gd name="connsiteY7" fmla="*/ 0 h 5688185"/>
              <a:gd name="connsiteX8" fmla="*/ 4380628 w 6805538"/>
              <a:gd name="connsiteY8" fmla="*/ 717784 h 5688185"/>
              <a:gd name="connsiteX9" fmla="*/ 4970416 w 6805538"/>
              <a:gd name="connsiteY9" fmla="*/ 58673 h 5688185"/>
              <a:gd name="connsiteX0" fmla="*/ 4970416 w 6805538"/>
              <a:gd name="connsiteY0" fmla="*/ 58673 h 5749538"/>
              <a:gd name="connsiteX1" fmla="*/ 6797992 w 6805538"/>
              <a:gd name="connsiteY1" fmla="*/ 603832 h 5749538"/>
              <a:gd name="connsiteX2" fmla="*/ 6804843 w 6805538"/>
              <a:gd name="connsiteY2" fmla="*/ 5506337 h 5749538"/>
              <a:gd name="connsiteX3" fmla="*/ 2932018 w 6805538"/>
              <a:gd name="connsiteY3" fmla="*/ 5537302 h 5749538"/>
              <a:gd name="connsiteX4" fmla="*/ 2784851 w 6805538"/>
              <a:gd name="connsiteY4" fmla="*/ 4833363 h 5749538"/>
              <a:gd name="connsiteX5" fmla="*/ 0 w 6805538"/>
              <a:gd name="connsiteY5" fmla="*/ 3729586 h 5749538"/>
              <a:gd name="connsiteX6" fmla="*/ 1100787 w 6805538"/>
              <a:gd name="connsiteY6" fmla="*/ 978371 h 5749538"/>
              <a:gd name="connsiteX7" fmla="*/ 1968701 w 6805538"/>
              <a:gd name="connsiteY7" fmla="*/ 0 h 5749538"/>
              <a:gd name="connsiteX8" fmla="*/ 4380628 w 6805538"/>
              <a:gd name="connsiteY8" fmla="*/ 717784 h 5749538"/>
              <a:gd name="connsiteX9" fmla="*/ 4970416 w 6805538"/>
              <a:gd name="connsiteY9" fmla="*/ 58673 h 5749538"/>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972326"/>
              <a:gd name="connsiteY0" fmla="*/ 58673 h 5531737"/>
              <a:gd name="connsiteX1" fmla="*/ 6797992 w 6972326"/>
              <a:gd name="connsiteY1" fmla="*/ 603832 h 5531737"/>
              <a:gd name="connsiteX2" fmla="*/ 6801668 w 6972326"/>
              <a:gd name="connsiteY2" fmla="*/ 5531737 h 5531737"/>
              <a:gd name="connsiteX3" fmla="*/ 2928843 w 6972326"/>
              <a:gd name="connsiteY3" fmla="*/ 5527777 h 5531737"/>
              <a:gd name="connsiteX4" fmla="*/ 2784851 w 6972326"/>
              <a:gd name="connsiteY4" fmla="*/ 4833363 h 5531737"/>
              <a:gd name="connsiteX5" fmla="*/ 0 w 6972326"/>
              <a:gd name="connsiteY5" fmla="*/ 3729586 h 5531737"/>
              <a:gd name="connsiteX6" fmla="*/ 1100787 w 6972326"/>
              <a:gd name="connsiteY6" fmla="*/ 978371 h 5531737"/>
              <a:gd name="connsiteX7" fmla="*/ 1968701 w 6972326"/>
              <a:gd name="connsiteY7" fmla="*/ 0 h 5531737"/>
              <a:gd name="connsiteX8" fmla="*/ 4380628 w 6972326"/>
              <a:gd name="connsiteY8" fmla="*/ 717784 h 5531737"/>
              <a:gd name="connsiteX9" fmla="*/ 4970416 w 6972326"/>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798007"/>
              <a:gd name="connsiteY0" fmla="*/ 58673 h 5531737"/>
              <a:gd name="connsiteX1" fmla="*/ 6797992 w 6798007"/>
              <a:gd name="connsiteY1" fmla="*/ 603832 h 5531737"/>
              <a:gd name="connsiteX2" fmla="*/ 6453939 w 6798007"/>
              <a:gd name="connsiteY2" fmla="*/ 5531737 h 5531737"/>
              <a:gd name="connsiteX3" fmla="*/ 2928843 w 6798007"/>
              <a:gd name="connsiteY3" fmla="*/ 5527777 h 5531737"/>
              <a:gd name="connsiteX4" fmla="*/ 2784851 w 6798007"/>
              <a:gd name="connsiteY4" fmla="*/ 4833363 h 5531737"/>
              <a:gd name="connsiteX5" fmla="*/ 0 w 6798007"/>
              <a:gd name="connsiteY5" fmla="*/ 3729586 h 5531737"/>
              <a:gd name="connsiteX6" fmla="*/ 1100787 w 6798007"/>
              <a:gd name="connsiteY6" fmla="*/ 978371 h 5531737"/>
              <a:gd name="connsiteX7" fmla="*/ 1968701 w 6798007"/>
              <a:gd name="connsiteY7" fmla="*/ 0 h 5531737"/>
              <a:gd name="connsiteX8" fmla="*/ 4380628 w 6798007"/>
              <a:gd name="connsiteY8" fmla="*/ 717784 h 5531737"/>
              <a:gd name="connsiteX9" fmla="*/ 4970416 w 6798007"/>
              <a:gd name="connsiteY9" fmla="*/ 58673 h 5531737"/>
              <a:gd name="connsiteX0" fmla="*/ 4970416 w 6798007"/>
              <a:gd name="connsiteY0" fmla="*/ 58673 h 5532070"/>
              <a:gd name="connsiteX1" fmla="*/ 6797992 w 6798007"/>
              <a:gd name="connsiteY1" fmla="*/ 603832 h 5532070"/>
              <a:gd name="connsiteX2" fmla="*/ 6453939 w 6798007"/>
              <a:gd name="connsiteY2" fmla="*/ 5531737 h 5532070"/>
              <a:gd name="connsiteX3" fmla="*/ 22511 w 6798007"/>
              <a:gd name="connsiteY3" fmla="*/ 5532070 h 5532070"/>
              <a:gd name="connsiteX4" fmla="*/ 2784851 w 6798007"/>
              <a:gd name="connsiteY4" fmla="*/ 4833363 h 5532070"/>
              <a:gd name="connsiteX5" fmla="*/ 0 w 6798007"/>
              <a:gd name="connsiteY5" fmla="*/ 3729586 h 5532070"/>
              <a:gd name="connsiteX6" fmla="*/ 1100787 w 6798007"/>
              <a:gd name="connsiteY6" fmla="*/ 978371 h 5532070"/>
              <a:gd name="connsiteX7" fmla="*/ 1968701 w 6798007"/>
              <a:gd name="connsiteY7" fmla="*/ 0 h 5532070"/>
              <a:gd name="connsiteX8" fmla="*/ 4380628 w 6798007"/>
              <a:gd name="connsiteY8" fmla="*/ 717784 h 5532070"/>
              <a:gd name="connsiteX9" fmla="*/ 4970416 w 6798007"/>
              <a:gd name="connsiteY9" fmla="*/ 58673 h 5532070"/>
              <a:gd name="connsiteX0" fmla="*/ 4970416 w 6798007"/>
              <a:gd name="connsiteY0" fmla="*/ 58673 h 5532070"/>
              <a:gd name="connsiteX1" fmla="*/ 6797992 w 6798007"/>
              <a:gd name="connsiteY1" fmla="*/ 603832 h 5532070"/>
              <a:gd name="connsiteX2" fmla="*/ 6453939 w 6798007"/>
              <a:gd name="connsiteY2" fmla="*/ 5531737 h 5532070"/>
              <a:gd name="connsiteX3" fmla="*/ 22511 w 6798007"/>
              <a:gd name="connsiteY3" fmla="*/ 5532070 h 5532070"/>
              <a:gd name="connsiteX4" fmla="*/ 243420 w 6798007"/>
              <a:gd name="connsiteY4" fmla="*/ 3996237 h 5532070"/>
              <a:gd name="connsiteX5" fmla="*/ 0 w 6798007"/>
              <a:gd name="connsiteY5" fmla="*/ 3729586 h 5532070"/>
              <a:gd name="connsiteX6" fmla="*/ 1100787 w 6798007"/>
              <a:gd name="connsiteY6" fmla="*/ 978371 h 5532070"/>
              <a:gd name="connsiteX7" fmla="*/ 1968701 w 6798007"/>
              <a:gd name="connsiteY7" fmla="*/ 0 h 5532070"/>
              <a:gd name="connsiteX8" fmla="*/ 4380628 w 6798007"/>
              <a:gd name="connsiteY8" fmla="*/ 717784 h 5532070"/>
              <a:gd name="connsiteX9" fmla="*/ 4970416 w 6798007"/>
              <a:gd name="connsiteY9" fmla="*/ 58673 h 5532070"/>
              <a:gd name="connsiteX0" fmla="*/ 4957172 w 6784763"/>
              <a:gd name="connsiteY0" fmla="*/ 58673 h 5532070"/>
              <a:gd name="connsiteX1" fmla="*/ 6784748 w 6784763"/>
              <a:gd name="connsiteY1" fmla="*/ 603832 h 5532070"/>
              <a:gd name="connsiteX2" fmla="*/ 6440695 w 6784763"/>
              <a:gd name="connsiteY2" fmla="*/ 5531737 h 5532070"/>
              <a:gd name="connsiteX3" fmla="*/ 9267 w 6784763"/>
              <a:gd name="connsiteY3" fmla="*/ 5532070 h 5532070"/>
              <a:gd name="connsiteX4" fmla="*/ 230176 w 6784763"/>
              <a:gd name="connsiteY4" fmla="*/ 3996237 h 5532070"/>
              <a:gd name="connsiteX5" fmla="*/ 480447 w 6784763"/>
              <a:gd name="connsiteY5" fmla="*/ 1565936 h 5532070"/>
              <a:gd name="connsiteX6" fmla="*/ 1087543 w 6784763"/>
              <a:gd name="connsiteY6" fmla="*/ 978371 h 5532070"/>
              <a:gd name="connsiteX7" fmla="*/ 1955457 w 6784763"/>
              <a:gd name="connsiteY7" fmla="*/ 0 h 5532070"/>
              <a:gd name="connsiteX8" fmla="*/ 4367384 w 6784763"/>
              <a:gd name="connsiteY8" fmla="*/ 717784 h 5532070"/>
              <a:gd name="connsiteX9" fmla="*/ 4957172 w 6784763"/>
              <a:gd name="connsiteY9" fmla="*/ 58673 h 5532070"/>
              <a:gd name="connsiteX0" fmla="*/ 4957920 w 6785511"/>
              <a:gd name="connsiteY0" fmla="*/ 58673 h 5532070"/>
              <a:gd name="connsiteX1" fmla="*/ 6785496 w 6785511"/>
              <a:gd name="connsiteY1" fmla="*/ 603832 h 5532070"/>
              <a:gd name="connsiteX2" fmla="*/ 6441443 w 6785511"/>
              <a:gd name="connsiteY2" fmla="*/ 5531737 h 5532070"/>
              <a:gd name="connsiteX3" fmla="*/ 10015 w 6785511"/>
              <a:gd name="connsiteY3" fmla="*/ 5532070 h 5532070"/>
              <a:gd name="connsiteX4" fmla="*/ 200873 w 6785511"/>
              <a:gd name="connsiteY4" fmla="*/ 2030062 h 5532070"/>
              <a:gd name="connsiteX5" fmla="*/ 481195 w 6785511"/>
              <a:gd name="connsiteY5" fmla="*/ 1565936 h 5532070"/>
              <a:gd name="connsiteX6" fmla="*/ 1088291 w 6785511"/>
              <a:gd name="connsiteY6" fmla="*/ 978371 h 5532070"/>
              <a:gd name="connsiteX7" fmla="*/ 1956205 w 6785511"/>
              <a:gd name="connsiteY7" fmla="*/ 0 h 5532070"/>
              <a:gd name="connsiteX8" fmla="*/ 4368132 w 6785511"/>
              <a:gd name="connsiteY8" fmla="*/ 717784 h 5532070"/>
              <a:gd name="connsiteX9" fmla="*/ 4957920 w 6785511"/>
              <a:gd name="connsiteY9" fmla="*/ 58673 h 5532070"/>
              <a:gd name="connsiteX0" fmla="*/ 4962240 w 6789831"/>
              <a:gd name="connsiteY0" fmla="*/ 58673 h 5532070"/>
              <a:gd name="connsiteX1" fmla="*/ 6789816 w 6789831"/>
              <a:gd name="connsiteY1" fmla="*/ 603832 h 5532070"/>
              <a:gd name="connsiteX2" fmla="*/ 6445763 w 6789831"/>
              <a:gd name="connsiteY2" fmla="*/ 5531737 h 5532070"/>
              <a:gd name="connsiteX3" fmla="*/ 14335 w 6789831"/>
              <a:gd name="connsiteY3" fmla="*/ 5532070 h 5532070"/>
              <a:gd name="connsiteX4" fmla="*/ 93576 w 6789831"/>
              <a:gd name="connsiteY4" fmla="*/ 1141420 h 5532070"/>
              <a:gd name="connsiteX5" fmla="*/ 485515 w 6789831"/>
              <a:gd name="connsiteY5" fmla="*/ 1565936 h 5532070"/>
              <a:gd name="connsiteX6" fmla="*/ 1092611 w 6789831"/>
              <a:gd name="connsiteY6" fmla="*/ 978371 h 5532070"/>
              <a:gd name="connsiteX7" fmla="*/ 1960525 w 6789831"/>
              <a:gd name="connsiteY7" fmla="*/ 0 h 5532070"/>
              <a:gd name="connsiteX8" fmla="*/ 4372452 w 6789831"/>
              <a:gd name="connsiteY8" fmla="*/ 717784 h 5532070"/>
              <a:gd name="connsiteX9" fmla="*/ 4962240 w 6789831"/>
              <a:gd name="connsiteY9" fmla="*/ 58673 h 5532070"/>
              <a:gd name="connsiteX0" fmla="*/ 4967054 w 6794645"/>
              <a:gd name="connsiteY0" fmla="*/ 58673 h 5532070"/>
              <a:gd name="connsiteX1" fmla="*/ 6794630 w 6794645"/>
              <a:gd name="connsiteY1" fmla="*/ 603832 h 5532070"/>
              <a:gd name="connsiteX2" fmla="*/ 6450577 w 6794645"/>
              <a:gd name="connsiteY2" fmla="*/ 5531737 h 5532070"/>
              <a:gd name="connsiteX3" fmla="*/ 19149 w 6794645"/>
              <a:gd name="connsiteY3" fmla="*/ 5532070 h 5532070"/>
              <a:gd name="connsiteX4" fmla="*/ 33996 w 6794645"/>
              <a:gd name="connsiteY4" fmla="*/ 1192935 h 5532070"/>
              <a:gd name="connsiteX5" fmla="*/ 490329 w 6794645"/>
              <a:gd name="connsiteY5" fmla="*/ 1565936 h 5532070"/>
              <a:gd name="connsiteX6" fmla="*/ 1097425 w 6794645"/>
              <a:gd name="connsiteY6" fmla="*/ 978371 h 5532070"/>
              <a:gd name="connsiteX7" fmla="*/ 1965339 w 6794645"/>
              <a:gd name="connsiteY7" fmla="*/ 0 h 5532070"/>
              <a:gd name="connsiteX8" fmla="*/ 4377266 w 6794645"/>
              <a:gd name="connsiteY8" fmla="*/ 717784 h 5532070"/>
              <a:gd name="connsiteX9" fmla="*/ 4967054 w 6794645"/>
              <a:gd name="connsiteY9" fmla="*/ 58673 h 5532070"/>
              <a:gd name="connsiteX0" fmla="*/ 4967054 w 6794645"/>
              <a:gd name="connsiteY0" fmla="*/ 58673 h 5532070"/>
              <a:gd name="connsiteX1" fmla="*/ 6794630 w 6794645"/>
              <a:gd name="connsiteY1" fmla="*/ 603832 h 5532070"/>
              <a:gd name="connsiteX2" fmla="*/ 6450577 w 6794645"/>
              <a:gd name="connsiteY2" fmla="*/ 5531737 h 5532070"/>
              <a:gd name="connsiteX3" fmla="*/ 19149 w 6794645"/>
              <a:gd name="connsiteY3" fmla="*/ 5532070 h 5532070"/>
              <a:gd name="connsiteX4" fmla="*/ 33996 w 6794645"/>
              <a:gd name="connsiteY4" fmla="*/ 1192935 h 5532070"/>
              <a:gd name="connsiteX5" fmla="*/ 752200 w 6794645"/>
              <a:gd name="connsiteY5" fmla="*/ 720224 h 5532070"/>
              <a:gd name="connsiteX6" fmla="*/ 1097425 w 6794645"/>
              <a:gd name="connsiteY6" fmla="*/ 978371 h 5532070"/>
              <a:gd name="connsiteX7" fmla="*/ 1965339 w 6794645"/>
              <a:gd name="connsiteY7" fmla="*/ 0 h 5532070"/>
              <a:gd name="connsiteX8" fmla="*/ 4377266 w 6794645"/>
              <a:gd name="connsiteY8" fmla="*/ 717784 h 5532070"/>
              <a:gd name="connsiteX9" fmla="*/ 4967054 w 6794645"/>
              <a:gd name="connsiteY9" fmla="*/ 58673 h 5532070"/>
              <a:gd name="connsiteX0" fmla="*/ 4967054 w 6794645"/>
              <a:gd name="connsiteY0" fmla="*/ 0 h 5473397"/>
              <a:gd name="connsiteX1" fmla="*/ 6794630 w 6794645"/>
              <a:gd name="connsiteY1" fmla="*/ 545159 h 5473397"/>
              <a:gd name="connsiteX2" fmla="*/ 6450577 w 6794645"/>
              <a:gd name="connsiteY2" fmla="*/ 5473064 h 5473397"/>
              <a:gd name="connsiteX3" fmla="*/ 19149 w 6794645"/>
              <a:gd name="connsiteY3" fmla="*/ 5473397 h 5473397"/>
              <a:gd name="connsiteX4" fmla="*/ 33996 w 6794645"/>
              <a:gd name="connsiteY4" fmla="*/ 1134262 h 5473397"/>
              <a:gd name="connsiteX5" fmla="*/ 752200 w 6794645"/>
              <a:gd name="connsiteY5" fmla="*/ 661551 h 5473397"/>
              <a:gd name="connsiteX6" fmla="*/ 1097425 w 6794645"/>
              <a:gd name="connsiteY6" fmla="*/ 919698 h 5473397"/>
              <a:gd name="connsiteX7" fmla="*/ 4077474 w 6794645"/>
              <a:gd name="connsiteY7" fmla="*/ 1783006 h 5473397"/>
              <a:gd name="connsiteX8" fmla="*/ 4377266 w 6794645"/>
              <a:gd name="connsiteY8" fmla="*/ 659111 h 5473397"/>
              <a:gd name="connsiteX9" fmla="*/ 4967054 w 6794645"/>
              <a:gd name="connsiteY9" fmla="*/ 0 h 5473397"/>
              <a:gd name="connsiteX0" fmla="*/ 4967054 w 6794645"/>
              <a:gd name="connsiteY0" fmla="*/ 61921 h 5535318"/>
              <a:gd name="connsiteX1" fmla="*/ 6794630 w 6794645"/>
              <a:gd name="connsiteY1" fmla="*/ 607080 h 5535318"/>
              <a:gd name="connsiteX2" fmla="*/ 6450577 w 6794645"/>
              <a:gd name="connsiteY2" fmla="*/ 5534985 h 5535318"/>
              <a:gd name="connsiteX3" fmla="*/ 19149 w 6794645"/>
              <a:gd name="connsiteY3" fmla="*/ 5535318 h 5535318"/>
              <a:gd name="connsiteX4" fmla="*/ 33996 w 6794645"/>
              <a:gd name="connsiteY4" fmla="*/ 1196183 h 5535318"/>
              <a:gd name="connsiteX5" fmla="*/ 752200 w 6794645"/>
              <a:gd name="connsiteY5" fmla="*/ 723472 h 5535318"/>
              <a:gd name="connsiteX6" fmla="*/ 3625977 w 6794645"/>
              <a:gd name="connsiteY6" fmla="*/ 45754 h 5535318"/>
              <a:gd name="connsiteX7" fmla="*/ 4077474 w 6794645"/>
              <a:gd name="connsiteY7" fmla="*/ 1844927 h 5535318"/>
              <a:gd name="connsiteX8" fmla="*/ 4377266 w 6794645"/>
              <a:gd name="connsiteY8" fmla="*/ 721032 h 5535318"/>
              <a:gd name="connsiteX9" fmla="*/ 4967054 w 6794645"/>
              <a:gd name="connsiteY9" fmla="*/ 61921 h 5535318"/>
              <a:gd name="connsiteX0" fmla="*/ 4967054 w 6794645"/>
              <a:gd name="connsiteY0" fmla="*/ 16167 h 5489564"/>
              <a:gd name="connsiteX1" fmla="*/ 6794630 w 6794645"/>
              <a:gd name="connsiteY1" fmla="*/ 561326 h 5489564"/>
              <a:gd name="connsiteX2" fmla="*/ 6450577 w 6794645"/>
              <a:gd name="connsiteY2" fmla="*/ 5489231 h 5489564"/>
              <a:gd name="connsiteX3" fmla="*/ 19149 w 6794645"/>
              <a:gd name="connsiteY3" fmla="*/ 5489564 h 5489564"/>
              <a:gd name="connsiteX4" fmla="*/ 33996 w 6794645"/>
              <a:gd name="connsiteY4" fmla="*/ 1150429 h 5489564"/>
              <a:gd name="connsiteX5" fmla="*/ 752200 w 6794645"/>
              <a:gd name="connsiteY5" fmla="*/ 677718 h 5489564"/>
              <a:gd name="connsiteX6" fmla="*/ 3625977 w 6794645"/>
              <a:gd name="connsiteY6" fmla="*/ 0 h 5489564"/>
              <a:gd name="connsiteX7" fmla="*/ 4077474 w 6794645"/>
              <a:gd name="connsiteY7" fmla="*/ 1799173 h 5489564"/>
              <a:gd name="connsiteX8" fmla="*/ 4377266 w 6794645"/>
              <a:gd name="connsiteY8" fmla="*/ 675278 h 5489564"/>
              <a:gd name="connsiteX9" fmla="*/ 4967054 w 6794645"/>
              <a:gd name="connsiteY9" fmla="*/ 16167 h 5489564"/>
              <a:gd name="connsiteX0" fmla="*/ 4967054 w 6794645"/>
              <a:gd name="connsiteY0" fmla="*/ 16167 h 5489564"/>
              <a:gd name="connsiteX1" fmla="*/ 6794630 w 6794645"/>
              <a:gd name="connsiteY1" fmla="*/ 561326 h 5489564"/>
              <a:gd name="connsiteX2" fmla="*/ 6450577 w 6794645"/>
              <a:gd name="connsiteY2" fmla="*/ 5489231 h 5489564"/>
              <a:gd name="connsiteX3" fmla="*/ 19149 w 6794645"/>
              <a:gd name="connsiteY3" fmla="*/ 5489564 h 5489564"/>
              <a:gd name="connsiteX4" fmla="*/ 33996 w 6794645"/>
              <a:gd name="connsiteY4" fmla="*/ 1150429 h 5489564"/>
              <a:gd name="connsiteX5" fmla="*/ 752200 w 6794645"/>
              <a:gd name="connsiteY5" fmla="*/ 677718 h 5489564"/>
              <a:gd name="connsiteX6" fmla="*/ 3625977 w 6794645"/>
              <a:gd name="connsiteY6" fmla="*/ 0 h 5489564"/>
              <a:gd name="connsiteX7" fmla="*/ 4305001 w 6794645"/>
              <a:gd name="connsiteY7" fmla="*/ 2919635 h 5489564"/>
              <a:gd name="connsiteX8" fmla="*/ 4377266 w 6794645"/>
              <a:gd name="connsiteY8" fmla="*/ 675278 h 5489564"/>
              <a:gd name="connsiteX9" fmla="*/ 4967054 w 6794645"/>
              <a:gd name="connsiteY9" fmla="*/ 16167 h 5489564"/>
              <a:gd name="connsiteX0" fmla="*/ 4967054 w 6794645"/>
              <a:gd name="connsiteY0" fmla="*/ 16167 h 5489564"/>
              <a:gd name="connsiteX1" fmla="*/ 6794630 w 6794645"/>
              <a:gd name="connsiteY1" fmla="*/ 561326 h 5489564"/>
              <a:gd name="connsiteX2" fmla="*/ 6450577 w 6794645"/>
              <a:gd name="connsiteY2" fmla="*/ 5489231 h 5489564"/>
              <a:gd name="connsiteX3" fmla="*/ 19149 w 6794645"/>
              <a:gd name="connsiteY3" fmla="*/ 5489564 h 5489564"/>
              <a:gd name="connsiteX4" fmla="*/ 33996 w 6794645"/>
              <a:gd name="connsiteY4" fmla="*/ 1150429 h 5489564"/>
              <a:gd name="connsiteX5" fmla="*/ 752200 w 6794645"/>
              <a:gd name="connsiteY5" fmla="*/ 677718 h 5489564"/>
              <a:gd name="connsiteX6" fmla="*/ 3625977 w 6794645"/>
              <a:gd name="connsiteY6" fmla="*/ 0 h 5489564"/>
              <a:gd name="connsiteX7" fmla="*/ 4305001 w 6794645"/>
              <a:gd name="connsiteY7" fmla="*/ 2919635 h 5489564"/>
              <a:gd name="connsiteX8" fmla="*/ 4377266 w 6794645"/>
              <a:gd name="connsiteY8" fmla="*/ 675278 h 5489564"/>
              <a:gd name="connsiteX9" fmla="*/ 4967054 w 6794645"/>
              <a:gd name="connsiteY9" fmla="*/ 16167 h 5489564"/>
              <a:gd name="connsiteX0" fmla="*/ 4967054 w 6794645"/>
              <a:gd name="connsiteY0" fmla="*/ 16167 h 5489564"/>
              <a:gd name="connsiteX1" fmla="*/ 6794630 w 6794645"/>
              <a:gd name="connsiteY1" fmla="*/ 561326 h 5489564"/>
              <a:gd name="connsiteX2" fmla="*/ 6450577 w 6794645"/>
              <a:gd name="connsiteY2" fmla="*/ 5489231 h 5489564"/>
              <a:gd name="connsiteX3" fmla="*/ 19149 w 6794645"/>
              <a:gd name="connsiteY3" fmla="*/ 5489564 h 5489564"/>
              <a:gd name="connsiteX4" fmla="*/ 33996 w 6794645"/>
              <a:gd name="connsiteY4" fmla="*/ 1150429 h 5489564"/>
              <a:gd name="connsiteX5" fmla="*/ 752200 w 6794645"/>
              <a:gd name="connsiteY5" fmla="*/ 677718 h 5489564"/>
              <a:gd name="connsiteX6" fmla="*/ 3625977 w 6794645"/>
              <a:gd name="connsiteY6" fmla="*/ 0 h 5489564"/>
              <a:gd name="connsiteX7" fmla="*/ 4305001 w 6794645"/>
              <a:gd name="connsiteY7" fmla="*/ 2919635 h 5489564"/>
              <a:gd name="connsiteX8" fmla="*/ 6343441 w 6794645"/>
              <a:gd name="connsiteY8" fmla="*/ 3461408 h 5489564"/>
              <a:gd name="connsiteX9" fmla="*/ 4967054 w 6794645"/>
              <a:gd name="connsiteY9" fmla="*/ 16167 h 5489564"/>
              <a:gd name="connsiteX0" fmla="*/ 4967054 w 7019610"/>
              <a:gd name="connsiteY0" fmla="*/ 16167 h 5489564"/>
              <a:gd name="connsiteX1" fmla="*/ 7019601 w 7019610"/>
              <a:gd name="connsiteY1" fmla="*/ 3935897 h 5489564"/>
              <a:gd name="connsiteX2" fmla="*/ 6450577 w 7019610"/>
              <a:gd name="connsiteY2" fmla="*/ 5489231 h 5489564"/>
              <a:gd name="connsiteX3" fmla="*/ 19149 w 7019610"/>
              <a:gd name="connsiteY3" fmla="*/ 5489564 h 5489564"/>
              <a:gd name="connsiteX4" fmla="*/ 33996 w 7019610"/>
              <a:gd name="connsiteY4" fmla="*/ 1150429 h 5489564"/>
              <a:gd name="connsiteX5" fmla="*/ 752200 w 7019610"/>
              <a:gd name="connsiteY5" fmla="*/ 677718 h 5489564"/>
              <a:gd name="connsiteX6" fmla="*/ 3625977 w 7019610"/>
              <a:gd name="connsiteY6" fmla="*/ 0 h 5489564"/>
              <a:gd name="connsiteX7" fmla="*/ 4305001 w 7019610"/>
              <a:gd name="connsiteY7" fmla="*/ 2919635 h 5489564"/>
              <a:gd name="connsiteX8" fmla="*/ 6343441 w 7019610"/>
              <a:gd name="connsiteY8" fmla="*/ 3461408 h 5489564"/>
              <a:gd name="connsiteX9" fmla="*/ 4967054 w 7019610"/>
              <a:gd name="connsiteY9" fmla="*/ 16167 h 5489564"/>
              <a:gd name="connsiteX0" fmla="*/ 4967054 w 7019610"/>
              <a:gd name="connsiteY0" fmla="*/ 16167 h 5489564"/>
              <a:gd name="connsiteX1" fmla="*/ 7019601 w 7019610"/>
              <a:gd name="connsiteY1" fmla="*/ 3935897 h 5489564"/>
              <a:gd name="connsiteX2" fmla="*/ 6450577 w 7019610"/>
              <a:gd name="connsiteY2" fmla="*/ 5489231 h 5489564"/>
              <a:gd name="connsiteX3" fmla="*/ 19149 w 7019610"/>
              <a:gd name="connsiteY3" fmla="*/ 5489564 h 5489564"/>
              <a:gd name="connsiteX4" fmla="*/ 33996 w 7019610"/>
              <a:gd name="connsiteY4" fmla="*/ 1150429 h 5489564"/>
              <a:gd name="connsiteX5" fmla="*/ 752200 w 7019610"/>
              <a:gd name="connsiteY5" fmla="*/ 677718 h 5489564"/>
              <a:gd name="connsiteX6" fmla="*/ 3625977 w 7019610"/>
              <a:gd name="connsiteY6" fmla="*/ 0 h 5489564"/>
              <a:gd name="connsiteX7" fmla="*/ 4305001 w 7019610"/>
              <a:gd name="connsiteY7" fmla="*/ 2919635 h 5489564"/>
              <a:gd name="connsiteX8" fmla="*/ 4921041 w 7019610"/>
              <a:gd name="connsiteY8" fmla="*/ 3142094 h 5489564"/>
              <a:gd name="connsiteX9" fmla="*/ 4967054 w 7019610"/>
              <a:gd name="connsiteY9" fmla="*/ 16167 h 5489564"/>
              <a:gd name="connsiteX0" fmla="*/ 6229796 w 7019610"/>
              <a:gd name="connsiteY0" fmla="*/ 3630224 h 5489564"/>
              <a:gd name="connsiteX1" fmla="*/ 7019601 w 7019610"/>
              <a:gd name="connsiteY1" fmla="*/ 3935897 h 5489564"/>
              <a:gd name="connsiteX2" fmla="*/ 6450577 w 7019610"/>
              <a:gd name="connsiteY2" fmla="*/ 5489231 h 5489564"/>
              <a:gd name="connsiteX3" fmla="*/ 19149 w 7019610"/>
              <a:gd name="connsiteY3" fmla="*/ 5489564 h 5489564"/>
              <a:gd name="connsiteX4" fmla="*/ 33996 w 7019610"/>
              <a:gd name="connsiteY4" fmla="*/ 1150429 h 5489564"/>
              <a:gd name="connsiteX5" fmla="*/ 752200 w 7019610"/>
              <a:gd name="connsiteY5" fmla="*/ 677718 h 5489564"/>
              <a:gd name="connsiteX6" fmla="*/ 3625977 w 7019610"/>
              <a:gd name="connsiteY6" fmla="*/ 0 h 5489564"/>
              <a:gd name="connsiteX7" fmla="*/ 4305001 w 7019610"/>
              <a:gd name="connsiteY7" fmla="*/ 2919635 h 5489564"/>
              <a:gd name="connsiteX8" fmla="*/ 4921041 w 7019610"/>
              <a:gd name="connsiteY8" fmla="*/ 3142094 h 5489564"/>
              <a:gd name="connsiteX9" fmla="*/ 6229796 w 7019610"/>
              <a:gd name="connsiteY9" fmla="*/ 3630224 h 5489564"/>
              <a:gd name="connsiteX0" fmla="*/ 4921041 w 7019610"/>
              <a:gd name="connsiteY0" fmla="*/ 3142094 h 5489564"/>
              <a:gd name="connsiteX1" fmla="*/ 7019601 w 7019610"/>
              <a:gd name="connsiteY1" fmla="*/ 3935897 h 5489564"/>
              <a:gd name="connsiteX2" fmla="*/ 6450577 w 7019610"/>
              <a:gd name="connsiteY2" fmla="*/ 5489231 h 5489564"/>
              <a:gd name="connsiteX3" fmla="*/ 19149 w 7019610"/>
              <a:gd name="connsiteY3" fmla="*/ 5489564 h 5489564"/>
              <a:gd name="connsiteX4" fmla="*/ 33996 w 7019610"/>
              <a:gd name="connsiteY4" fmla="*/ 1150429 h 5489564"/>
              <a:gd name="connsiteX5" fmla="*/ 752200 w 7019610"/>
              <a:gd name="connsiteY5" fmla="*/ 677718 h 5489564"/>
              <a:gd name="connsiteX6" fmla="*/ 3625977 w 7019610"/>
              <a:gd name="connsiteY6" fmla="*/ 0 h 5489564"/>
              <a:gd name="connsiteX7" fmla="*/ 4305001 w 7019610"/>
              <a:gd name="connsiteY7" fmla="*/ 2919635 h 5489564"/>
              <a:gd name="connsiteX8" fmla="*/ 4921041 w 7019610"/>
              <a:gd name="connsiteY8" fmla="*/ 3142094 h 5489564"/>
              <a:gd name="connsiteX0" fmla="*/ 4305001 w 7019610"/>
              <a:gd name="connsiteY0" fmla="*/ 2919635 h 5489564"/>
              <a:gd name="connsiteX1" fmla="*/ 7019601 w 7019610"/>
              <a:gd name="connsiteY1" fmla="*/ 3935897 h 5489564"/>
              <a:gd name="connsiteX2" fmla="*/ 6450577 w 7019610"/>
              <a:gd name="connsiteY2" fmla="*/ 5489231 h 5489564"/>
              <a:gd name="connsiteX3" fmla="*/ 19149 w 7019610"/>
              <a:gd name="connsiteY3" fmla="*/ 5489564 h 5489564"/>
              <a:gd name="connsiteX4" fmla="*/ 33996 w 7019610"/>
              <a:gd name="connsiteY4" fmla="*/ 1150429 h 5489564"/>
              <a:gd name="connsiteX5" fmla="*/ 752200 w 7019610"/>
              <a:gd name="connsiteY5" fmla="*/ 677718 h 5489564"/>
              <a:gd name="connsiteX6" fmla="*/ 3625977 w 7019610"/>
              <a:gd name="connsiteY6" fmla="*/ 0 h 5489564"/>
              <a:gd name="connsiteX7" fmla="*/ 4305001 w 7019610"/>
              <a:gd name="connsiteY7" fmla="*/ 2919635 h 5489564"/>
              <a:gd name="connsiteX0" fmla="*/ 4305001 w 7019621"/>
              <a:gd name="connsiteY0" fmla="*/ 2919635 h 5489564"/>
              <a:gd name="connsiteX1" fmla="*/ 7019601 w 7019621"/>
              <a:gd name="connsiteY1" fmla="*/ 3935897 h 5489564"/>
              <a:gd name="connsiteX2" fmla="*/ 6450577 w 7019621"/>
              <a:gd name="connsiteY2" fmla="*/ 5489231 h 5489564"/>
              <a:gd name="connsiteX3" fmla="*/ 19149 w 7019621"/>
              <a:gd name="connsiteY3" fmla="*/ 5489564 h 5489564"/>
              <a:gd name="connsiteX4" fmla="*/ 33996 w 7019621"/>
              <a:gd name="connsiteY4" fmla="*/ 1150429 h 5489564"/>
              <a:gd name="connsiteX5" fmla="*/ 752200 w 7019621"/>
              <a:gd name="connsiteY5" fmla="*/ 677718 h 5489564"/>
              <a:gd name="connsiteX6" fmla="*/ 3625977 w 7019621"/>
              <a:gd name="connsiteY6" fmla="*/ 0 h 5489564"/>
              <a:gd name="connsiteX7" fmla="*/ 4305001 w 7019621"/>
              <a:gd name="connsiteY7" fmla="*/ 2919635 h 5489564"/>
              <a:gd name="connsiteX0" fmla="*/ 4305001 w 7046356"/>
              <a:gd name="connsiteY0" fmla="*/ 2919635 h 5489564"/>
              <a:gd name="connsiteX1" fmla="*/ 7046338 w 7046356"/>
              <a:gd name="connsiteY1" fmla="*/ 3935897 h 5489564"/>
              <a:gd name="connsiteX2" fmla="*/ 6450577 w 7046356"/>
              <a:gd name="connsiteY2" fmla="*/ 5489231 h 5489564"/>
              <a:gd name="connsiteX3" fmla="*/ 19149 w 7046356"/>
              <a:gd name="connsiteY3" fmla="*/ 5489564 h 5489564"/>
              <a:gd name="connsiteX4" fmla="*/ 33996 w 7046356"/>
              <a:gd name="connsiteY4" fmla="*/ 1150429 h 5489564"/>
              <a:gd name="connsiteX5" fmla="*/ 752200 w 7046356"/>
              <a:gd name="connsiteY5" fmla="*/ 677718 h 5489564"/>
              <a:gd name="connsiteX6" fmla="*/ 3625977 w 7046356"/>
              <a:gd name="connsiteY6" fmla="*/ 0 h 5489564"/>
              <a:gd name="connsiteX7" fmla="*/ 4305001 w 7046356"/>
              <a:gd name="connsiteY7" fmla="*/ 2919635 h 5489564"/>
              <a:gd name="connsiteX0" fmla="*/ 4305001 w 7046338"/>
              <a:gd name="connsiteY0" fmla="*/ 2919635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305001 w 7046338"/>
              <a:gd name="connsiteY7" fmla="*/ 2919635 h 5489564"/>
              <a:gd name="connsiteX0" fmla="*/ 4305001 w 7046338"/>
              <a:gd name="connsiteY0" fmla="*/ 2919635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305001 w 7046338"/>
              <a:gd name="connsiteY7" fmla="*/ 2919635 h 5489564"/>
              <a:gd name="connsiteX0" fmla="*/ 4454727 w 7046338"/>
              <a:gd name="connsiteY0" fmla="*/ 2882204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454727 w 7046338"/>
              <a:gd name="connsiteY7" fmla="*/ 2882204 h 5489564"/>
              <a:gd name="connsiteX0" fmla="*/ 4310348 w 7046338"/>
              <a:gd name="connsiteY0" fmla="*/ 2903593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310348 w 7046338"/>
              <a:gd name="connsiteY7" fmla="*/ 2903593 h 5489564"/>
              <a:gd name="connsiteX0" fmla="*/ 4310348 w 7046338"/>
              <a:gd name="connsiteY0" fmla="*/ 2903593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310348 w 7046338"/>
              <a:gd name="connsiteY7" fmla="*/ 2903593 h 5489564"/>
              <a:gd name="connsiteX0" fmla="*/ 4310348 w 7046338"/>
              <a:gd name="connsiteY0" fmla="*/ 2903593 h 5489564"/>
              <a:gd name="connsiteX1" fmla="*/ 7046338 w 7046338"/>
              <a:gd name="connsiteY1" fmla="*/ 3935897 h 5489564"/>
              <a:gd name="connsiteX2" fmla="*/ 6450577 w 7046338"/>
              <a:gd name="connsiteY2" fmla="*/ 5489231 h 5489564"/>
              <a:gd name="connsiteX3" fmla="*/ 19149 w 7046338"/>
              <a:gd name="connsiteY3" fmla="*/ 5489564 h 5489564"/>
              <a:gd name="connsiteX4" fmla="*/ 33996 w 7046338"/>
              <a:gd name="connsiteY4" fmla="*/ 1150429 h 5489564"/>
              <a:gd name="connsiteX5" fmla="*/ 752200 w 7046338"/>
              <a:gd name="connsiteY5" fmla="*/ 677718 h 5489564"/>
              <a:gd name="connsiteX6" fmla="*/ 3625977 w 7046338"/>
              <a:gd name="connsiteY6" fmla="*/ 0 h 5489564"/>
              <a:gd name="connsiteX7" fmla="*/ 4310348 w 7046338"/>
              <a:gd name="connsiteY7" fmla="*/ 2903593 h 5489564"/>
              <a:gd name="connsiteX0" fmla="*/ 4310348 w 7046338"/>
              <a:gd name="connsiteY0" fmla="*/ 2908940 h 5494911"/>
              <a:gd name="connsiteX1" fmla="*/ 7046338 w 7046338"/>
              <a:gd name="connsiteY1" fmla="*/ 3941244 h 5494911"/>
              <a:gd name="connsiteX2" fmla="*/ 6450577 w 7046338"/>
              <a:gd name="connsiteY2" fmla="*/ 5494578 h 5494911"/>
              <a:gd name="connsiteX3" fmla="*/ 19149 w 7046338"/>
              <a:gd name="connsiteY3" fmla="*/ 5494911 h 5494911"/>
              <a:gd name="connsiteX4" fmla="*/ 33996 w 7046338"/>
              <a:gd name="connsiteY4" fmla="*/ 1155776 h 5494911"/>
              <a:gd name="connsiteX5" fmla="*/ 752200 w 7046338"/>
              <a:gd name="connsiteY5" fmla="*/ 683065 h 5494911"/>
              <a:gd name="connsiteX6" fmla="*/ 3652714 w 7046338"/>
              <a:gd name="connsiteY6" fmla="*/ 0 h 5494911"/>
              <a:gd name="connsiteX7" fmla="*/ 4310348 w 7046338"/>
              <a:gd name="connsiteY7" fmla="*/ 2908940 h 5494911"/>
              <a:gd name="connsiteX0" fmla="*/ 4310348 w 7046338"/>
              <a:gd name="connsiteY0" fmla="*/ 2908940 h 5494911"/>
              <a:gd name="connsiteX1" fmla="*/ 7046338 w 7046338"/>
              <a:gd name="connsiteY1" fmla="*/ 3941244 h 5494911"/>
              <a:gd name="connsiteX2" fmla="*/ 6450577 w 7046338"/>
              <a:gd name="connsiteY2" fmla="*/ 5494578 h 5494911"/>
              <a:gd name="connsiteX3" fmla="*/ 19149 w 7046338"/>
              <a:gd name="connsiteY3" fmla="*/ 5494911 h 5494911"/>
              <a:gd name="connsiteX4" fmla="*/ 33996 w 7046338"/>
              <a:gd name="connsiteY4" fmla="*/ 1155776 h 5494911"/>
              <a:gd name="connsiteX5" fmla="*/ 752200 w 7046338"/>
              <a:gd name="connsiteY5" fmla="*/ 683065 h 5494911"/>
              <a:gd name="connsiteX6" fmla="*/ 3652714 w 7046338"/>
              <a:gd name="connsiteY6" fmla="*/ 0 h 5494911"/>
              <a:gd name="connsiteX7" fmla="*/ 4310348 w 7046338"/>
              <a:gd name="connsiteY7" fmla="*/ 2908940 h 5494911"/>
              <a:gd name="connsiteX0" fmla="*/ 4310348 w 7046338"/>
              <a:gd name="connsiteY0" fmla="*/ 2908940 h 5494911"/>
              <a:gd name="connsiteX1" fmla="*/ 7046338 w 7046338"/>
              <a:gd name="connsiteY1" fmla="*/ 3941244 h 5494911"/>
              <a:gd name="connsiteX2" fmla="*/ 6450577 w 7046338"/>
              <a:gd name="connsiteY2" fmla="*/ 5494578 h 5494911"/>
              <a:gd name="connsiteX3" fmla="*/ 19149 w 7046338"/>
              <a:gd name="connsiteY3" fmla="*/ 5494911 h 5494911"/>
              <a:gd name="connsiteX4" fmla="*/ 33996 w 7046338"/>
              <a:gd name="connsiteY4" fmla="*/ 1155776 h 5494911"/>
              <a:gd name="connsiteX5" fmla="*/ 752200 w 7046338"/>
              <a:gd name="connsiteY5" fmla="*/ 683065 h 5494911"/>
              <a:gd name="connsiteX6" fmla="*/ 3652714 w 7046338"/>
              <a:gd name="connsiteY6" fmla="*/ 0 h 5494911"/>
              <a:gd name="connsiteX7" fmla="*/ 4310348 w 7046338"/>
              <a:gd name="connsiteY7" fmla="*/ 2908940 h 5494911"/>
              <a:gd name="connsiteX0" fmla="*/ 4310348 w 7046338"/>
              <a:gd name="connsiteY0" fmla="*/ 2908940 h 5494911"/>
              <a:gd name="connsiteX1" fmla="*/ 7046338 w 7046338"/>
              <a:gd name="connsiteY1" fmla="*/ 3941244 h 5494911"/>
              <a:gd name="connsiteX2" fmla="*/ 6450577 w 7046338"/>
              <a:gd name="connsiteY2" fmla="*/ 5494578 h 5494911"/>
              <a:gd name="connsiteX3" fmla="*/ 19149 w 7046338"/>
              <a:gd name="connsiteY3" fmla="*/ 5494911 h 5494911"/>
              <a:gd name="connsiteX4" fmla="*/ 33996 w 7046338"/>
              <a:gd name="connsiteY4" fmla="*/ 1155776 h 5494911"/>
              <a:gd name="connsiteX5" fmla="*/ 752200 w 7046338"/>
              <a:gd name="connsiteY5" fmla="*/ 683065 h 5494911"/>
              <a:gd name="connsiteX6" fmla="*/ 3652714 w 7046338"/>
              <a:gd name="connsiteY6" fmla="*/ 0 h 5494911"/>
              <a:gd name="connsiteX7" fmla="*/ 4310348 w 7046338"/>
              <a:gd name="connsiteY7" fmla="*/ 2908940 h 5494911"/>
              <a:gd name="connsiteX0" fmla="*/ 4310348 w 7046338"/>
              <a:gd name="connsiteY0" fmla="*/ 2908940 h 5494911"/>
              <a:gd name="connsiteX1" fmla="*/ 7046338 w 7046338"/>
              <a:gd name="connsiteY1" fmla="*/ 3941244 h 5494911"/>
              <a:gd name="connsiteX2" fmla="*/ 6450577 w 7046338"/>
              <a:gd name="connsiteY2" fmla="*/ 5494578 h 5494911"/>
              <a:gd name="connsiteX3" fmla="*/ 19149 w 7046338"/>
              <a:gd name="connsiteY3" fmla="*/ 5494911 h 5494911"/>
              <a:gd name="connsiteX4" fmla="*/ 33996 w 7046338"/>
              <a:gd name="connsiteY4" fmla="*/ 1155776 h 5494911"/>
              <a:gd name="connsiteX5" fmla="*/ 752200 w 7046338"/>
              <a:gd name="connsiteY5" fmla="*/ 683065 h 5494911"/>
              <a:gd name="connsiteX6" fmla="*/ 3652714 w 7046338"/>
              <a:gd name="connsiteY6" fmla="*/ 0 h 5494911"/>
              <a:gd name="connsiteX7" fmla="*/ 4310348 w 7046338"/>
              <a:gd name="connsiteY7" fmla="*/ 2908940 h 5494911"/>
              <a:gd name="connsiteX0" fmla="*/ 4321715 w 7057705"/>
              <a:gd name="connsiteY0" fmla="*/ 2908940 h 5494911"/>
              <a:gd name="connsiteX1" fmla="*/ 7057705 w 7057705"/>
              <a:gd name="connsiteY1" fmla="*/ 3941244 h 5494911"/>
              <a:gd name="connsiteX2" fmla="*/ 6461944 w 7057705"/>
              <a:gd name="connsiteY2" fmla="*/ 5494578 h 5494911"/>
              <a:gd name="connsiteX3" fmla="*/ 30516 w 7057705"/>
              <a:gd name="connsiteY3" fmla="*/ 5494911 h 5494911"/>
              <a:gd name="connsiteX4" fmla="*/ 45363 w 7057705"/>
              <a:gd name="connsiteY4" fmla="*/ 1155776 h 5494911"/>
              <a:gd name="connsiteX5" fmla="*/ 763567 w 7057705"/>
              <a:gd name="connsiteY5" fmla="*/ 683065 h 5494911"/>
              <a:gd name="connsiteX6" fmla="*/ 3664081 w 7057705"/>
              <a:gd name="connsiteY6" fmla="*/ 0 h 5494911"/>
              <a:gd name="connsiteX7" fmla="*/ 4321715 w 7057705"/>
              <a:gd name="connsiteY7" fmla="*/ 2908940 h 5494911"/>
              <a:gd name="connsiteX0" fmla="*/ 4291199 w 7027189"/>
              <a:gd name="connsiteY0" fmla="*/ 2908940 h 5494911"/>
              <a:gd name="connsiteX1" fmla="*/ 7027189 w 7027189"/>
              <a:gd name="connsiteY1" fmla="*/ 3941244 h 5494911"/>
              <a:gd name="connsiteX2" fmla="*/ 6431428 w 7027189"/>
              <a:gd name="connsiteY2" fmla="*/ 5494578 h 5494911"/>
              <a:gd name="connsiteX3" fmla="*/ 0 w 7027189"/>
              <a:gd name="connsiteY3" fmla="*/ 5494911 h 5494911"/>
              <a:gd name="connsiteX4" fmla="*/ 14847 w 7027189"/>
              <a:gd name="connsiteY4" fmla="*/ 1155776 h 5494911"/>
              <a:gd name="connsiteX5" fmla="*/ 733051 w 7027189"/>
              <a:gd name="connsiteY5" fmla="*/ 683065 h 5494911"/>
              <a:gd name="connsiteX6" fmla="*/ 3633565 w 7027189"/>
              <a:gd name="connsiteY6" fmla="*/ 0 h 5494911"/>
              <a:gd name="connsiteX7" fmla="*/ 4291199 w 7027189"/>
              <a:gd name="connsiteY7" fmla="*/ 2908940 h 5494911"/>
              <a:gd name="connsiteX0" fmla="*/ 4291199 w 7027189"/>
              <a:gd name="connsiteY0" fmla="*/ 2908940 h 5494911"/>
              <a:gd name="connsiteX1" fmla="*/ 7027189 w 7027189"/>
              <a:gd name="connsiteY1" fmla="*/ 3941244 h 5494911"/>
              <a:gd name="connsiteX2" fmla="*/ 6431428 w 7027189"/>
              <a:gd name="connsiteY2" fmla="*/ 5494578 h 5494911"/>
              <a:gd name="connsiteX3" fmla="*/ 0 w 7027189"/>
              <a:gd name="connsiteY3" fmla="*/ 5494911 h 5494911"/>
              <a:gd name="connsiteX4" fmla="*/ 10085 w 7027189"/>
              <a:gd name="connsiteY4" fmla="*/ 1160538 h 5494911"/>
              <a:gd name="connsiteX5" fmla="*/ 733051 w 7027189"/>
              <a:gd name="connsiteY5" fmla="*/ 683065 h 5494911"/>
              <a:gd name="connsiteX6" fmla="*/ 3633565 w 7027189"/>
              <a:gd name="connsiteY6" fmla="*/ 0 h 5494911"/>
              <a:gd name="connsiteX7" fmla="*/ 4291199 w 7027189"/>
              <a:gd name="connsiteY7" fmla="*/ 2908940 h 5494911"/>
              <a:gd name="connsiteX0" fmla="*/ 4291199 w 7027189"/>
              <a:gd name="connsiteY0" fmla="*/ 2918465 h 5504436"/>
              <a:gd name="connsiteX1" fmla="*/ 7027189 w 7027189"/>
              <a:gd name="connsiteY1" fmla="*/ 3950769 h 5504436"/>
              <a:gd name="connsiteX2" fmla="*/ 6431428 w 7027189"/>
              <a:gd name="connsiteY2" fmla="*/ 5504103 h 5504436"/>
              <a:gd name="connsiteX3" fmla="*/ 0 w 7027189"/>
              <a:gd name="connsiteY3" fmla="*/ 5504436 h 5504436"/>
              <a:gd name="connsiteX4" fmla="*/ 10085 w 7027189"/>
              <a:gd name="connsiteY4" fmla="*/ 1170063 h 5504436"/>
              <a:gd name="connsiteX5" fmla="*/ 733051 w 7027189"/>
              <a:gd name="connsiteY5" fmla="*/ 692590 h 5504436"/>
              <a:gd name="connsiteX6" fmla="*/ 3628802 w 7027189"/>
              <a:gd name="connsiteY6" fmla="*/ 0 h 5504436"/>
              <a:gd name="connsiteX7" fmla="*/ 4291199 w 7027189"/>
              <a:gd name="connsiteY7" fmla="*/ 2918465 h 5504436"/>
              <a:gd name="connsiteX0" fmla="*/ 4297096 w 7033086"/>
              <a:gd name="connsiteY0" fmla="*/ 2918465 h 5504436"/>
              <a:gd name="connsiteX1" fmla="*/ 7033086 w 7033086"/>
              <a:gd name="connsiteY1" fmla="*/ 3950769 h 5504436"/>
              <a:gd name="connsiteX2" fmla="*/ 6437325 w 7033086"/>
              <a:gd name="connsiteY2" fmla="*/ 5504103 h 5504436"/>
              <a:gd name="connsiteX3" fmla="*/ 5897 w 7033086"/>
              <a:gd name="connsiteY3" fmla="*/ 5504436 h 5504436"/>
              <a:gd name="connsiteX4" fmla="*/ 3950 w 7033086"/>
              <a:gd name="connsiteY4" fmla="*/ 1170063 h 5504436"/>
              <a:gd name="connsiteX5" fmla="*/ 738948 w 7033086"/>
              <a:gd name="connsiteY5" fmla="*/ 692590 h 5504436"/>
              <a:gd name="connsiteX6" fmla="*/ 3634699 w 7033086"/>
              <a:gd name="connsiteY6" fmla="*/ 0 h 5504436"/>
              <a:gd name="connsiteX7" fmla="*/ 4297096 w 7033086"/>
              <a:gd name="connsiteY7" fmla="*/ 2918465 h 550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33086" h="5504436">
                <a:moveTo>
                  <a:pt x="4297096" y="2918465"/>
                </a:moveTo>
                <a:lnTo>
                  <a:pt x="7033086" y="3950769"/>
                </a:lnTo>
                <a:cubicBezTo>
                  <a:pt x="6709595" y="4791061"/>
                  <a:pt x="6743311" y="4697492"/>
                  <a:pt x="6437325" y="5504103"/>
                </a:cubicBezTo>
                <a:lnTo>
                  <a:pt x="5897" y="5504436"/>
                </a:lnTo>
                <a:cubicBezTo>
                  <a:pt x="15461" y="3747304"/>
                  <a:pt x="-9186" y="2262068"/>
                  <a:pt x="3950" y="1170063"/>
                </a:cubicBezTo>
                <a:lnTo>
                  <a:pt x="738948" y="692590"/>
                </a:lnTo>
                <a:lnTo>
                  <a:pt x="3634699" y="0"/>
                </a:lnTo>
                <a:cubicBezTo>
                  <a:pt x="3941116" y="1350553"/>
                  <a:pt x="3981913" y="1520709"/>
                  <a:pt x="4297096" y="2918465"/>
                </a:cubicBezTo>
                <a:close/>
              </a:path>
            </a:pathLst>
          </a:custGeom>
          <a:solidFill>
            <a:schemeClr val="bg1"/>
          </a:solidFill>
        </p:spPr>
        <p:txBody>
          <a:bodyPr bIns="1440000" anchor="b" anchorCtr="1"/>
          <a:lstStyle>
            <a:lvl1pPr marL="0" indent="0" algn="ctr">
              <a:lnSpc>
                <a:spcPct val="100000"/>
              </a:lnSpc>
              <a:buFontTx/>
              <a:buNone/>
              <a:defRPr/>
            </a:lvl1pPr>
          </a:lstStyle>
          <a:p>
            <a:r>
              <a:rPr noProof="0" dirty="0"/>
              <a:t>Click the icon to insert a picture.</a:t>
            </a:r>
            <a:br>
              <a:rPr noProof="0" dirty="0"/>
            </a:br>
            <a:r>
              <a:rPr noProof="0" dirty="0"/>
              <a:t> Right click and select “crop” to resize and move the picture. </a:t>
            </a:r>
          </a:p>
        </p:txBody>
      </p:sp>
      <p:cxnSp>
        <p:nvCxnSpPr>
          <p:cNvPr id="8" name="Straight Connector 7">
            <a:extLst>
              <a:ext uri="{FF2B5EF4-FFF2-40B4-BE49-F238E27FC236}">
                <a16:creationId xmlns:a16="http://schemas.microsoft.com/office/drawing/2014/main" id="{90CFFC39-81B2-9C86-139C-26884B88173F}"/>
              </a:ext>
            </a:extLst>
          </p:cNvPr>
          <p:cNvCxnSpPr>
            <a:stCxn id="10" idx="5"/>
          </p:cNvCxnSpPr>
          <p:nvPr userDrawn="1"/>
        </p:nvCxnSpPr>
        <p:spPr>
          <a:xfrm flipV="1">
            <a:off x="725204" y="0"/>
            <a:ext cx="690276" cy="204871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77AEAC8-4210-DD3D-E267-CB8B6E74AE0E}"/>
              </a:ext>
            </a:extLst>
          </p:cNvPr>
          <p:cNvCxnSpPr>
            <a:cxnSpLocks/>
            <a:stCxn id="10" idx="6"/>
          </p:cNvCxnSpPr>
          <p:nvPr userDrawn="1"/>
        </p:nvCxnSpPr>
        <p:spPr>
          <a:xfrm flipH="1" flipV="1">
            <a:off x="1415480" y="-4368"/>
            <a:ext cx="2205475" cy="13604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2E0EE21-EE31-00BD-D368-3928E37507B5}"/>
              </a:ext>
            </a:extLst>
          </p:cNvPr>
          <p:cNvCxnSpPr>
            <a:cxnSpLocks/>
          </p:cNvCxnSpPr>
          <p:nvPr userDrawn="1"/>
        </p:nvCxnSpPr>
        <p:spPr>
          <a:xfrm flipV="1">
            <a:off x="3620955" y="0"/>
            <a:ext cx="1754965" cy="13578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004ECA1-48CF-6CB1-FBED-A73AB5111F23}"/>
              </a:ext>
            </a:extLst>
          </p:cNvPr>
          <p:cNvCxnSpPr>
            <a:cxnSpLocks/>
          </p:cNvCxnSpPr>
          <p:nvPr userDrawn="1"/>
        </p:nvCxnSpPr>
        <p:spPr>
          <a:xfrm flipV="1">
            <a:off x="7019342" y="3933056"/>
            <a:ext cx="5172658" cy="13720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62B8C51-ACCC-7A02-61C4-A26C3D92EB80}"/>
              </a:ext>
            </a:extLst>
          </p:cNvPr>
          <p:cNvCxnSpPr>
            <a:cxnSpLocks/>
          </p:cNvCxnSpPr>
          <p:nvPr userDrawn="1"/>
        </p:nvCxnSpPr>
        <p:spPr>
          <a:xfrm>
            <a:off x="7019342" y="5305154"/>
            <a:ext cx="1164890" cy="155284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C9F459-662E-5A47-B011-8AEF301F7B4E}"/>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6" name="Hexagon 34">
            <a:extLst>
              <a:ext uri="{FF2B5EF4-FFF2-40B4-BE49-F238E27FC236}">
                <a16:creationId xmlns:a16="http://schemas.microsoft.com/office/drawing/2014/main" id="{A8179C4E-7A74-E7AE-9DA6-8AC4F51B5248}"/>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a:extLst>
              <a:ext uri="{FF2B5EF4-FFF2-40B4-BE49-F238E27FC236}">
                <a16:creationId xmlns:a16="http://schemas.microsoft.com/office/drawing/2014/main" id="{3301CFCB-5937-DCB4-BF7C-284DE13D2EB0}"/>
              </a:ext>
            </a:extLst>
          </p:cNvPr>
          <p:cNvGrpSpPr/>
          <p:nvPr userDrawn="1"/>
        </p:nvGrpSpPr>
        <p:grpSpPr>
          <a:xfrm>
            <a:off x="-3295214" y="-1132958"/>
            <a:ext cx="1548392" cy="442988"/>
            <a:chOff x="-3411790" y="-1707010"/>
            <a:chExt cx="1548392" cy="442988"/>
          </a:xfrm>
        </p:grpSpPr>
        <p:sp>
          <p:nvSpPr>
            <p:cNvPr id="12" name="Hexagon 34">
              <a:extLst>
                <a:ext uri="{FF2B5EF4-FFF2-40B4-BE49-F238E27FC236}">
                  <a16:creationId xmlns:a16="http://schemas.microsoft.com/office/drawing/2014/main" id="{17E08710-4B45-9223-FE94-FB13050B177F}"/>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Hexagon 34">
              <a:extLst>
                <a:ext uri="{FF2B5EF4-FFF2-40B4-BE49-F238E27FC236}">
                  <a16:creationId xmlns:a16="http://schemas.microsoft.com/office/drawing/2014/main" id="{7FBD0497-62C0-D6DA-1F05-A45A0AF3D864}"/>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Hexagon 34">
              <a:extLst>
                <a:ext uri="{FF2B5EF4-FFF2-40B4-BE49-F238E27FC236}">
                  <a16:creationId xmlns:a16="http://schemas.microsoft.com/office/drawing/2014/main" id="{DABA2A16-086C-1844-B75D-E963471EC43A}"/>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6" name="TextBox 15">
            <a:extLst>
              <a:ext uri="{FF2B5EF4-FFF2-40B4-BE49-F238E27FC236}">
                <a16:creationId xmlns:a16="http://schemas.microsoft.com/office/drawing/2014/main" id="{3D989CD6-25AB-8E1D-774F-73768FF61220}"/>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17" name="Hexagon 34">
            <a:extLst>
              <a:ext uri="{FF2B5EF4-FFF2-40B4-BE49-F238E27FC236}">
                <a16:creationId xmlns:a16="http://schemas.microsoft.com/office/drawing/2014/main" id="{8A1F10A1-2C05-1832-66B6-1FA8C5AA974D}"/>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8" name="Group 17">
            <a:extLst>
              <a:ext uri="{FF2B5EF4-FFF2-40B4-BE49-F238E27FC236}">
                <a16:creationId xmlns:a16="http://schemas.microsoft.com/office/drawing/2014/main" id="{5E2BEF8C-E2BC-8EA8-B0C3-BD97B5DFC5AB}"/>
              </a:ext>
            </a:extLst>
          </p:cNvPr>
          <p:cNvGrpSpPr/>
          <p:nvPr userDrawn="1"/>
        </p:nvGrpSpPr>
        <p:grpSpPr>
          <a:xfrm>
            <a:off x="-3291571" y="1977900"/>
            <a:ext cx="1582363" cy="442988"/>
            <a:chOff x="-3567586" y="1544252"/>
            <a:chExt cx="1582363" cy="442988"/>
          </a:xfrm>
        </p:grpSpPr>
        <p:sp>
          <p:nvSpPr>
            <p:cNvPr id="19" name="Hexagon 34">
              <a:extLst>
                <a:ext uri="{FF2B5EF4-FFF2-40B4-BE49-F238E27FC236}">
                  <a16:creationId xmlns:a16="http://schemas.microsoft.com/office/drawing/2014/main" id="{A9EED2EE-0C31-48C6-0263-4ACD7E6E8AEC}"/>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Hexagon 34">
              <a:extLst>
                <a:ext uri="{FF2B5EF4-FFF2-40B4-BE49-F238E27FC236}">
                  <a16:creationId xmlns:a16="http://schemas.microsoft.com/office/drawing/2014/main" id="{DB7D54E6-A2EE-376B-C3DF-9EDB8C74AE9D}"/>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2" name="Hexagon 34">
              <a:extLst>
                <a:ext uri="{FF2B5EF4-FFF2-40B4-BE49-F238E27FC236}">
                  <a16:creationId xmlns:a16="http://schemas.microsoft.com/office/drawing/2014/main" id="{B375A7C6-04B1-0AF6-B058-C82713C85BA5}"/>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4" name="Group 23">
            <a:extLst>
              <a:ext uri="{FF2B5EF4-FFF2-40B4-BE49-F238E27FC236}">
                <a16:creationId xmlns:a16="http://schemas.microsoft.com/office/drawing/2014/main" id="{48F3B0A6-26BE-5866-E732-4627E0BE1CB6}"/>
              </a:ext>
            </a:extLst>
          </p:cNvPr>
          <p:cNvGrpSpPr/>
          <p:nvPr userDrawn="1"/>
        </p:nvGrpSpPr>
        <p:grpSpPr>
          <a:xfrm>
            <a:off x="-3286877" y="2449354"/>
            <a:ext cx="2087091" cy="442988"/>
            <a:chOff x="-4115294" y="1029294"/>
            <a:chExt cx="2087091" cy="442988"/>
          </a:xfrm>
          <a:solidFill>
            <a:srgbClr val="B9B414"/>
          </a:solidFill>
        </p:grpSpPr>
        <p:sp>
          <p:nvSpPr>
            <p:cNvPr id="25" name="Hexagon 34">
              <a:extLst>
                <a:ext uri="{FF2B5EF4-FFF2-40B4-BE49-F238E27FC236}">
                  <a16:creationId xmlns:a16="http://schemas.microsoft.com/office/drawing/2014/main" id="{9C02DE4D-A28B-6740-4613-97D9E1441C39}"/>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6" name="Hexagon 34">
              <a:extLst>
                <a:ext uri="{FF2B5EF4-FFF2-40B4-BE49-F238E27FC236}">
                  <a16:creationId xmlns:a16="http://schemas.microsoft.com/office/drawing/2014/main" id="{1FE3A5E4-1CB9-CAFB-42BC-93AE2A30E8EA}"/>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2" name="Hexagon 34">
              <a:extLst>
                <a:ext uri="{FF2B5EF4-FFF2-40B4-BE49-F238E27FC236}">
                  <a16:creationId xmlns:a16="http://schemas.microsoft.com/office/drawing/2014/main" id="{22EBF404-902B-8971-D317-A4348F486D5F}"/>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Hexagon 34">
              <a:extLst>
                <a:ext uri="{FF2B5EF4-FFF2-40B4-BE49-F238E27FC236}">
                  <a16:creationId xmlns:a16="http://schemas.microsoft.com/office/drawing/2014/main" id="{9CD0AE2A-3AF2-1274-F333-05EA0151E021}"/>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74" name="Group 73">
            <a:extLst>
              <a:ext uri="{FF2B5EF4-FFF2-40B4-BE49-F238E27FC236}">
                <a16:creationId xmlns:a16="http://schemas.microsoft.com/office/drawing/2014/main" id="{DC4E7267-F019-65E3-477B-D8FD902807EE}"/>
              </a:ext>
            </a:extLst>
          </p:cNvPr>
          <p:cNvGrpSpPr/>
          <p:nvPr userDrawn="1"/>
        </p:nvGrpSpPr>
        <p:grpSpPr>
          <a:xfrm>
            <a:off x="-3286877" y="2952848"/>
            <a:ext cx="2058063" cy="442988"/>
            <a:chOff x="-4115294" y="1029294"/>
            <a:chExt cx="2058063" cy="442988"/>
          </a:xfrm>
          <a:solidFill>
            <a:srgbClr val="D70F3C"/>
          </a:solidFill>
        </p:grpSpPr>
        <p:sp>
          <p:nvSpPr>
            <p:cNvPr id="75" name="Hexagon 34">
              <a:extLst>
                <a:ext uri="{FF2B5EF4-FFF2-40B4-BE49-F238E27FC236}">
                  <a16:creationId xmlns:a16="http://schemas.microsoft.com/office/drawing/2014/main" id="{655510A5-7CD2-2B4D-A194-0B16A6B066E8}"/>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Hexagon 34">
              <a:extLst>
                <a:ext uri="{FF2B5EF4-FFF2-40B4-BE49-F238E27FC236}">
                  <a16:creationId xmlns:a16="http://schemas.microsoft.com/office/drawing/2014/main" id="{E4EA396A-B490-029D-B4FF-4A305188214C}"/>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Hexagon 34">
              <a:extLst>
                <a:ext uri="{FF2B5EF4-FFF2-40B4-BE49-F238E27FC236}">
                  <a16:creationId xmlns:a16="http://schemas.microsoft.com/office/drawing/2014/main" id="{B1C7FB32-6E45-73C1-FA6F-33E7FA67AA3A}"/>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8" name="Hexagon 34">
              <a:extLst>
                <a:ext uri="{FF2B5EF4-FFF2-40B4-BE49-F238E27FC236}">
                  <a16:creationId xmlns:a16="http://schemas.microsoft.com/office/drawing/2014/main" id="{70C1A7B7-AD2F-EB82-B968-B435215E766B}"/>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79" name="Hexagon 34">
            <a:extLst>
              <a:ext uri="{FF2B5EF4-FFF2-40B4-BE49-F238E27FC236}">
                <a16:creationId xmlns:a16="http://schemas.microsoft.com/office/drawing/2014/main" id="{B9AA8856-8F30-D90C-80A6-A480020ECE0B}"/>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80" name="Group 79">
            <a:extLst>
              <a:ext uri="{FF2B5EF4-FFF2-40B4-BE49-F238E27FC236}">
                <a16:creationId xmlns:a16="http://schemas.microsoft.com/office/drawing/2014/main" id="{8CF6418C-90DC-510D-B692-F9BC1B7778F8}"/>
              </a:ext>
            </a:extLst>
          </p:cNvPr>
          <p:cNvGrpSpPr/>
          <p:nvPr userDrawn="1"/>
        </p:nvGrpSpPr>
        <p:grpSpPr>
          <a:xfrm>
            <a:off x="-3266531" y="5099698"/>
            <a:ext cx="1526931" cy="442988"/>
            <a:chOff x="-3425632" y="4294521"/>
            <a:chExt cx="1526931" cy="442988"/>
          </a:xfrm>
        </p:grpSpPr>
        <p:sp>
          <p:nvSpPr>
            <p:cNvPr id="81" name="Hexagon 34">
              <a:extLst>
                <a:ext uri="{FF2B5EF4-FFF2-40B4-BE49-F238E27FC236}">
                  <a16:creationId xmlns:a16="http://schemas.microsoft.com/office/drawing/2014/main" id="{6526A463-CDBD-F6F8-5FF3-0A3BA48A7C85}"/>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2" name="Hexagon 34">
              <a:extLst>
                <a:ext uri="{FF2B5EF4-FFF2-40B4-BE49-F238E27FC236}">
                  <a16:creationId xmlns:a16="http://schemas.microsoft.com/office/drawing/2014/main" id="{6CAEA2DC-18AD-231D-78E9-05984C26968F}"/>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Hexagon 34">
              <a:extLst>
                <a:ext uri="{FF2B5EF4-FFF2-40B4-BE49-F238E27FC236}">
                  <a16:creationId xmlns:a16="http://schemas.microsoft.com/office/drawing/2014/main" id="{23455C75-0581-E28F-43D0-522080E76B3D}"/>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4" name="Group 83">
            <a:extLst>
              <a:ext uri="{FF2B5EF4-FFF2-40B4-BE49-F238E27FC236}">
                <a16:creationId xmlns:a16="http://schemas.microsoft.com/office/drawing/2014/main" id="{C2D4B565-8CB8-4128-E2B7-8A78852C5630}"/>
              </a:ext>
            </a:extLst>
          </p:cNvPr>
          <p:cNvGrpSpPr/>
          <p:nvPr userDrawn="1"/>
        </p:nvGrpSpPr>
        <p:grpSpPr>
          <a:xfrm>
            <a:off x="-3286877" y="5596852"/>
            <a:ext cx="1511027" cy="436914"/>
            <a:chOff x="-4115294" y="5524844"/>
            <a:chExt cx="1511027" cy="436914"/>
          </a:xfrm>
        </p:grpSpPr>
        <p:sp>
          <p:nvSpPr>
            <p:cNvPr id="85" name="Hexagon 34">
              <a:extLst>
                <a:ext uri="{FF2B5EF4-FFF2-40B4-BE49-F238E27FC236}">
                  <a16:creationId xmlns:a16="http://schemas.microsoft.com/office/drawing/2014/main" id="{39E5E975-8E3A-D19B-721C-DDCEAFFB18FD}"/>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6" name="Hexagon 34">
              <a:extLst>
                <a:ext uri="{FF2B5EF4-FFF2-40B4-BE49-F238E27FC236}">
                  <a16:creationId xmlns:a16="http://schemas.microsoft.com/office/drawing/2014/main" id="{28E0FCAC-8EF5-15A8-FB5D-2E7C231C1321}"/>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7" name="Hexagon 34">
              <a:extLst>
                <a:ext uri="{FF2B5EF4-FFF2-40B4-BE49-F238E27FC236}">
                  <a16:creationId xmlns:a16="http://schemas.microsoft.com/office/drawing/2014/main" id="{08FD7403-DBC8-4DCA-6810-B5A5F3E00A8A}"/>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8" name="Group 87">
            <a:extLst>
              <a:ext uri="{FF2B5EF4-FFF2-40B4-BE49-F238E27FC236}">
                <a16:creationId xmlns:a16="http://schemas.microsoft.com/office/drawing/2014/main" id="{640CD1A9-A3E1-3E6D-21EA-F049ACAD173C}"/>
              </a:ext>
            </a:extLst>
          </p:cNvPr>
          <p:cNvGrpSpPr/>
          <p:nvPr userDrawn="1"/>
        </p:nvGrpSpPr>
        <p:grpSpPr>
          <a:xfrm>
            <a:off x="-3286877" y="6087932"/>
            <a:ext cx="1517905" cy="447214"/>
            <a:chOff x="-4115294" y="6015924"/>
            <a:chExt cx="1517905" cy="447214"/>
          </a:xfrm>
        </p:grpSpPr>
        <p:sp>
          <p:nvSpPr>
            <p:cNvPr id="89" name="Hexagon 34">
              <a:extLst>
                <a:ext uri="{FF2B5EF4-FFF2-40B4-BE49-F238E27FC236}">
                  <a16:creationId xmlns:a16="http://schemas.microsoft.com/office/drawing/2014/main" id="{824EE0FD-1C3B-37FA-1A2A-A97A43B7B9DC}"/>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0" name="Group 89">
              <a:extLst>
                <a:ext uri="{FF2B5EF4-FFF2-40B4-BE49-F238E27FC236}">
                  <a16:creationId xmlns:a16="http://schemas.microsoft.com/office/drawing/2014/main" id="{3C3DE833-F127-1270-A550-E86A5FC58CB0}"/>
                </a:ext>
              </a:extLst>
            </p:cNvPr>
            <p:cNvGrpSpPr/>
            <p:nvPr userDrawn="1"/>
          </p:nvGrpSpPr>
          <p:grpSpPr>
            <a:xfrm>
              <a:off x="-3603689" y="6015924"/>
              <a:ext cx="1006300" cy="436914"/>
              <a:chOff x="-4129137" y="5622699"/>
              <a:chExt cx="1006300" cy="436914"/>
            </a:xfrm>
          </p:grpSpPr>
          <p:sp>
            <p:nvSpPr>
              <p:cNvPr id="91" name="Hexagon 34">
                <a:extLst>
                  <a:ext uri="{FF2B5EF4-FFF2-40B4-BE49-F238E27FC236}">
                    <a16:creationId xmlns:a16="http://schemas.microsoft.com/office/drawing/2014/main" id="{FBA1043A-3FDF-FD1A-3635-53538C5EA381}"/>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2" name="Hexagon 34">
                <a:extLst>
                  <a:ext uri="{FF2B5EF4-FFF2-40B4-BE49-F238E27FC236}">
                    <a16:creationId xmlns:a16="http://schemas.microsoft.com/office/drawing/2014/main" id="{D12B2BD1-8C28-6B45-20C3-4E015149D12B}"/>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3" name="TextBox 92">
            <a:extLst>
              <a:ext uri="{FF2B5EF4-FFF2-40B4-BE49-F238E27FC236}">
                <a16:creationId xmlns:a16="http://schemas.microsoft.com/office/drawing/2014/main" id="{5891A320-D6B8-84C8-9CF5-8D2E110E34A9}"/>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4" name="Group 93">
            <a:extLst>
              <a:ext uri="{FF2B5EF4-FFF2-40B4-BE49-F238E27FC236}">
                <a16:creationId xmlns:a16="http://schemas.microsoft.com/office/drawing/2014/main" id="{2AB44413-328B-133C-4BA2-95D7828728C6}"/>
              </a:ext>
            </a:extLst>
          </p:cNvPr>
          <p:cNvGrpSpPr/>
          <p:nvPr userDrawn="1"/>
        </p:nvGrpSpPr>
        <p:grpSpPr>
          <a:xfrm>
            <a:off x="-3241629" y="7317432"/>
            <a:ext cx="1546813" cy="436914"/>
            <a:chOff x="-4129137" y="6934996"/>
            <a:chExt cx="1546813" cy="436914"/>
          </a:xfrm>
        </p:grpSpPr>
        <p:sp>
          <p:nvSpPr>
            <p:cNvPr id="95" name="Hexagon 34">
              <a:extLst>
                <a:ext uri="{FF2B5EF4-FFF2-40B4-BE49-F238E27FC236}">
                  <a16:creationId xmlns:a16="http://schemas.microsoft.com/office/drawing/2014/main" id="{E3791857-0DB7-E9C1-B515-2DBFF5EAF34D}"/>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6" name="Group 95">
              <a:extLst>
                <a:ext uri="{FF2B5EF4-FFF2-40B4-BE49-F238E27FC236}">
                  <a16:creationId xmlns:a16="http://schemas.microsoft.com/office/drawing/2014/main" id="{FD4C66C4-81FF-3805-8DE0-B43745845F69}"/>
                </a:ext>
              </a:extLst>
            </p:cNvPr>
            <p:cNvGrpSpPr/>
            <p:nvPr userDrawn="1"/>
          </p:nvGrpSpPr>
          <p:grpSpPr>
            <a:xfrm>
              <a:off x="-4129137" y="6934996"/>
              <a:ext cx="1546813" cy="436914"/>
              <a:chOff x="-4129137" y="6934996"/>
              <a:chExt cx="1546813" cy="436914"/>
            </a:xfrm>
          </p:grpSpPr>
          <p:sp>
            <p:nvSpPr>
              <p:cNvPr id="97" name="Hexagon 34">
                <a:extLst>
                  <a:ext uri="{FF2B5EF4-FFF2-40B4-BE49-F238E27FC236}">
                    <a16:creationId xmlns:a16="http://schemas.microsoft.com/office/drawing/2014/main" id="{28EBB9F6-292C-F080-529D-73C33506539B}"/>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Hexagon 34">
                <a:extLst>
                  <a:ext uri="{FF2B5EF4-FFF2-40B4-BE49-F238E27FC236}">
                    <a16:creationId xmlns:a16="http://schemas.microsoft.com/office/drawing/2014/main" id="{FBBFC1E6-DD80-C99A-0F57-BA0447FA45A0}"/>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9" name="TextBox 98">
            <a:extLst>
              <a:ext uri="{FF2B5EF4-FFF2-40B4-BE49-F238E27FC236}">
                <a16:creationId xmlns:a16="http://schemas.microsoft.com/office/drawing/2014/main" id="{731F50CC-8A81-1B2F-98D4-CC13CBD2B1AB}"/>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100" name="Group 99">
            <a:extLst>
              <a:ext uri="{FF2B5EF4-FFF2-40B4-BE49-F238E27FC236}">
                <a16:creationId xmlns:a16="http://schemas.microsoft.com/office/drawing/2014/main" id="{7C4F1F67-C888-B3B5-EDF3-C51A7EAA81B4}"/>
              </a:ext>
            </a:extLst>
          </p:cNvPr>
          <p:cNvGrpSpPr/>
          <p:nvPr userDrawn="1"/>
        </p:nvGrpSpPr>
        <p:grpSpPr>
          <a:xfrm>
            <a:off x="-3304566" y="-618524"/>
            <a:ext cx="1989792" cy="442988"/>
            <a:chOff x="-4115294" y="1029294"/>
            <a:chExt cx="1989792" cy="442988"/>
          </a:xfrm>
        </p:grpSpPr>
        <p:sp>
          <p:nvSpPr>
            <p:cNvPr id="101" name="Hexagon 34">
              <a:extLst>
                <a:ext uri="{FF2B5EF4-FFF2-40B4-BE49-F238E27FC236}">
                  <a16:creationId xmlns:a16="http://schemas.microsoft.com/office/drawing/2014/main" id="{E104EA0D-3203-8C82-88B4-E12EFD8DD8AB}"/>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B94092AC-EB2F-967B-89D1-4D348188D413}"/>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3" name="Hexagon 34">
              <a:extLst>
                <a:ext uri="{FF2B5EF4-FFF2-40B4-BE49-F238E27FC236}">
                  <a16:creationId xmlns:a16="http://schemas.microsoft.com/office/drawing/2014/main" id="{723BE523-136B-4F77-0B59-896C9CE95D59}"/>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Hexagon 34">
              <a:extLst>
                <a:ext uri="{FF2B5EF4-FFF2-40B4-BE49-F238E27FC236}">
                  <a16:creationId xmlns:a16="http://schemas.microsoft.com/office/drawing/2014/main" id="{264B4D44-D0A9-1E3E-A20E-A2434EEEC96A}"/>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5" name="Group 104">
            <a:extLst>
              <a:ext uri="{FF2B5EF4-FFF2-40B4-BE49-F238E27FC236}">
                <a16:creationId xmlns:a16="http://schemas.microsoft.com/office/drawing/2014/main" id="{2699357D-C883-D7F2-F13B-45CDD4B6D93E}"/>
              </a:ext>
            </a:extLst>
          </p:cNvPr>
          <p:cNvGrpSpPr/>
          <p:nvPr userDrawn="1"/>
        </p:nvGrpSpPr>
        <p:grpSpPr>
          <a:xfrm>
            <a:off x="-3304743" y="-114468"/>
            <a:ext cx="1557921" cy="436914"/>
            <a:chOff x="-4115294" y="1029294"/>
            <a:chExt cx="1557921" cy="436914"/>
          </a:xfrm>
        </p:grpSpPr>
        <p:sp>
          <p:nvSpPr>
            <p:cNvPr id="106" name="Hexagon 34">
              <a:extLst>
                <a:ext uri="{FF2B5EF4-FFF2-40B4-BE49-F238E27FC236}">
                  <a16:creationId xmlns:a16="http://schemas.microsoft.com/office/drawing/2014/main" id="{76C19FE4-3F48-D745-B131-E9E10A8A19B5}"/>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7" name="Hexagon 34">
              <a:extLst>
                <a:ext uri="{FF2B5EF4-FFF2-40B4-BE49-F238E27FC236}">
                  <a16:creationId xmlns:a16="http://schemas.microsoft.com/office/drawing/2014/main" id="{EBBA36F8-4456-DCC4-95EC-9AA2CFBD465B}"/>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8" name="Hexagon 34">
              <a:extLst>
                <a:ext uri="{FF2B5EF4-FFF2-40B4-BE49-F238E27FC236}">
                  <a16:creationId xmlns:a16="http://schemas.microsoft.com/office/drawing/2014/main" id="{E766562E-710B-5332-6913-7CEB7E512C5C}"/>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9" name="TextBox 108">
            <a:extLst>
              <a:ext uri="{FF2B5EF4-FFF2-40B4-BE49-F238E27FC236}">
                <a16:creationId xmlns:a16="http://schemas.microsoft.com/office/drawing/2014/main" id="{31732FDE-06E8-343F-EF6B-0F8BFC268B80}"/>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0" name="Right Brace 109">
            <a:extLst>
              <a:ext uri="{FF2B5EF4-FFF2-40B4-BE49-F238E27FC236}">
                <a16:creationId xmlns:a16="http://schemas.microsoft.com/office/drawing/2014/main" id="{3D9D844B-807A-4BC0-5E2A-57929627BCC6}"/>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1" name="TextBox 110">
            <a:extLst>
              <a:ext uri="{FF2B5EF4-FFF2-40B4-BE49-F238E27FC236}">
                <a16:creationId xmlns:a16="http://schemas.microsoft.com/office/drawing/2014/main" id="{D0BE2435-BA53-4FB8-751A-8471C4F109B7}"/>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2" name="TextBox 111">
            <a:extLst>
              <a:ext uri="{FF2B5EF4-FFF2-40B4-BE49-F238E27FC236}">
                <a16:creationId xmlns:a16="http://schemas.microsoft.com/office/drawing/2014/main" id="{DA667821-200A-2494-A7B9-3133D298F40B}"/>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3" name="Right Brace 112">
            <a:extLst>
              <a:ext uri="{FF2B5EF4-FFF2-40B4-BE49-F238E27FC236}">
                <a16:creationId xmlns:a16="http://schemas.microsoft.com/office/drawing/2014/main" id="{38402DB2-7ECF-F725-E6A2-5491364B94AB}"/>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4" name="TextBox 113">
            <a:extLst>
              <a:ext uri="{FF2B5EF4-FFF2-40B4-BE49-F238E27FC236}">
                <a16:creationId xmlns:a16="http://schemas.microsoft.com/office/drawing/2014/main" id="{798DEC87-74C9-7F74-0A52-47CF2901FF70}"/>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5" name="Right Brace 114">
            <a:extLst>
              <a:ext uri="{FF2B5EF4-FFF2-40B4-BE49-F238E27FC236}">
                <a16:creationId xmlns:a16="http://schemas.microsoft.com/office/drawing/2014/main" id="{116B4A91-0EC4-5F65-ED8C-C82646E1E904}"/>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6" name="TextBox 115">
            <a:extLst>
              <a:ext uri="{FF2B5EF4-FFF2-40B4-BE49-F238E27FC236}">
                <a16:creationId xmlns:a16="http://schemas.microsoft.com/office/drawing/2014/main" id="{9570D69F-9DD8-F941-A3A5-3C859FC7DBD7}"/>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7" name="TextBox 116">
            <a:extLst>
              <a:ext uri="{FF2B5EF4-FFF2-40B4-BE49-F238E27FC236}">
                <a16:creationId xmlns:a16="http://schemas.microsoft.com/office/drawing/2014/main" id="{DA2FC6C7-14B2-4578-3486-2E5126FDCA69}"/>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8" name="Right Brace 117">
            <a:extLst>
              <a:ext uri="{FF2B5EF4-FFF2-40B4-BE49-F238E27FC236}">
                <a16:creationId xmlns:a16="http://schemas.microsoft.com/office/drawing/2014/main" id="{B352C922-D721-3103-A457-20CAF4F53F56}"/>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Right Brace 118">
            <a:extLst>
              <a:ext uri="{FF2B5EF4-FFF2-40B4-BE49-F238E27FC236}">
                <a16:creationId xmlns:a16="http://schemas.microsoft.com/office/drawing/2014/main" id="{8AAD0B36-27A0-AD23-37A8-E66346195A69}"/>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0" name="Right Brace 119">
            <a:extLst>
              <a:ext uri="{FF2B5EF4-FFF2-40B4-BE49-F238E27FC236}">
                <a16:creationId xmlns:a16="http://schemas.microsoft.com/office/drawing/2014/main" id="{02134947-A337-6C4E-FF15-D9AEB716F1C4}"/>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1" name="TextBox 120">
            <a:extLst>
              <a:ext uri="{FF2B5EF4-FFF2-40B4-BE49-F238E27FC236}">
                <a16:creationId xmlns:a16="http://schemas.microsoft.com/office/drawing/2014/main" id="{A52F93B4-865D-F956-429A-0590559EF82A}"/>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pic>
        <p:nvPicPr>
          <p:cNvPr id="27" name="Graphic 26">
            <a:extLst>
              <a:ext uri="{FF2B5EF4-FFF2-40B4-BE49-F238E27FC236}">
                <a16:creationId xmlns:a16="http://schemas.microsoft.com/office/drawing/2014/main" id="{48E21399-3588-9F59-965F-4766906D6DB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126288865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Slide 3">
    <p:bg>
      <p:bgPr>
        <a:solidFill>
          <a:srgbClr val="662483"/>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ACBE76D-E7E7-F198-FEC3-2F74E880F8B5}"/>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11" name="Espace réservé pour une image  6">
            <a:extLst>
              <a:ext uri="{FF2B5EF4-FFF2-40B4-BE49-F238E27FC236}">
                <a16:creationId xmlns:a16="http://schemas.microsoft.com/office/drawing/2014/main" id="{2C7FF228-6DB7-27BC-4AA4-C2397E1B4E97}"/>
              </a:ext>
            </a:extLst>
          </p:cNvPr>
          <p:cNvSpPr>
            <a:spLocks noGrp="1"/>
          </p:cNvSpPr>
          <p:nvPr>
            <p:ph type="pic" sz="quarter" idx="18" hasCustomPrompt="1"/>
          </p:nvPr>
        </p:nvSpPr>
        <p:spPr>
          <a:xfrm>
            <a:off x="5182850" y="1054318"/>
            <a:ext cx="7018116" cy="5809468"/>
          </a:xfrm>
          <a:custGeom>
            <a:avLst/>
            <a:gdLst>
              <a:gd name="connsiteX0" fmla="*/ 0 w 7005040"/>
              <a:gd name="connsiteY0" fmla="*/ 0 h 5809372"/>
              <a:gd name="connsiteX1" fmla="*/ 7005040 w 7005040"/>
              <a:gd name="connsiteY1" fmla="*/ 0 h 5809372"/>
              <a:gd name="connsiteX2" fmla="*/ 7005040 w 7005040"/>
              <a:gd name="connsiteY2" fmla="*/ 5809372 h 5809372"/>
              <a:gd name="connsiteX3" fmla="*/ 0 w 7005040"/>
              <a:gd name="connsiteY3" fmla="*/ 5809372 h 5809372"/>
              <a:gd name="connsiteX4" fmla="*/ 0 w 7005040"/>
              <a:gd name="connsiteY4" fmla="*/ 0 h 5809372"/>
              <a:gd name="connsiteX0" fmla="*/ 3810000 w 7005040"/>
              <a:gd name="connsiteY0" fmla="*/ 16934 h 5809372"/>
              <a:gd name="connsiteX1" fmla="*/ 7005040 w 7005040"/>
              <a:gd name="connsiteY1" fmla="*/ 0 h 5809372"/>
              <a:gd name="connsiteX2" fmla="*/ 7005040 w 7005040"/>
              <a:gd name="connsiteY2" fmla="*/ 5809372 h 5809372"/>
              <a:gd name="connsiteX3" fmla="*/ 0 w 7005040"/>
              <a:gd name="connsiteY3" fmla="*/ 5809372 h 5809372"/>
              <a:gd name="connsiteX4" fmla="*/ 3810000 w 7005040"/>
              <a:gd name="connsiteY4" fmla="*/ 16934 h 5809372"/>
              <a:gd name="connsiteX0" fmla="*/ 3810000 w 7005040"/>
              <a:gd name="connsiteY0" fmla="*/ 0 h 5792438"/>
              <a:gd name="connsiteX1" fmla="*/ 6835707 w 7005040"/>
              <a:gd name="connsiteY1" fmla="*/ 558799 h 5792438"/>
              <a:gd name="connsiteX2" fmla="*/ 7005040 w 7005040"/>
              <a:gd name="connsiteY2" fmla="*/ 5792438 h 5792438"/>
              <a:gd name="connsiteX3" fmla="*/ 0 w 7005040"/>
              <a:gd name="connsiteY3" fmla="*/ 5792438 h 5792438"/>
              <a:gd name="connsiteX4" fmla="*/ 3810000 w 7005040"/>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810000 w 6835707"/>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2949007 w 6835707"/>
              <a:gd name="connsiteY4" fmla="*/ 983371 h 5792438"/>
              <a:gd name="connsiteX5" fmla="*/ 3810000 w 6835707"/>
              <a:gd name="connsiteY5"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068928 w 6835707"/>
              <a:gd name="connsiteY4" fmla="*/ 1020846 h 5792438"/>
              <a:gd name="connsiteX5" fmla="*/ 3810000 w 6835707"/>
              <a:gd name="connsiteY5" fmla="*/ 0 h 5792438"/>
              <a:gd name="connsiteX0" fmla="*/ 3813748 w 6835707"/>
              <a:gd name="connsiteY0" fmla="*/ 0 h 5803681"/>
              <a:gd name="connsiteX1" fmla="*/ 6835707 w 6835707"/>
              <a:gd name="connsiteY1" fmla="*/ 570042 h 5803681"/>
              <a:gd name="connsiteX2" fmla="*/ 6835707 w 6835707"/>
              <a:gd name="connsiteY2" fmla="*/ 5786748 h 5803681"/>
              <a:gd name="connsiteX3" fmla="*/ 0 w 6835707"/>
              <a:gd name="connsiteY3" fmla="*/ 5803681 h 5803681"/>
              <a:gd name="connsiteX4" fmla="*/ 3068928 w 6835707"/>
              <a:gd name="connsiteY4" fmla="*/ 1032089 h 5803681"/>
              <a:gd name="connsiteX5" fmla="*/ 3813748 w 6835707"/>
              <a:gd name="connsiteY5" fmla="*/ 0 h 5803681"/>
              <a:gd name="connsiteX0" fmla="*/ 3821243 w 6835707"/>
              <a:gd name="connsiteY0" fmla="*/ 0 h 5796186"/>
              <a:gd name="connsiteX1" fmla="*/ 6835707 w 6835707"/>
              <a:gd name="connsiteY1" fmla="*/ 562547 h 5796186"/>
              <a:gd name="connsiteX2" fmla="*/ 6835707 w 6835707"/>
              <a:gd name="connsiteY2" fmla="*/ 5779253 h 5796186"/>
              <a:gd name="connsiteX3" fmla="*/ 0 w 6835707"/>
              <a:gd name="connsiteY3" fmla="*/ 5796186 h 5796186"/>
              <a:gd name="connsiteX4" fmla="*/ 3068928 w 6835707"/>
              <a:gd name="connsiteY4" fmla="*/ 1024594 h 5796186"/>
              <a:gd name="connsiteX5" fmla="*/ 3821243 w 6835707"/>
              <a:gd name="connsiteY5" fmla="*/ 0 h 5796186"/>
              <a:gd name="connsiteX0" fmla="*/ 3821243 w 6835707"/>
              <a:gd name="connsiteY0" fmla="*/ 0 h 5803682"/>
              <a:gd name="connsiteX1" fmla="*/ 6835707 w 6835707"/>
              <a:gd name="connsiteY1" fmla="*/ 57004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821243 w 6835707"/>
              <a:gd name="connsiteY0" fmla="*/ 0 h 5803682"/>
              <a:gd name="connsiteX1" fmla="*/ 6835707 w 6835707"/>
              <a:gd name="connsiteY1" fmla="*/ 60002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69379 w 7383843"/>
              <a:gd name="connsiteY0" fmla="*/ 0 h 5803682"/>
              <a:gd name="connsiteX1" fmla="*/ 7383843 w 7383843"/>
              <a:gd name="connsiteY1" fmla="*/ 600023 h 5803682"/>
              <a:gd name="connsiteX2" fmla="*/ 7383843 w 7383843"/>
              <a:gd name="connsiteY2" fmla="*/ 5786749 h 5803682"/>
              <a:gd name="connsiteX3" fmla="*/ 548136 w 7383843"/>
              <a:gd name="connsiteY3" fmla="*/ 5803682 h 5803682"/>
              <a:gd name="connsiteX4" fmla="*/ 429435 w 7383843"/>
              <a:gd name="connsiteY4" fmla="*/ 3506439 h 5803682"/>
              <a:gd name="connsiteX5" fmla="*/ 1801032 w 7383843"/>
              <a:gd name="connsiteY5" fmla="*/ 2936813 h 5803682"/>
              <a:gd name="connsiteX6" fmla="*/ 3225099 w 7383843"/>
              <a:gd name="connsiteY6" fmla="*/ 2344702 h 5803682"/>
              <a:gd name="connsiteX7" fmla="*/ 3617064 w 7383843"/>
              <a:gd name="connsiteY7" fmla="*/ 1032090 h 5803682"/>
              <a:gd name="connsiteX8" fmla="*/ 4369379 w 7383843"/>
              <a:gd name="connsiteY8"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326804 w 7341268"/>
              <a:gd name="connsiteY0" fmla="*/ 0 h 5803682"/>
              <a:gd name="connsiteX1" fmla="*/ 7341268 w 7341268"/>
              <a:gd name="connsiteY1" fmla="*/ 600023 h 5803682"/>
              <a:gd name="connsiteX2" fmla="*/ 7341268 w 7341268"/>
              <a:gd name="connsiteY2" fmla="*/ 5786749 h 5803682"/>
              <a:gd name="connsiteX3" fmla="*/ 629230 w 7341268"/>
              <a:gd name="connsiteY3" fmla="*/ 5803682 h 5803682"/>
              <a:gd name="connsiteX4" fmla="*/ 323152 w 7341268"/>
              <a:gd name="connsiteY4" fmla="*/ 4803089 h 5803682"/>
              <a:gd name="connsiteX5" fmla="*/ 386860 w 7341268"/>
              <a:gd name="connsiteY5" fmla="*/ 3506439 h 5803682"/>
              <a:gd name="connsiteX6" fmla="*/ 1758457 w 7341268"/>
              <a:gd name="connsiteY6" fmla="*/ 2936813 h 5803682"/>
              <a:gd name="connsiteX7" fmla="*/ 3182524 w 7341268"/>
              <a:gd name="connsiteY7" fmla="*/ 2344702 h 5803682"/>
              <a:gd name="connsiteX8" fmla="*/ 3574489 w 7341268"/>
              <a:gd name="connsiteY8" fmla="*/ 1032090 h 5803682"/>
              <a:gd name="connsiteX9" fmla="*/ 4326804 w 7341268"/>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01078 w 7018116"/>
              <a:gd name="connsiteY2" fmla="*/ 5667480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9468"/>
              <a:gd name="connsiteX1" fmla="*/ 7018116 w 7018116"/>
              <a:gd name="connsiteY1" fmla="*/ 600023 h 5809468"/>
              <a:gd name="connsiteX2" fmla="*/ 7012437 w 7018116"/>
              <a:gd name="connsiteY2" fmla="*/ 5809468 h 5809468"/>
              <a:gd name="connsiteX3" fmla="*/ 306078 w 7018116"/>
              <a:gd name="connsiteY3" fmla="*/ 5803682 h 5809468"/>
              <a:gd name="connsiteX4" fmla="*/ 0 w 7018116"/>
              <a:gd name="connsiteY4" fmla="*/ 4803089 h 5809468"/>
              <a:gd name="connsiteX5" fmla="*/ 63708 w 7018116"/>
              <a:gd name="connsiteY5" fmla="*/ 3506439 h 5809468"/>
              <a:gd name="connsiteX6" fmla="*/ 1435305 w 7018116"/>
              <a:gd name="connsiteY6" fmla="*/ 2936813 h 5809468"/>
              <a:gd name="connsiteX7" fmla="*/ 2859372 w 7018116"/>
              <a:gd name="connsiteY7" fmla="*/ 2344702 h 5809468"/>
              <a:gd name="connsiteX8" fmla="*/ 3251337 w 7018116"/>
              <a:gd name="connsiteY8" fmla="*/ 1032090 h 5809468"/>
              <a:gd name="connsiteX9" fmla="*/ 4003652 w 7018116"/>
              <a:gd name="connsiteY9" fmla="*/ 0 h 580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18116" h="5809468">
                <a:moveTo>
                  <a:pt x="4003652" y="0"/>
                </a:moveTo>
                <a:lnTo>
                  <a:pt x="7018116" y="600023"/>
                </a:lnTo>
                <a:cubicBezTo>
                  <a:pt x="7012437" y="2289175"/>
                  <a:pt x="7018116" y="4120316"/>
                  <a:pt x="7012437" y="5809468"/>
                </a:cubicBezTo>
                <a:lnTo>
                  <a:pt x="306078" y="5803682"/>
                </a:lnTo>
                <a:cubicBezTo>
                  <a:pt x="161345" y="5309331"/>
                  <a:pt x="135958" y="5253418"/>
                  <a:pt x="0" y="4803089"/>
                </a:cubicBezTo>
                <a:cubicBezTo>
                  <a:pt x="28935" y="4214101"/>
                  <a:pt x="36227" y="4041712"/>
                  <a:pt x="63708" y="3506439"/>
                </a:cubicBezTo>
                <a:cubicBezTo>
                  <a:pt x="725976" y="3219752"/>
                  <a:pt x="833200" y="3187273"/>
                  <a:pt x="1435305" y="2936813"/>
                </a:cubicBezTo>
                <a:lnTo>
                  <a:pt x="2859372" y="2344702"/>
                </a:lnTo>
                <a:cubicBezTo>
                  <a:pt x="3052319" y="1710581"/>
                  <a:pt x="3100598" y="1547167"/>
                  <a:pt x="3251337" y="1032090"/>
                </a:cubicBezTo>
                <a:lnTo>
                  <a:pt x="4003652" y="0"/>
                </a:lnTo>
                <a:close/>
              </a:path>
            </a:pathLst>
          </a:custGeom>
          <a:solidFill>
            <a:schemeClr val="bg1"/>
          </a:solidFill>
        </p:spPr>
        <p:txBody>
          <a:bodyPr bIns="1800000" anchor="b" anchorCtr="1"/>
          <a:lstStyle>
            <a:lvl1pPr marL="0" indent="0" algn="ctr">
              <a:lnSpc>
                <a:spcPct val="100000"/>
              </a:lnSpc>
              <a:buFontTx/>
              <a:buNone/>
              <a:defRPr/>
            </a:lvl1pPr>
          </a:lstStyle>
          <a:p>
            <a:r>
              <a:rPr noProof="0" dirty="0"/>
              <a:t>Click the icon to insert a picture.</a:t>
            </a:r>
            <a:br>
              <a:rPr noProof="0" dirty="0"/>
            </a:br>
            <a:r>
              <a:rPr noProof="0" dirty="0"/>
              <a:t> Right click and select “crop” to resize and move the picture. </a:t>
            </a:r>
          </a:p>
        </p:txBody>
      </p:sp>
      <p:pic>
        <p:nvPicPr>
          <p:cNvPr id="18" name="Image 7">
            <a:extLst>
              <a:ext uri="{FF2B5EF4-FFF2-40B4-BE49-F238E27FC236}">
                <a16:creationId xmlns:a16="http://schemas.microsoft.com/office/drawing/2014/main" id="{8E1D42A8-A807-8A96-C319-1BC7F6DBEA90}"/>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19" name="Title 6">
            <a:extLst>
              <a:ext uri="{FF2B5EF4-FFF2-40B4-BE49-F238E27FC236}">
                <a16:creationId xmlns:a16="http://schemas.microsoft.com/office/drawing/2014/main" id="{E1B903BE-A5AA-06C2-D360-5F361E6E430D}"/>
              </a:ext>
            </a:extLst>
          </p:cNvPr>
          <p:cNvSpPr>
            <a:spLocks noGrp="1"/>
          </p:cNvSpPr>
          <p:nvPr>
            <p:ph type="title" hasCustomPrompt="1"/>
          </p:nvPr>
        </p:nvSpPr>
        <p:spPr>
          <a:xfrm>
            <a:off x="839416" y="1374826"/>
            <a:ext cx="5256584" cy="614014"/>
          </a:xfrm>
          <a:prstGeom prst="rect">
            <a:avLst/>
          </a:prstGeom>
        </p:spPr>
        <p:txBody>
          <a:bodyPr tIns="36000" bIns="0">
            <a:normAutofit/>
          </a:bodyPr>
          <a:lstStyle>
            <a:lvl1pPr algn="l">
              <a:defRPr sz="3600" b="0" i="0">
                <a:solidFill>
                  <a:schemeClr val="bg1"/>
                </a:solidFill>
                <a:latin typeface="Verdana" pitchFamily="2" charset="77"/>
              </a:defRPr>
            </a:lvl1pPr>
          </a:lstStyle>
          <a:p>
            <a:pPr algn="l"/>
            <a:r>
              <a:rPr noProof="0" dirty="0"/>
              <a:t>Click to insert</a:t>
            </a:r>
          </a:p>
        </p:txBody>
      </p:sp>
      <p:sp>
        <p:nvSpPr>
          <p:cNvPr id="21" name="Sous-titre 2">
            <a:extLst>
              <a:ext uri="{FF2B5EF4-FFF2-40B4-BE49-F238E27FC236}">
                <a16:creationId xmlns:a16="http://schemas.microsoft.com/office/drawing/2014/main" id="{F4E665A6-5808-08DD-D760-3E61C423BE8E}"/>
              </a:ext>
            </a:extLst>
          </p:cNvPr>
          <p:cNvSpPr>
            <a:spLocks noGrp="1"/>
          </p:cNvSpPr>
          <p:nvPr>
            <p:ph type="subTitle" idx="1" hasCustomPrompt="1"/>
          </p:nvPr>
        </p:nvSpPr>
        <p:spPr>
          <a:xfrm>
            <a:off x="839416" y="2076668"/>
            <a:ext cx="5256584" cy="614014"/>
          </a:xfrm>
          <a:prstGeom prst="rect">
            <a:avLst/>
          </a:prstGeom>
        </p:spPr>
        <p:txBody>
          <a:bodyPr tIns="0" bIns="0">
            <a:normAutofit/>
          </a:bodyPr>
          <a:lstStyle>
            <a:lvl1pPr marL="0" indent="0" algn="l">
              <a:lnSpc>
                <a:spcPct val="100000"/>
              </a:lnSpc>
              <a:buNone/>
              <a:defRPr sz="36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A 2-line title</a:t>
            </a:r>
          </a:p>
        </p:txBody>
      </p:sp>
      <p:sp>
        <p:nvSpPr>
          <p:cNvPr id="22" name="Espace réservé du texte 7">
            <a:extLst>
              <a:ext uri="{FF2B5EF4-FFF2-40B4-BE49-F238E27FC236}">
                <a16:creationId xmlns:a16="http://schemas.microsoft.com/office/drawing/2014/main" id="{E1E41707-276B-5FC3-E51E-E793336551F5}"/>
              </a:ext>
            </a:extLst>
          </p:cNvPr>
          <p:cNvSpPr>
            <a:spLocks noGrp="1"/>
          </p:cNvSpPr>
          <p:nvPr>
            <p:ph type="body" sz="quarter" idx="14" hasCustomPrompt="1"/>
          </p:nvPr>
        </p:nvSpPr>
        <p:spPr>
          <a:xfrm>
            <a:off x="839416" y="2963285"/>
            <a:ext cx="5256584" cy="249299"/>
          </a:xfrm>
          <a:prstGeom prst="rect">
            <a:avLst/>
          </a:prstGeom>
        </p:spPr>
        <p:txBody>
          <a:bodyPr wrap="square" tIns="0" bIns="0" anchor="ctr">
            <a:spAutoFit/>
          </a:bodyPr>
          <a:lstStyle>
            <a:lvl1pPr marL="0" indent="0" algn="l">
              <a:buNone/>
              <a:defRPr sz="1800" b="0" baseline="0">
                <a:solidFill>
                  <a:schemeClr val="bg1"/>
                </a:solidFill>
                <a:latin typeface="Verdana" pitchFamily="2" charset="77"/>
              </a:defRPr>
            </a:lvl1pPr>
          </a:lstStyle>
          <a:p>
            <a:pPr lvl="0"/>
            <a:r>
              <a:rPr noProof="0" dirty="0"/>
              <a:t>Click to insert subtitle</a:t>
            </a:r>
          </a:p>
        </p:txBody>
      </p:sp>
      <p:cxnSp>
        <p:nvCxnSpPr>
          <p:cNvPr id="23" name="Straight Connector 22">
            <a:extLst>
              <a:ext uri="{FF2B5EF4-FFF2-40B4-BE49-F238E27FC236}">
                <a16:creationId xmlns:a16="http://schemas.microsoft.com/office/drawing/2014/main" id="{962B8C51-ACCC-7A02-61C4-A26C3D92EB80}"/>
              </a:ext>
            </a:extLst>
          </p:cNvPr>
          <p:cNvCxnSpPr>
            <a:cxnSpLocks/>
          </p:cNvCxnSpPr>
          <p:nvPr userDrawn="1"/>
        </p:nvCxnSpPr>
        <p:spPr>
          <a:xfrm>
            <a:off x="-8966" y="3717032"/>
            <a:ext cx="5191816" cy="212733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02FF09-05E7-C827-F0C7-6623E5BE4B4A}"/>
              </a:ext>
            </a:extLst>
          </p:cNvPr>
          <p:cNvCxnSpPr>
            <a:cxnSpLocks/>
          </p:cNvCxnSpPr>
          <p:nvPr userDrawn="1"/>
        </p:nvCxnSpPr>
        <p:spPr>
          <a:xfrm flipV="1">
            <a:off x="3575720" y="4547218"/>
            <a:ext cx="1675617" cy="232349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79F6EBE-9689-C3AC-7ED1-35E9BB3628E3}"/>
              </a:ext>
            </a:extLst>
          </p:cNvPr>
          <p:cNvCxnSpPr>
            <a:cxnSpLocks/>
          </p:cNvCxnSpPr>
          <p:nvPr userDrawn="1"/>
        </p:nvCxnSpPr>
        <p:spPr>
          <a:xfrm>
            <a:off x="7220170" y="0"/>
            <a:ext cx="1972174" cy="105431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CB0EBF0-0B84-8577-6398-DCF3EF35A4E7}"/>
              </a:ext>
            </a:extLst>
          </p:cNvPr>
          <p:cNvCxnSpPr>
            <a:cxnSpLocks/>
          </p:cNvCxnSpPr>
          <p:nvPr userDrawn="1"/>
        </p:nvCxnSpPr>
        <p:spPr>
          <a:xfrm>
            <a:off x="7211204" y="0"/>
            <a:ext cx="829012" cy="3414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9562E68-5FA7-5122-3D51-6D4FA9E235A6}"/>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3" name="Hexagon 34">
            <a:extLst>
              <a:ext uri="{FF2B5EF4-FFF2-40B4-BE49-F238E27FC236}">
                <a16:creationId xmlns:a16="http://schemas.microsoft.com/office/drawing/2014/main" id="{EE7B7EA0-7525-A897-E803-8DCFE079D851}"/>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4" name="Group 3">
            <a:extLst>
              <a:ext uri="{FF2B5EF4-FFF2-40B4-BE49-F238E27FC236}">
                <a16:creationId xmlns:a16="http://schemas.microsoft.com/office/drawing/2014/main" id="{0F0CEC03-12EF-1DE2-23C8-2D54E11898C4}"/>
              </a:ext>
            </a:extLst>
          </p:cNvPr>
          <p:cNvGrpSpPr/>
          <p:nvPr userDrawn="1"/>
        </p:nvGrpSpPr>
        <p:grpSpPr>
          <a:xfrm>
            <a:off x="-3295214" y="-1132958"/>
            <a:ext cx="1548392" cy="442988"/>
            <a:chOff x="-3411790" y="-1707010"/>
            <a:chExt cx="1548392" cy="442988"/>
          </a:xfrm>
        </p:grpSpPr>
        <p:sp>
          <p:nvSpPr>
            <p:cNvPr id="5" name="Hexagon 34">
              <a:extLst>
                <a:ext uri="{FF2B5EF4-FFF2-40B4-BE49-F238E27FC236}">
                  <a16:creationId xmlns:a16="http://schemas.microsoft.com/office/drawing/2014/main" id="{F3AFDD83-846E-DF9A-A808-C4D1320D2DD7}"/>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Hexagon 34">
              <a:extLst>
                <a:ext uri="{FF2B5EF4-FFF2-40B4-BE49-F238E27FC236}">
                  <a16:creationId xmlns:a16="http://schemas.microsoft.com/office/drawing/2014/main" id="{74E7AF4C-038B-F7FF-2C3F-0DF4BFD224D3}"/>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Hexagon 34">
              <a:extLst>
                <a:ext uri="{FF2B5EF4-FFF2-40B4-BE49-F238E27FC236}">
                  <a16:creationId xmlns:a16="http://schemas.microsoft.com/office/drawing/2014/main" id="{96B7F1A1-D9C1-DD24-DBA1-8446DA52E0CA}"/>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9" name="TextBox 8">
            <a:extLst>
              <a:ext uri="{FF2B5EF4-FFF2-40B4-BE49-F238E27FC236}">
                <a16:creationId xmlns:a16="http://schemas.microsoft.com/office/drawing/2014/main" id="{10BBA584-3C92-8300-7EE6-89DE0F4B203F}"/>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10" name="Hexagon 34">
            <a:extLst>
              <a:ext uri="{FF2B5EF4-FFF2-40B4-BE49-F238E27FC236}">
                <a16:creationId xmlns:a16="http://schemas.microsoft.com/office/drawing/2014/main" id="{8E66D123-4D34-F32A-A790-D21B4A0BBF92}"/>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2" name="Group 11">
            <a:extLst>
              <a:ext uri="{FF2B5EF4-FFF2-40B4-BE49-F238E27FC236}">
                <a16:creationId xmlns:a16="http://schemas.microsoft.com/office/drawing/2014/main" id="{A5F61B7D-F7F5-144A-469B-10C69B9648E3}"/>
              </a:ext>
            </a:extLst>
          </p:cNvPr>
          <p:cNvGrpSpPr/>
          <p:nvPr userDrawn="1"/>
        </p:nvGrpSpPr>
        <p:grpSpPr>
          <a:xfrm>
            <a:off x="-3291571" y="1977900"/>
            <a:ext cx="1582363" cy="442988"/>
            <a:chOff x="-3567586" y="1544252"/>
            <a:chExt cx="1582363" cy="442988"/>
          </a:xfrm>
        </p:grpSpPr>
        <p:sp>
          <p:nvSpPr>
            <p:cNvPr id="13" name="Hexagon 34">
              <a:extLst>
                <a:ext uri="{FF2B5EF4-FFF2-40B4-BE49-F238E27FC236}">
                  <a16:creationId xmlns:a16="http://schemas.microsoft.com/office/drawing/2014/main" id="{B1CEDD32-7EB2-75BA-0474-4A6E650435C6}"/>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Hexagon 34">
              <a:extLst>
                <a:ext uri="{FF2B5EF4-FFF2-40B4-BE49-F238E27FC236}">
                  <a16:creationId xmlns:a16="http://schemas.microsoft.com/office/drawing/2014/main" id="{F67CA5BE-014B-6A14-0901-A62D22DD1B24}"/>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Hexagon 34">
              <a:extLst>
                <a:ext uri="{FF2B5EF4-FFF2-40B4-BE49-F238E27FC236}">
                  <a16:creationId xmlns:a16="http://schemas.microsoft.com/office/drawing/2014/main" id="{5FA3CD53-3EBE-C82B-DB61-01AD0D1DB67B}"/>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6" name="Group 15">
            <a:extLst>
              <a:ext uri="{FF2B5EF4-FFF2-40B4-BE49-F238E27FC236}">
                <a16:creationId xmlns:a16="http://schemas.microsoft.com/office/drawing/2014/main" id="{1683DB1F-9086-471E-9241-DF6B6D02A61D}"/>
              </a:ext>
            </a:extLst>
          </p:cNvPr>
          <p:cNvGrpSpPr/>
          <p:nvPr userDrawn="1"/>
        </p:nvGrpSpPr>
        <p:grpSpPr>
          <a:xfrm>
            <a:off x="-3286877" y="2449354"/>
            <a:ext cx="2087091" cy="442988"/>
            <a:chOff x="-4115294" y="1029294"/>
            <a:chExt cx="2087091" cy="442988"/>
          </a:xfrm>
          <a:solidFill>
            <a:srgbClr val="B9B414"/>
          </a:solidFill>
        </p:grpSpPr>
        <p:sp>
          <p:nvSpPr>
            <p:cNvPr id="17" name="Hexagon 34">
              <a:extLst>
                <a:ext uri="{FF2B5EF4-FFF2-40B4-BE49-F238E27FC236}">
                  <a16:creationId xmlns:a16="http://schemas.microsoft.com/office/drawing/2014/main" id="{58E5E585-818F-C4EA-D81E-A350A9617FD4}"/>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0" name="Hexagon 34">
              <a:extLst>
                <a:ext uri="{FF2B5EF4-FFF2-40B4-BE49-F238E27FC236}">
                  <a16:creationId xmlns:a16="http://schemas.microsoft.com/office/drawing/2014/main" id="{CFADB380-53DD-6C5E-C6E7-FF18126E21D0}"/>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Hexagon 34">
              <a:extLst>
                <a:ext uri="{FF2B5EF4-FFF2-40B4-BE49-F238E27FC236}">
                  <a16:creationId xmlns:a16="http://schemas.microsoft.com/office/drawing/2014/main" id="{C2695937-E9CE-94D3-1946-75E051854E0D}"/>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Hexagon 34">
              <a:extLst>
                <a:ext uri="{FF2B5EF4-FFF2-40B4-BE49-F238E27FC236}">
                  <a16:creationId xmlns:a16="http://schemas.microsoft.com/office/drawing/2014/main" id="{E0FF2D7E-6879-1C6F-7967-FB8A77190402}"/>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6" name="Group 25">
            <a:extLst>
              <a:ext uri="{FF2B5EF4-FFF2-40B4-BE49-F238E27FC236}">
                <a16:creationId xmlns:a16="http://schemas.microsoft.com/office/drawing/2014/main" id="{8AF1113E-D7D7-9C9C-F000-62754FDE057D}"/>
              </a:ext>
            </a:extLst>
          </p:cNvPr>
          <p:cNvGrpSpPr/>
          <p:nvPr userDrawn="1"/>
        </p:nvGrpSpPr>
        <p:grpSpPr>
          <a:xfrm>
            <a:off x="-3286877" y="2952848"/>
            <a:ext cx="2058063" cy="442988"/>
            <a:chOff x="-4115294" y="1029294"/>
            <a:chExt cx="2058063" cy="442988"/>
          </a:xfrm>
          <a:solidFill>
            <a:srgbClr val="D70F3C"/>
          </a:solidFill>
        </p:grpSpPr>
        <p:sp>
          <p:nvSpPr>
            <p:cNvPr id="27" name="Hexagon 34">
              <a:extLst>
                <a:ext uri="{FF2B5EF4-FFF2-40B4-BE49-F238E27FC236}">
                  <a16:creationId xmlns:a16="http://schemas.microsoft.com/office/drawing/2014/main" id="{C05EBF97-5E74-BF86-3FF1-D631F47C3354}"/>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9" name="Hexagon 34">
              <a:extLst>
                <a:ext uri="{FF2B5EF4-FFF2-40B4-BE49-F238E27FC236}">
                  <a16:creationId xmlns:a16="http://schemas.microsoft.com/office/drawing/2014/main" id="{9883A4B6-034E-6D76-C061-B1DC3334EE95}"/>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0" name="Hexagon 34">
              <a:extLst>
                <a:ext uri="{FF2B5EF4-FFF2-40B4-BE49-F238E27FC236}">
                  <a16:creationId xmlns:a16="http://schemas.microsoft.com/office/drawing/2014/main" id="{7EA61B00-5106-52CD-3D72-EDEFFBBC019C}"/>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Hexagon 34">
              <a:extLst>
                <a:ext uri="{FF2B5EF4-FFF2-40B4-BE49-F238E27FC236}">
                  <a16:creationId xmlns:a16="http://schemas.microsoft.com/office/drawing/2014/main" id="{EAAD801A-248C-347D-B85C-785F3B4785F8}"/>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3" name="Hexagon 34">
            <a:extLst>
              <a:ext uri="{FF2B5EF4-FFF2-40B4-BE49-F238E27FC236}">
                <a16:creationId xmlns:a16="http://schemas.microsoft.com/office/drawing/2014/main" id="{01CAD990-3F25-3EEA-33EC-BF2F684F3B62}"/>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35" name="Group 34">
            <a:extLst>
              <a:ext uri="{FF2B5EF4-FFF2-40B4-BE49-F238E27FC236}">
                <a16:creationId xmlns:a16="http://schemas.microsoft.com/office/drawing/2014/main" id="{33FE0BA9-18A2-3C94-D3EE-5ECC0DB5F781}"/>
              </a:ext>
            </a:extLst>
          </p:cNvPr>
          <p:cNvGrpSpPr/>
          <p:nvPr userDrawn="1"/>
        </p:nvGrpSpPr>
        <p:grpSpPr>
          <a:xfrm>
            <a:off x="-3266531" y="5099698"/>
            <a:ext cx="1526931" cy="442988"/>
            <a:chOff x="-3425632" y="4294521"/>
            <a:chExt cx="1526931" cy="442988"/>
          </a:xfrm>
        </p:grpSpPr>
        <p:sp>
          <p:nvSpPr>
            <p:cNvPr id="36" name="Hexagon 34">
              <a:extLst>
                <a:ext uri="{FF2B5EF4-FFF2-40B4-BE49-F238E27FC236}">
                  <a16:creationId xmlns:a16="http://schemas.microsoft.com/office/drawing/2014/main" id="{866405A8-2ADF-2161-7586-97C0F75657E4}"/>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2" name="Hexagon 34">
              <a:extLst>
                <a:ext uri="{FF2B5EF4-FFF2-40B4-BE49-F238E27FC236}">
                  <a16:creationId xmlns:a16="http://schemas.microsoft.com/office/drawing/2014/main" id="{89C698FD-C677-6E55-3F6F-FEB566095A4F}"/>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Hexagon 34">
              <a:extLst>
                <a:ext uri="{FF2B5EF4-FFF2-40B4-BE49-F238E27FC236}">
                  <a16:creationId xmlns:a16="http://schemas.microsoft.com/office/drawing/2014/main" id="{4F144F58-66A0-0E29-ACC2-9DE28756D9EB}"/>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4" name="Group 83">
            <a:extLst>
              <a:ext uri="{FF2B5EF4-FFF2-40B4-BE49-F238E27FC236}">
                <a16:creationId xmlns:a16="http://schemas.microsoft.com/office/drawing/2014/main" id="{220E7BB5-2593-9E2B-762E-D01B25354772}"/>
              </a:ext>
            </a:extLst>
          </p:cNvPr>
          <p:cNvGrpSpPr/>
          <p:nvPr userDrawn="1"/>
        </p:nvGrpSpPr>
        <p:grpSpPr>
          <a:xfrm>
            <a:off x="-3286877" y="5596852"/>
            <a:ext cx="1511027" cy="436914"/>
            <a:chOff x="-4115294" y="5524844"/>
            <a:chExt cx="1511027" cy="436914"/>
          </a:xfrm>
        </p:grpSpPr>
        <p:sp>
          <p:nvSpPr>
            <p:cNvPr id="85" name="Hexagon 34">
              <a:extLst>
                <a:ext uri="{FF2B5EF4-FFF2-40B4-BE49-F238E27FC236}">
                  <a16:creationId xmlns:a16="http://schemas.microsoft.com/office/drawing/2014/main" id="{12C47180-2571-56B2-7F22-9FD422C930B4}"/>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6" name="Hexagon 34">
              <a:extLst>
                <a:ext uri="{FF2B5EF4-FFF2-40B4-BE49-F238E27FC236}">
                  <a16:creationId xmlns:a16="http://schemas.microsoft.com/office/drawing/2014/main" id="{62C0FC8D-B168-1B1B-6C25-C66EC01F2E08}"/>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7" name="Hexagon 34">
              <a:extLst>
                <a:ext uri="{FF2B5EF4-FFF2-40B4-BE49-F238E27FC236}">
                  <a16:creationId xmlns:a16="http://schemas.microsoft.com/office/drawing/2014/main" id="{2FC58688-C06A-01BB-DCC3-B38FBA365B94}"/>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8" name="Group 87">
            <a:extLst>
              <a:ext uri="{FF2B5EF4-FFF2-40B4-BE49-F238E27FC236}">
                <a16:creationId xmlns:a16="http://schemas.microsoft.com/office/drawing/2014/main" id="{62F8AAB5-EEE7-D4FE-BC23-B5EB20750B7E}"/>
              </a:ext>
            </a:extLst>
          </p:cNvPr>
          <p:cNvGrpSpPr/>
          <p:nvPr userDrawn="1"/>
        </p:nvGrpSpPr>
        <p:grpSpPr>
          <a:xfrm>
            <a:off x="-3286877" y="6087932"/>
            <a:ext cx="1517905" cy="447214"/>
            <a:chOff x="-4115294" y="6015924"/>
            <a:chExt cx="1517905" cy="447214"/>
          </a:xfrm>
        </p:grpSpPr>
        <p:sp>
          <p:nvSpPr>
            <p:cNvPr id="89" name="Hexagon 34">
              <a:extLst>
                <a:ext uri="{FF2B5EF4-FFF2-40B4-BE49-F238E27FC236}">
                  <a16:creationId xmlns:a16="http://schemas.microsoft.com/office/drawing/2014/main" id="{C0AF2232-BEF5-1495-463E-98E94BF956F4}"/>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0" name="Group 89">
              <a:extLst>
                <a:ext uri="{FF2B5EF4-FFF2-40B4-BE49-F238E27FC236}">
                  <a16:creationId xmlns:a16="http://schemas.microsoft.com/office/drawing/2014/main" id="{C9357A9F-C00C-F8DA-1A4A-72B06AFE5180}"/>
                </a:ext>
              </a:extLst>
            </p:cNvPr>
            <p:cNvGrpSpPr/>
            <p:nvPr userDrawn="1"/>
          </p:nvGrpSpPr>
          <p:grpSpPr>
            <a:xfrm>
              <a:off x="-3603689" y="6015924"/>
              <a:ext cx="1006300" cy="436914"/>
              <a:chOff x="-4129137" y="5622699"/>
              <a:chExt cx="1006300" cy="436914"/>
            </a:xfrm>
          </p:grpSpPr>
          <p:sp>
            <p:nvSpPr>
              <p:cNvPr id="91" name="Hexagon 34">
                <a:extLst>
                  <a:ext uri="{FF2B5EF4-FFF2-40B4-BE49-F238E27FC236}">
                    <a16:creationId xmlns:a16="http://schemas.microsoft.com/office/drawing/2014/main" id="{574EA67F-0EFD-EC77-25F4-D322C8F1D34F}"/>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2" name="Hexagon 34">
                <a:extLst>
                  <a:ext uri="{FF2B5EF4-FFF2-40B4-BE49-F238E27FC236}">
                    <a16:creationId xmlns:a16="http://schemas.microsoft.com/office/drawing/2014/main" id="{481F665E-670F-A779-8AAF-7E8786C2A667}"/>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3" name="TextBox 92">
            <a:extLst>
              <a:ext uri="{FF2B5EF4-FFF2-40B4-BE49-F238E27FC236}">
                <a16:creationId xmlns:a16="http://schemas.microsoft.com/office/drawing/2014/main" id="{18267D21-DA71-1C0F-9FF1-612DB4CC8ACF}"/>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4" name="Group 93">
            <a:extLst>
              <a:ext uri="{FF2B5EF4-FFF2-40B4-BE49-F238E27FC236}">
                <a16:creationId xmlns:a16="http://schemas.microsoft.com/office/drawing/2014/main" id="{D0A00A6E-B31E-A1B2-5EE7-FC15F15AD153}"/>
              </a:ext>
            </a:extLst>
          </p:cNvPr>
          <p:cNvGrpSpPr/>
          <p:nvPr userDrawn="1"/>
        </p:nvGrpSpPr>
        <p:grpSpPr>
          <a:xfrm>
            <a:off x="-3241629" y="7317432"/>
            <a:ext cx="1546813" cy="436914"/>
            <a:chOff x="-4129137" y="6934996"/>
            <a:chExt cx="1546813" cy="436914"/>
          </a:xfrm>
        </p:grpSpPr>
        <p:sp>
          <p:nvSpPr>
            <p:cNvPr id="95" name="Hexagon 34">
              <a:extLst>
                <a:ext uri="{FF2B5EF4-FFF2-40B4-BE49-F238E27FC236}">
                  <a16:creationId xmlns:a16="http://schemas.microsoft.com/office/drawing/2014/main" id="{F2220C0B-6B7F-D0F6-FDEA-AAF84EA1B2FB}"/>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6" name="Group 95">
              <a:extLst>
                <a:ext uri="{FF2B5EF4-FFF2-40B4-BE49-F238E27FC236}">
                  <a16:creationId xmlns:a16="http://schemas.microsoft.com/office/drawing/2014/main" id="{F0B3773D-F5E4-8C6B-8DC8-0B38F3B7FC5D}"/>
                </a:ext>
              </a:extLst>
            </p:cNvPr>
            <p:cNvGrpSpPr/>
            <p:nvPr userDrawn="1"/>
          </p:nvGrpSpPr>
          <p:grpSpPr>
            <a:xfrm>
              <a:off x="-4129137" y="6934996"/>
              <a:ext cx="1546813" cy="436914"/>
              <a:chOff x="-4129137" y="6934996"/>
              <a:chExt cx="1546813" cy="436914"/>
            </a:xfrm>
          </p:grpSpPr>
          <p:sp>
            <p:nvSpPr>
              <p:cNvPr id="97" name="Hexagon 34">
                <a:extLst>
                  <a:ext uri="{FF2B5EF4-FFF2-40B4-BE49-F238E27FC236}">
                    <a16:creationId xmlns:a16="http://schemas.microsoft.com/office/drawing/2014/main" id="{3D335CAB-C78B-A6FB-8336-381B464726D1}"/>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Hexagon 34">
                <a:extLst>
                  <a:ext uri="{FF2B5EF4-FFF2-40B4-BE49-F238E27FC236}">
                    <a16:creationId xmlns:a16="http://schemas.microsoft.com/office/drawing/2014/main" id="{FED0B6E3-254F-6715-CB5A-986F3EFA2763}"/>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9" name="TextBox 98">
            <a:extLst>
              <a:ext uri="{FF2B5EF4-FFF2-40B4-BE49-F238E27FC236}">
                <a16:creationId xmlns:a16="http://schemas.microsoft.com/office/drawing/2014/main" id="{FE02F909-6222-82D8-010F-6A964197A743}"/>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100" name="Group 99">
            <a:extLst>
              <a:ext uri="{FF2B5EF4-FFF2-40B4-BE49-F238E27FC236}">
                <a16:creationId xmlns:a16="http://schemas.microsoft.com/office/drawing/2014/main" id="{0A4FA95F-1AD9-9135-8557-B9E003C3D474}"/>
              </a:ext>
            </a:extLst>
          </p:cNvPr>
          <p:cNvGrpSpPr/>
          <p:nvPr userDrawn="1"/>
        </p:nvGrpSpPr>
        <p:grpSpPr>
          <a:xfrm>
            <a:off x="-3304566" y="-618524"/>
            <a:ext cx="1989792" cy="442988"/>
            <a:chOff x="-4115294" y="1029294"/>
            <a:chExt cx="1989792" cy="442988"/>
          </a:xfrm>
        </p:grpSpPr>
        <p:sp>
          <p:nvSpPr>
            <p:cNvPr id="101" name="Hexagon 34">
              <a:extLst>
                <a:ext uri="{FF2B5EF4-FFF2-40B4-BE49-F238E27FC236}">
                  <a16:creationId xmlns:a16="http://schemas.microsoft.com/office/drawing/2014/main" id="{C6D1F7ED-08F1-5C4E-11BF-5EFD55289A89}"/>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14F2EEC5-B30B-A71A-1E2F-572787213CA4}"/>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3" name="Hexagon 34">
              <a:extLst>
                <a:ext uri="{FF2B5EF4-FFF2-40B4-BE49-F238E27FC236}">
                  <a16:creationId xmlns:a16="http://schemas.microsoft.com/office/drawing/2014/main" id="{F0D3E9B4-1417-317C-4551-0A862FB54CA9}"/>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Hexagon 34">
              <a:extLst>
                <a:ext uri="{FF2B5EF4-FFF2-40B4-BE49-F238E27FC236}">
                  <a16:creationId xmlns:a16="http://schemas.microsoft.com/office/drawing/2014/main" id="{56796C19-4871-01A9-3C4E-677790CA492E}"/>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5" name="Group 104">
            <a:extLst>
              <a:ext uri="{FF2B5EF4-FFF2-40B4-BE49-F238E27FC236}">
                <a16:creationId xmlns:a16="http://schemas.microsoft.com/office/drawing/2014/main" id="{92D07A11-2BA1-61FF-AEEE-7442ABBFA297}"/>
              </a:ext>
            </a:extLst>
          </p:cNvPr>
          <p:cNvGrpSpPr/>
          <p:nvPr userDrawn="1"/>
        </p:nvGrpSpPr>
        <p:grpSpPr>
          <a:xfrm>
            <a:off x="-3304743" y="-114468"/>
            <a:ext cx="1557921" cy="436914"/>
            <a:chOff x="-4115294" y="1029294"/>
            <a:chExt cx="1557921" cy="436914"/>
          </a:xfrm>
        </p:grpSpPr>
        <p:sp>
          <p:nvSpPr>
            <p:cNvPr id="106" name="Hexagon 34">
              <a:extLst>
                <a:ext uri="{FF2B5EF4-FFF2-40B4-BE49-F238E27FC236}">
                  <a16:creationId xmlns:a16="http://schemas.microsoft.com/office/drawing/2014/main" id="{AB802823-0802-D447-1B94-B869625F9D5F}"/>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7" name="Hexagon 34">
              <a:extLst>
                <a:ext uri="{FF2B5EF4-FFF2-40B4-BE49-F238E27FC236}">
                  <a16:creationId xmlns:a16="http://schemas.microsoft.com/office/drawing/2014/main" id="{BE0EFFA2-0C47-15A0-40AA-987B57641737}"/>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8" name="Hexagon 34">
              <a:extLst>
                <a:ext uri="{FF2B5EF4-FFF2-40B4-BE49-F238E27FC236}">
                  <a16:creationId xmlns:a16="http://schemas.microsoft.com/office/drawing/2014/main" id="{C9DB8AF5-B2FC-012C-DC98-F7C20C26B861}"/>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9" name="TextBox 108">
            <a:extLst>
              <a:ext uri="{FF2B5EF4-FFF2-40B4-BE49-F238E27FC236}">
                <a16:creationId xmlns:a16="http://schemas.microsoft.com/office/drawing/2014/main" id="{C83D757A-A3DE-0907-1921-012BE2EE53A5}"/>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0" name="Right Brace 109">
            <a:extLst>
              <a:ext uri="{FF2B5EF4-FFF2-40B4-BE49-F238E27FC236}">
                <a16:creationId xmlns:a16="http://schemas.microsoft.com/office/drawing/2014/main" id="{47C1158B-6D90-EB37-0D33-D49F07F5777D}"/>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1" name="TextBox 110">
            <a:extLst>
              <a:ext uri="{FF2B5EF4-FFF2-40B4-BE49-F238E27FC236}">
                <a16:creationId xmlns:a16="http://schemas.microsoft.com/office/drawing/2014/main" id="{1F3436D2-0EFF-339A-DFE1-5AA9DD4E6106}"/>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2" name="TextBox 111">
            <a:extLst>
              <a:ext uri="{FF2B5EF4-FFF2-40B4-BE49-F238E27FC236}">
                <a16:creationId xmlns:a16="http://schemas.microsoft.com/office/drawing/2014/main" id="{39225A9C-0D23-D549-7595-2DBDC23BF163}"/>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3" name="Right Brace 112">
            <a:extLst>
              <a:ext uri="{FF2B5EF4-FFF2-40B4-BE49-F238E27FC236}">
                <a16:creationId xmlns:a16="http://schemas.microsoft.com/office/drawing/2014/main" id="{789B5950-1485-6D88-9D0E-FCE73474F4B7}"/>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4" name="TextBox 113">
            <a:extLst>
              <a:ext uri="{FF2B5EF4-FFF2-40B4-BE49-F238E27FC236}">
                <a16:creationId xmlns:a16="http://schemas.microsoft.com/office/drawing/2014/main" id="{C7FE281F-E8D2-ABF5-1A67-708DCE071DB4}"/>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5" name="Right Brace 114">
            <a:extLst>
              <a:ext uri="{FF2B5EF4-FFF2-40B4-BE49-F238E27FC236}">
                <a16:creationId xmlns:a16="http://schemas.microsoft.com/office/drawing/2014/main" id="{E3973A47-64F3-33B7-A2F9-5FC9F2DA9407}"/>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6" name="TextBox 115">
            <a:extLst>
              <a:ext uri="{FF2B5EF4-FFF2-40B4-BE49-F238E27FC236}">
                <a16:creationId xmlns:a16="http://schemas.microsoft.com/office/drawing/2014/main" id="{72D452B6-A7E2-B578-63B8-D6672B54F46C}"/>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7" name="TextBox 116">
            <a:extLst>
              <a:ext uri="{FF2B5EF4-FFF2-40B4-BE49-F238E27FC236}">
                <a16:creationId xmlns:a16="http://schemas.microsoft.com/office/drawing/2014/main" id="{F09E18E3-FD53-0336-0B9F-9909AC5A6254}"/>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8" name="Right Brace 117">
            <a:extLst>
              <a:ext uri="{FF2B5EF4-FFF2-40B4-BE49-F238E27FC236}">
                <a16:creationId xmlns:a16="http://schemas.microsoft.com/office/drawing/2014/main" id="{A1F86462-3E09-AB04-3168-F9D04903E19F}"/>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Right Brace 118">
            <a:extLst>
              <a:ext uri="{FF2B5EF4-FFF2-40B4-BE49-F238E27FC236}">
                <a16:creationId xmlns:a16="http://schemas.microsoft.com/office/drawing/2014/main" id="{2B82DB08-BEED-E654-B999-0F33453379E9}"/>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0" name="Right Brace 119">
            <a:extLst>
              <a:ext uri="{FF2B5EF4-FFF2-40B4-BE49-F238E27FC236}">
                <a16:creationId xmlns:a16="http://schemas.microsoft.com/office/drawing/2014/main" id="{C2D2AED1-127E-C947-7297-DC248190B406}"/>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1" name="TextBox 120">
            <a:extLst>
              <a:ext uri="{FF2B5EF4-FFF2-40B4-BE49-F238E27FC236}">
                <a16:creationId xmlns:a16="http://schemas.microsoft.com/office/drawing/2014/main" id="{C71F2418-D883-4105-20EF-241F1A05D3F7}"/>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pic>
        <p:nvPicPr>
          <p:cNvPr id="37" name="Graphic 36">
            <a:extLst>
              <a:ext uri="{FF2B5EF4-FFF2-40B4-BE49-F238E27FC236}">
                <a16:creationId xmlns:a16="http://schemas.microsoft.com/office/drawing/2014/main" id="{946E58DB-ACC6-4093-4FB9-F1123FF43E9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25774988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ter Slide 4">
    <p:bg>
      <p:bgPr>
        <a:solidFill>
          <a:srgbClr val="FFCA4C"/>
        </a:solidFill>
        <a:effectLst/>
      </p:bgPr>
    </p:bg>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D314F373-7FA0-9E59-9F6D-54F01166787C}"/>
              </a:ext>
            </a:extLst>
          </p:cNvPr>
          <p:cNvSpPr>
            <a:spLocks noGrp="1"/>
          </p:cNvSpPr>
          <p:nvPr>
            <p:ph type="title" hasCustomPrompt="1"/>
          </p:nvPr>
        </p:nvSpPr>
        <p:spPr>
          <a:xfrm>
            <a:off x="839416" y="1374826"/>
            <a:ext cx="5256584" cy="614014"/>
          </a:xfrm>
          <a:prstGeom prst="rect">
            <a:avLst/>
          </a:prstGeom>
        </p:spPr>
        <p:txBody>
          <a:bodyPr tIns="36000" bIns="0">
            <a:normAutofit/>
          </a:bodyPr>
          <a:lstStyle>
            <a:lvl1pPr algn="l">
              <a:defRPr sz="3600" b="0" i="0">
                <a:solidFill>
                  <a:schemeClr val="bg1"/>
                </a:solidFill>
                <a:latin typeface="Verdana" pitchFamily="2" charset="77"/>
              </a:defRPr>
            </a:lvl1pPr>
          </a:lstStyle>
          <a:p>
            <a:pPr algn="l"/>
            <a:r>
              <a:rPr noProof="0" dirty="0"/>
              <a:t>Click to insert</a:t>
            </a:r>
          </a:p>
        </p:txBody>
      </p:sp>
      <p:sp>
        <p:nvSpPr>
          <p:cNvPr id="3" name="Sous-titre 2">
            <a:extLst>
              <a:ext uri="{FF2B5EF4-FFF2-40B4-BE49-F238E27FC236}">
                <a16:creationId xmlns:a16="http://schemas.microsoft.com/office/drawing/2014/main" id="{EBBC506A-D8AC-281C-4876-ACCCE7C68BAB}"/>
              </a:ext>
            </a:extLst>
          </p:cNvPr>
          <p:cNvSpPr>
            <a:spLocks noGrp="1"/>
          </p:cNvSpPr>
          <p:nvPr>
            <p:ph type="subTitle" idx="1" hasCustomPrompt="1"/>
          </p:nvPr>
        </p:nvSpPr>
        <p:spPr>
          <a:xfrm>
            <a:off x="839416" y="2076668"/>
            <a:ext cx="5256584" cy="614014"/>
          </a:xfrm>
          <a:prstGeom prst="rect">
            <a:avLst/>
          </a:prstGeom>
        </p:spPr>
        <p:txBody>
          <a:bodyPr tIns="0" bIns="0">
            <a:normAutofit/>
          </a:bodyPr>
          <a:lstStyle>
            <a:lvl1pPr marL="0" indent="0" algn="l">
              <a:lnSpc>
                <a:spcPct val="100000"/>
              </a:lnSpc>
              <a:buNone/>
              <a:defRPr sz="36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A 2-line title</a:t>
            </a:r>
          </a:p>
        </p:txBody>
      </p:sp>
      <p:sp>
        <p:nvSpPr>
          <p:cNvPr id="4" name="Espace réservé du texte 7">
            <a:extLst>
              <a:ext uri="{FF2B5EF4-FFF2-40B4-BE49-F238E27FC236}">
                <a16:creationId xmlns:a16="http://schemas.microsoft.com/office/drawing/2014/main" id="{BAAF1F0D-16DE-0C88-49DA-17D6FD926C41}"/>
              </a:ext>
            </a:extLst>
          </p:cNvPr>
          <p:cNvSpPr>
            <a:spLocks noGrp="1"/>
          </p:cNvSpPr>
          <p:nvPr>
            <p:ph type="body" sz="quarter" idx="14" hasCustomPrompt="1"/>
          </p:nvPr>
        </p:nvSpPr>
        <p:spPr>
          <a:xfrm>
            <a:off x="839416" y="2963285"/>
            <a:ext cx="5256584" cy="249299"/>
          </a:xfrm>
          <a:prstGeom prst="rect">
            <a:avLst/>
          </a:prstGeom>
        </p:spPr>
        <p:txBody>
          <a:bodyPr wrap="square" tIns="0" bIns="0" anchor="ctr">
            <a:spAutoFit/>
          </a:bodyPr>
          <a:lstStyle>
            <a:lvl1pPr marL="0" indent="0" algn="l">
              <a:buNone/>
              <a:defRPr sz="1800" b="0" baseline="0">
                <a:solidFill>
                  <a:schemeClr val="bg1"/>
                </a:solidFill>
                <a:latin typeface="Verdana" pitchFamily="2" charset="77"/>
              </a:defRPr>
            </a:lvl1pPr>
          </a:lstStyle>
          <a:p>
            <a:pPr lvl="0"/>
            <a:r>
              <a:rPr noProof="0" dirty="0"/>
              <a:t>Click to insert a subtitle</a:t>
            </a:r>
          </a:p>
        </p:txBody>
      </p:sp>
      <p:sp>
        <p:nvSpPr>
          <p:cNvPr id="7" name="Espace réservé pour une image  6">
            <a:extLst>
              <a:ext uri="{FF2B5EF4-FFF2-40B4-BE49-F238E27FC236}">
                <a16:creationId xmlns:a16="http://schemas.microsoft.com/office/drawing/2014/main" id="{59D98A6F-0F39-851D-4E80-85DB1B911D7F}"/>
              </a:ext>
            </a:extLst>
          </p:cNvPr>
          <p:cNvSpPr>
            <a:spLocks noGrp="1"/>
          </p:cNvSpPr>
          <p:nvPr>
            <p:ph type="pic" sz="quarter" idx="18" hasCustomPrompt="1"/>
          </p:nvPr>
        </p:nvSpPr>
        <p:spPr>
          <a:xfrm>
            <a:off x="5380808" y="1314232"/>
            <a:ext cx="6811192" cy="5543768"/>
          </a:xfrm>
          <a:custGeom>
            <a:avLst/>
            <a:gdLst>
              <a:gd name="connsiteX0" fmla="*/ 0 w 7005040"/>
              <a:gd name="connsiteY0" fmla="*/ 0 h 5809372"/>
              <a:gd name="connsiteX1" fmla="*/ 7005040 w 7005040"/>
              <a:gd name="connsiteY1" fmla="*/ 0 h 5809372"/>
              <a:gd name="connsiteX2" fmla="*/ 7005040 w 7005040"/>
              <a:gd name="connsiteY2" fmla="*/ 5809372 h 5809372"/>
              <a:gd name="connsiteX3" fmla="*/ 0 w 7005040"/>
              <a:gd name="connsiteY3" fmla="*/ 5809372 h 5809372"/>
              <a:gd name="connsiteX4" fmla="*/ 0 w 7005040"/>
              <a:gd name="connsiteY4" fmla="*/ 0 h 5809372"/>
              <a:gd name="connsiteX0" fmla="*/ 3810000 w 7005040"/>
              <a:gd name="connsiteY0" fmla="*/ 16934 h 5809372"/>
              <a:gd name="connsiteX1" fmla="*/ 7005040 w 7005040"/>
              <a:gd name="connsiteY1" fmla="*/ 0 h 5809372"/>
              <a:gd name="connsiteX2" fmla="*/ 7005040 w 7005040"/>
              <a:gd name="connsiteY2" fmla="*/ 5809372 h 5809372"/>
              <a:gd name="connsiteX3" fmla="*/ 0 w 7005040"/>
              <a:gd name="connsiteY3" fmla="*/ 5809372 h 5809372"/>
              <a:gd name="connsiteX4" fmla="*/ 3810000 w 7005040"/>
              <a:gd name="connsiteY4" fmla="*/ 16934 h 5809372"/>
              <a:gd name="connsiteX0" fmla="*/ 3810000 w 7005040"/>
              <a:gd name="connsiteY0" fmla="*/ 0 h 5792438"/>
              <a:gd name="connsiteX1" fmla="*/ 6835707 w 7005040"/>
              <a:gd name="connsiteY1" fmla="*/ 558799 h 5792438"/>
              <a:gd name="connsiteX2" fmla="*/ 7005040 w 7005040"/>
              <a:gd name="connsiteY2" fmla="*/ 5792438 h 5792438"/>
              <a:gd name="connsiteX3" fmla="*/ 0 w 7005040"/>
              <a:gd name="connsiteY3" fmla="*/ 5792438 h 5792438"/>
              <a:gd name="connsiteX4" fmla="*/ 3810000 w 7005040"/>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810000 w 6835707"/>
              <a:gd name="connsiteY4"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2949007 w 6835707"/>
              <a:gd name="connsiteY4" fmla="*/ 983371 h 5792438"/>
              <a:gd name="connsiteX5" fmla="*/ 3810000 w 6835707"/>
              <a:gd name="connsiteY5" fmla="*/ 0 h 5792438"/>
              <a:gd name="connsiteX0" fmla="*/ 3810000 w 6835707"/>
              <a:gd name="connsiteY0" fmla="*/ 0 h 5792438"/>
              <a:gd name="connsiteX1" fmla="*/ 6835707 w 6835707"/>
              <a:gd name="connsiteY1" fmla="*/ 558799 h 5792438"/>
              <a:gd name="connsiteX2" fmla="*/ 6835707 w 6835707"/>
              <a:gd name="connsiteY2" fmla="*/ 5775505 h 5792438"/>
              <a:gd name="connsiteX3" fmla="*/ 0 w 6835707"/>
              <a:gd name="connsiteY3" fmla="*/ 5792438 h 5792438"/>
              <a:gd name="connsiteX4" fmla="*/ 3068928 w 6835707"/>
              <a:gd name="connsiteY4" fmla="*/ 1020846 h 5792438"/>
              <a:gd name="connsiteX5" fmla="*/ 3810000 w 6835707"/>
              <a:gd name="connsiteY5" fmla="*/ 0 h 5792438"/>
              <a:gd name="connsiteX0" fmla="*/ 3813748 w 6835707"/>
              <a:gd name="connsiteY0" fmla="*/ 0 h 5803681"/>
              <a:gd name="connsiteX1" fmla="*/ 6835707 w 6835707"/>
              <a:gd name="connsiteY1" fmla="*/ 570042 h 5803681"/>
              <a:gd name="connsiteX2" fmla="*/ 6835707 w 6835707"/>
              <a:gd name="connsiteY2" fmla="*/ 5786748 h 5803681"/>
              <a:gd name="connsiteX3" fmla="*/ 0 w 6835707"/>
              <a:gd name="connsiteY3" fmla="*/ 5803681 h 5803681"/>
              <a:gd name="connsiteX4" fmla="*/ 3068928 w 6835707"/>
              <a:gd name="connsiteY4" fmla="*/ 1032089 h 5803681"/>
              <a:gd name="connsiteX5" fmla="*/ 3813748 w 6835707"/>
              <a:gd name="connsiteY5" fmla="*/ 0 h 5803681"/>
              <a:gd name="connsiteX0" fmla="*/ 3821243 w 6835707"/>
              <a:gd name="connsiteY0" fmla="*/ 0 h 5796186"/>
              <a:gd name="connsiteX1" fmla="*/ 6835707 w 6835707"/>
              <a:gd name="connsiteY1" fmla="*/ 562547 h 5796186"/>
              <a:gd name="connsiteX2" fmla="*/ 6835707 w 6835707"/>
              <a:gd name="connsiteY2" fmla="*/ 5779253 h 5796186"/>
              <a:gd name="connsiteX3" fmla="*/ 0 w 6835707"/>
              <a:gd name="connsiteY3" fmla="*/ 5796186 h 5796186"/>
              <a:gd name="connsiteX4" fmla="*/ 3068928 w 6835707"/>
              <a:gd name="connsiteY4" fmla="*/ 1024594 h 5796186"/>
              <a:gd name="connsiteX5" fmla="*/ 3821243 w 6835707"/>
              <a:gd name="connsiteY5" fmla="*/ 0 h 5796186"/>
              <a:gd name="connsiteX0" fmla="*/ 3821243 w 6835707"/>
              <a:gd name="connsiteY0" fmla="*/ 0 h 5803682"/>
              <a:gd name="connsiteX1" fmla="*/ 6835707 w 6835707"/>
              <a:gd name="connsiteY1" fmla="*/ 57004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821243 w 6835707"/>
              <a:gd name="connsiteY0" fmla="*/ 0 h 5803682"/>
              <a:gd name="connsiteX1" fmla="*/ 6835707 w 6835707"/>
              <a:gd name="connsiteY1" fmla="*/ 600023 h 5803682"/>
              <a:gd name="connsiteX2" fmla="*/ 6835707 w 6835707"/>
              <a:gd name="connsiteY2" fmla="*/ 5786749 h 5803682"/>
              <a:gd name="connsiteX3" fmla="*/ 0 w 6835707"/>
              <a:gd name="connsiteY3" fmla="*/ 5803682 h 5803682"/>
              <a:gd name="connsiteX4" fmla="*/ 3068928 w 6835707"/>
              <a:gd name="connsiteY4" fmla="*/ 1032090 h 5803682"/>
              <a:gd name="connsiteX5" fmla="*/ 3821243 w 6835707"/>
              <a:gd name="connsiteY5"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3942000 w 6956464"/>
              <a:gd name="connsiteY0" fmla="*/ 0 h 5803682"/>
              <a:gd name="connsiteX1" fmla="*/ 6956464 w 6956464"/>
              <a:gd name="connsiteY1" fmla="*/ 600023 h 5803682"/>
              <a:gd name="connsiteX2" fmla="*/ 6956464 w 6956464"/>
              <a:gd name="connsiteY2" fmla="*/ 5786749 h 5803682"/>
              <a:gd name="connsiteX3" fmla="*/ 120757 w 6956464"/>
              <a:gd name="connsiteY3" fmla="*/ 5803682 h 5803682"/>
              <a:gd name="connsiteX4" fmla="*/ 2797720 w 6956464"/>
              <a:gd name="connsiteY4" fmla="*/ 2344702 h 5803682"/>
              <a:gd name="connsiteX5" fmla="*/ 3189685 w 6956464"/>
              <a:gd name="connsiteY5" fmla="*/ 1032090 h 5803682"/>
              <a:gd name="connsiteX6" fmla="*/ 3942000 w 6956464"/>
              <a:gd name="connsiteY6"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4841 w 7069305"/>
              <a:gd name="connsiteY0" fmla="*/ 0 h 5803682"/>
              <a:gd name="connsiteX1" fmla="*/ 7069305 w 7069305"/>
              <a:gd name="connsiteY1" fmla="*/ 600023 h 5803682"/>
              <a:gd name="connsiteX2" fmla="*/ 7069305 w 7069305"/>
              <a:gd name="connsiteY2" fmla="*/ 5786749 h 5803682"/>
              <a:gd name="connsiteX3" fmla="*/ 233598 w 7069305"/>
              <a:gd name="connsiteY3" fmla="*/ 5803682 h 5803682"/>
              <a:gd name="connsiteX4" fmla="*/ 1493990 w 7069305"/>
              <a:gd name="connsiteY4" fmla="*/ 2948056 h 5803682"/>
              <a:gd name="connsiteX5" fmla="*/ 2910561 w 7069305"/>
              <a:gd name="connsiteY5" fmla="*/ 2344702 h 5803682"/>
              <a:gd name="connsiteX6" fmla="*/ 3302526 w 7069305"/>
              <a:gd name="connsiteY6" fmla="*/ 1032090 h 5803682"/>
              <a:gd name="connsiteX7" fmla="*/ 4054841 w 7069305"/>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055602 w 7070066"/>
              <a:gd name="connsiteY0" fmla="*/ 0 h 5803682"/>
              <a:gd name="connsiteX1" fmla="*/ 7070066 w 7070066"/>
              <a:gd name="connsiteY1" fmla="*/ 600023 h 5803682"/>
              <a:gd name="connsiteX2" fmla="*/ 7070066 w 7070066"/>
              <a:gd name="connsiteY2" fmla="*/ 5786749 h 5803682"/>
              <a:gd name="connsiteX3" fmla="*/ 234359 w 7070066"/>
              <a:gd name="connsiteY3" fmla="*/ 5803682 h 5803682"/>
              <a:gd name="connsiteX4" fmla="*/ 1487255 w 7070066"/>
              <a:gd name="connsiteY4" fmla="*/ 2936813 h 5803682"/>
              <a:gd name="connsiteX5" fmla="*/ 2911322 w 7070066"/>
              <a:gd name="connsiteY5" fmla="*/ 2344702 h 5803682"/>
              <a:gd name="connsiteX6" fmla="*/ 3303287 w 7070066"/>
              <a:gd name="connsiteY6" fmla="*/ 1032090 h 5803682"/>
              <a:gd name="connsiteX7" fmla="*/ 4055602 w 7070066"/>
              <a:gd name="connsiteY7"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70699 w 7385163"/>
              <a:gd name="connsiteY0" fmla="*/ 0 h 5803682"/>
              <a:gd name="connsiteX1" fmla="*/ 7385163 w 7385163"/>
              <a:gd name="connsiteY1" fmla="*/ 600023 h 5803682"/>
              <a:gd name="connsiteX2" fmla="*/ 7385163 w 7385163"/>
              <a:gd name="connsiteY2" fmla="*/ 5786749 h 5803682"/>
              <a:gd name="connsiteX3" fmla="*/ 549456 w 7385163"/>
              <a:gd name="connsiteY3" fmla="*/ 5803682 h 5803682"/>
              <a:gd name="connsiteX4" fmla="*/ 427007 w 7385163"/>
              <a:gd name="connsiteY4" fmla="*/ 3517682 h 5803682"/>
              <a:gd name="connsiteX5" fmla="*/ 1802352 w 7385163"/>
              <a:gd name="connsiteY5" fmla="*/ 2936813 h 5803682"/>
              <a:gd name="connsiteX6" fmla="*/ 3226419 w 7385163"/>
              <a:gd name="connsiteY6" fmla="*/ 2344702 h 5803682"/>
              <a:gd name="connsiteX7" fmla="*/ 3618384 w 7385163"/>
              <a:gd name="connsiteY7" fmla="*/ 1032090 h 5803682"/>
              <a:gd name="connsiteX8" fmla="*/ 4370699 w 7385163"/>
              <a:gd name="connsiteY8" fmla="*/ 0 h 5803682"/>
              <a:gd name="connsiteX0" fmla="*/ 4369379 w 7383843"/>
              <a:gd name="connsiteY0" fmla="*/ 0 h 5803682"/>
              <a:gd name="connsiteX1" fmla="*/ 7383843 w 7383843"/>
              <a:gd name="connsiteY1" fmla="*/ 600023 h 5803682"/>
              <a:gd name="connsiteX2" fmla="*/ 7383843 w 7383843"/>
              <a:gd name="connsiteY2" fmla="*/ 5786749 h 5803682"/>
              <a:gd name="connsiteX3" fmla="*/ 548136 w 7383843"/>
              <a:gd name="connsiteY3" fmla="*/ 5803682 h 5803682"/>
              <a:gd name="connsiteX4" fmla="*/ 429435 w 7383843"/>
              <a:gd name="connsiteY4" fmla="*/ 3506439 h 5803682"/>
              <a:gd name="connsiteX5" fmla="*/ 1801032 w 7383843"/>
              <a:gd name="connsiteY5" fmla="*/ 2936813 h 5803682"/>
              <a:gd name="connsiteX6" fmla="*/ 3225099 w 7383843"/>
              <a:gd name="connsiteY6" fmla="*/ 2344702 h 5803682"/>
              <a:gd name="connsiteX7" fmla="*/ 3617064 w 7383843"/>
              <a:gd name="connsiteY7" fmla="*/ 1032090 h 5803682"/>
              <a:gd name="connsiteX8" fmla="*/ 4369379 w 7383843"/>
              <a:gd name="connsiteY8"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410191 w 7424655"/>
              <a:gd name="connsiteY0" fmla="*/ 0 h 5803682"/>
              <a:gd name="connsiteX1" fmla="*/ 7424655 w 7424655"/>
              <a:gd name="connsiteY1" fmla="*/ 600023 h 5803682"/>
              <a:gd name="connsiteX2" fmla="*/ 7424655 w 7424655"/>
              <a:gd name="connsiteY2" fmla="*/ 5786749 h 5803682"/>
              <a:gd name="connsiteX3" fmla="*/ 588948 w 7424655"/>
              <a:gd name="connsiteY3" fmla="*/ 5803682 h 5803682"/>
              <a:gd name="connsiteX4" fmla="*/ 406539 w 7424655"/>
              <a:gd name="connsiteY4" fmla="*/ 4803089 h 5803682"/>
              <a:gd name="connsiteX5" fmla="*/ 470247 w 7424655"/>
              <a:gd name="connsiteY5" fmla="*/ 3506439 h 5803682"/>
              <a:gd name="connsiteX6" fmla="*/ 1841844 w 7424655"/>
              <a:gd name="connsiteY6" fmla="*/ 2936813 h 5803682"/>
              <a:gd name="connsiteX7" fmla="*/ 3265911 w 7424655"/>
              <a:gd name="connsiteY7" fmla="*/ 2344702 h 5803682"/>
              <a:gd name="connsiteX8" fmla="*/ 3657876 w 7424655"/>
              <a:gd name="connsiteY8" fmla="*/ 1032090 h 5803682"/>
              <a:gd name="connsiteX9" fmla="*/ 4410191 w 7424655"/>
              <a:gd name="connsiteY9" fmla="*/ 0 h 5803682"/>
              <a:gd name="connsiteX0" fmla="*/ 4326804 w 7341268"/>
              <a:gd name="connsiteY0" fmla="*/ 0 h 5803682"/>
              <a:gd name="connsiteX1" fmla="*/ 7341268 w 7341268"/>
              <a:gd name="connsiteY1" fmla="*/ 600023 h 5803682"/>
              <a:gd name="connsiteX2" fmla="*/ 7341268 w 7341268"/>
              <a:gd name="connsiteY2" fmla="*/ 5786749 h 5803682"/>
              <a:gd name="connsiteX3" fmla="*/ 629230 w 7341268"/>
              <a:gd name="connsiteY3" fmla="*/ 5803682 h 5803682"/>
              <a:gd name="connsiteX4" fmla="*/ 323152 w 7341268"/>
              <a:gd name="connsiteY4" fmla="*/ 4803089 h 5803682"/>
              <a:gd name="connsiteX5" fmla="*/ 386860 w 7341268"/>
              <a:gd name="connsiteY5" fmla="*/ 3506439 h 5803682"/>
              <a:gd name="connsiteX6" fmla="*/ 1758457 w 7341268"/>
              <a:gd name="connsiteY6" fmla="*/ 2936813 h 5803682"/>
              <a:gd name="connsiteX7" fmla="*/ 3182524 w 7341268"/>
              <a:gd name="connsiteY7" fmla="*/ 2344702 h 5803682"/>
              <a:gd name="connsiteX8" fmla="*/ 3574489 w 7341268"/>
              <a:gd name="connsiteY8" fmla="*/ 1032090 h 5803682"/>
              <a:gd name="connsiteX9" fmla="*/ 4326804 w 7341268"/>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18116 w 7018116"/>
              <a:gd name="connsiteY2" fmla="*/ 5786749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3682"/>
              <a:gd name="connsiteX1" fmla="*/ 7018116 w 7018116"/>
              <a:gd name="connsiteY1" fmla="*/ 600023 h 5803682"/>
              <a:gd name="connsiteX2" fmla="*/ 7001078 w 7018116"/>
              <a:gd name="connsiteY2" fmla="*/ 5667480 h 5803682"/>
              <a:gd name="connsiteX3" fmla="*/ 306078 w 7018116"/>
              <a:gd name="connsiteY3" fmla="*/ 5803682 h 5803682"/>
              <a:gd name="connsiteX4" fmla="*/ 0 w 7018116"/>
              <a:gd name="connsiteY4" fmla="*/ 4803089 h 5803682"/>
              <a:gd name="connsiteX5" fmla="*/ 63708 w 7018116"/>
              <a:gd name="connsiteY5" fmla="*/ 3506439 h 5803682"/>
              <a:gd name="connsiteX6" fmla="*/ 1435305 w 7018116"/>
              <a:gd name="connsiteY6" fmla="*/ 2936813 h 5803682"/>
              <a:gd name="connsiteX7" fmla="*/ 2859372 w 7018116"/>
              <a:gd name="connsiteY7" fmla="*/ 2344702 h 5803682"/>
              <a:gd name="connsiteX8" fmla="*/ 3251337 w 7018116"/>
              <a:gd name="connsiteY8" fmla="*/ 1032090 h 5803682"/>
              <a:gd name="connsiteX9" fmla="*/ 4003652 w 7018116"/>
              <a:gd name="connsiteY9" fmla="*/ 0 h 5803682"/>
              <a:gd name="connsiteX0" fmla="*/ 4003652 w 7018116"/>
              <a:gd name="connsiteY0" fmla="*/ 0 h 5809468"/>
              <a:gd name="connsiteX1" fmla="*/ 7018116 w 7018116"/>
              <a:gd name="connsiteY1" fmla="*/ 600023 h 5809468"/>
              <a:gd name="connsiteX2" fmla="*/ 7012437 w 7018116"/>
              <a:gd name="connsiteY2" fmla="*/ 5809468 h 5809468"/>
              <a:gd name="connsiteX3" fmla="*/ 306078 w 7018116"/>
              <a:gd name="connsiteY3" fmla="*/ 5803682 h 5809468"/>
              <a:gd name="connsiteX4" fmla="*/ 0 w 7018116"/>
              <a:gd name="connsiteY4" fmla="*/ 4803089 h 5809468"/>
              <a:gd name="connsiteX5" fmla="*/ 63708 w 7018116"/>
              <a:gd name="connsiteY5" fmla="*/ 3506439 h 5809468"/>
              <a:gd name="connsiteX6" fmla="*/ 1435305 w 7018116"/>
              <a:gd name="connsiteY6" fmla="*/ 2936813 h 5809468"/>
              <a:gd name="connsiteX7" fmla="*/ 2859372 w 7018116"/>
              <a:gd name="connsiteY7" fmla="*/ 2344702 h 5809468"/>
              <a:gd name="connsiteX8" fmla="*/ 3251337 w 7018116"/>
              <a:gd name="connsiteY8" fmla="*/ 1032090 h 5809468"/>
              <a:gd name="connsiteX9" fmla="*/ 4003652 w 7018116"/>
              <a:gd name="connsiteY9" fmla="*/ 0 h 5809468"/>
              <a:gd name="connsiteX0" fmla="*/ 4003652 w 7013757"/>
              <a:gd name="connsiteY0" fmla="*/ 26341 h 5835809"/>
              <a:gd name="connsiteX1" fmla="*/ 7008972 w 7013757"/>
              <a:gd name="connsiteY1" fmla="*/ 0 h 5835809"/>
              <a:gd name="connsiteX2" fmla="*/ 7012437 w 7013757"/>
              <a:gd name="connsiteY2" fmla="*/ 5835809 h 5835809"/>
              <a:gd name="connsiteX3" fmla="*/ 306078 w 7013757"/>
              <a:gd name="connsiteY3" fmla="*/ 5830023 h 5835809"/>
              <a:gd name="connsiteX4" fmla="*/ 0 w 7013757"/>
              <a:gd name="connsiteY4" fmla="*/ 4829430 h 5835809"/>
              <a:gd name="connsiteX5" fmla="*/ 63708 w 7013757"/>
              <a:gd name="connsiteY5" fmla="*/ 3532780 h 5835809"/>
              <a:gd name="connsiteX6" fmla="*/ 1435305 w 7013757"/>
              <a:gd name="connsiteY6" fmla="*/ 2963154 h 5835809"/>
              <a:gd name="connsiteX7" fmla="*/ 2859372 w 7013757"/>
              <a:gd name="connsiteY7" fmla="*/ 2371043 h 5835809"/>
              <a:gd name="connsiteX8" fmla="*/ 3251337 w 7013757"/>
              <a:gd name="connsiteY8" fmla="*/ 1058431 h 5835809"/>
              <a:gd name="connsiteX9" fmla="*/ 4003652 w 7013757"/>
              <a:gd name="connsiteY9" fmla="*/ 26341 h 5835809"/>
              <a:gd name="connsiteX0" fmla="*/ 4003652 w 7014162"/>
              <a:gd name="connsiteY0" fmla="*/ 2634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4003652 w 7014162"/>
              <a:gd name="connsiteY9" fmla="*/ 2634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3251337 w 7014162"/>
              <a:gd name="connsiteY8" fmla="*/ 105843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4409 w 7014162"/>
              <a:gd name="connsiteY8" fmla="*/ 354343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2859372 w 7014162"/>
              <a:gd name="connsiteY7" fmla="*/ 237104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98568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435305 w 7014162"/>
              <a:gd name="connsiteY6" fmla="*/ 2963154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63708 w 7014162"/>
              <a:gd name="connsiteY5" fmla="*/ 353278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5835809"/>
              <a:gd name="connsiteX1" fmla="*/ 7008972 w 7014162"/>
              <a:gd name="connsiteY1" fmla="*/ 0 h 5835809"/>
              <a:gd name="connsiteX2" fmla="*/ 7012437 w 7014162"/>
              <a:gd name="connsiteY2" fmla="*/ 5835809 h 5835809"/>
              <a:gd name="connsiteX3" fmla="*/ 306078 w 7014162"/>
              <a:gd name="connsiteY3" fmla="*/ 5830023 h 5835809"/>
              <a:gd name="connsiteX4" fmla="*/ 0 w 7014162"/>
              <a:gd name="connsiteY4" fmla="*/ 4829430 h 5835809"/>
              <a:gd name="connsiteX5" fmla="*/ 3149808 w 7014162"/>
              <a:gd name="connsiteY5" fmla="*/ 5155840 h 5835809"/>
              <a:gd name="connsiteX6" fmla="*/ 1650189 w 7014162"/>
              <a:gd name="connsiteY6" fmla="*/ 3776970 h 5835809"/>
              <a:gd name="connsiteX7" fmla="*/ 989424 w 7014162"/>
              <a:gd name="connsiteY7" fmla="*/ 2508203 h 5835809"/>
              <a:gd name="connsiteX8" fmla="*/ 2688981 w 7014162"/>
              <a:gd name="connsiteY8" fmla="*/ 349771 h 5835809"/>
              <a:gd name="connsiteX9" fmla="*/ 2504036 w 7014162"/>
              <a:gd name="connsiteY9" fmla="*/ 3481 h 5835809"/>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504036 w 7014162"/>
              <a:gd name="connsiteY0" fmla="*/ 3481 h 6061093"/>
              <a:gd name="connsiteX1" fmla="*/ 7008972 w 7014162"/>
              <a:gd name="connsiteY1" fmla="*/ 0 h 6061093"/>
              <a:gd name="connsiteX2" fmla="*/ 7012437 w 7014162"/>
              <a:gd name="connsiteY2" fmla="*/ 5835809 h 6061093"/>
              <a:gd name="connsiteX3" fmla="*/ 306078 w 7014162"/>
              <a:gd name="connsiteY3" fmla="*/ 5830023 h 6061093"/>
              <a:gd name="connsiteX4" fmla="*/ 0 w 7014162"/>
              <a:gd name="connsiteY4" fmla="*/ 4829430 h 6061093"/>
              <a:gd name="connsiteX5" fmla="*/ 3972768 w 7014162"/>
              <a:gd name="connsiteY5" fmla="*/ 5978800 h 6061093"/>
              <a:gd name="connsiteX6" fmla="*/ 1650189 w 7014162"/>
              <a:gd name="connsiteY6" fmla="*/ 3776970 h 6061093"/>
              <a:gd name="connsiteX7" fmla="*/ 989424 w 7014162"/>
              <a:gd name="connsiteY7" fmla="*/ 2508203 h 6061093"/>
              <a:gd name="connsiteX8" fmla="*/ 2688981 w 7014162"/>
              <a:gd name="connsiteY8" fmla="*/ 349771 h 6061093"/>
              <a:gd name="connsiteX9" fmla="*/ 2504036 w 7014162"/>
              <a:gd name="connsiteY9" fmla="*/ 3481 h 6061093"/>
              <a:gd name="connsiteX0" fmla="*/ 2200455 w 6710581"/>
              <a:gd name="connsiteY0" fmla="*/ 3481 h 6035000"/>
              <a:gd name="connsiteX1" fmla="*/ 6705391 w 6710581"/>
              <a:gd name="connsiteY1" fmla="*/ 0 h 6035000"/>
              <a:gd name="connsiteX2" fmla="*/ 6708856 w 6710581"/>
              <a:gd name="connsiteY2" fmla="*/ 5835809 h 6035000"/>
              <a:gd name="connsiteX3" fmla="*/ 2497 w 6710581"/>
              <a:gd name="connsiteY3" fmla="*/ 5830023 h 6035000"/>
              <a:gd name="connsiteX4" fmla="*/ 5919194 w 6710581"/>
              <a:gd name="connsiteY4" fmla="*/ 3623717 h 6035000"/>
              <a:gd name="connsiteX5" fmla="*/ 3669187 w 6710581"/>
              <a:gd name="connsiteY5" fmla="*/ 5978800 h 6035000"/>
              <a:gd name="connsiteX6" fmla="*/ 1346608 w 6710581"/>
              <a:gd name="connsiteY6" fmla="*/ 3776970 h 6035000"/>
              <a:gd name="connsiteX7" fmla="*/ 685843 w 6710581"/>
              <a:gd name="connsiteY7" fmla="*/ 2508203 h 6035000"/>
              <a:gd name="connsiteX8" fmla="*/ 2385400 w 6710581"/>
              <a:gd name="connsiteY8" fmla="*/ 349771 h 6035000"/>
              <a:gd name="connsiteX9" fmla="*/ 2200455 w 6710581"/>
              <a:gd name="connsiteY9" fmla="*/ 3481 h 6035000"/>
              <a:gd name="connsiteX0" fmla="*/ 1514612 w 6024738"/>
              <a:gd name="connsiteY0" fmla="*/ 3481 h 6035000"/>
              <a:gd name="connsiteX1" fmla="*/ 6019548 w 6024738"/>
              <a:gd name="connsiteY1" fmla="*/ 0 h 6035000"/>
              <a:gd name="connsiteX2" fmla="*/ 6023013 w 6024738"/>
              <a:gd name="connsiteY2" fmla="*/ 5835809 h 6035000"/>
              <a:gd name="connsiteX3" fmla="*/ 5855019 w 6024738"/>
              <a:gd name="connsiteY3" fmla="*/ 3701817 h 6035000"/>
              <a:gd name="connsiteX4" fmla="*/ 5233351 w 6024738"/>
              <a:gd name="connsiteY4" fmla="*/ 3623717 h 6035000"/>
              <a:gd name="connsiteX5" fmla="*/ 2983344 w 6024738"/>
              <a:gd name="connsiteY5" fmla="*/ 5978800 h 6035000"/>
              <a:gd name="connsiteX6" fmla="*/ 660765 w 6024738"/>
              <a:gd name="connsiteY6" fmla="*/ 3776970 h 6035000"/>
              <a:gd name="connsiteX7" fmla="*/ 0 w 6024738"/>
              <a:gd name="connsiteY7" fmla="*/ 2508203 h 6035000"/>
              <a:gd name="connsiteX8" fmla="*/ 1699557 w 6024738"/>
              <a:gd name="connsiteY8" fmla="*/ 349771 h 6035000"/>
              <a:gd name="connsiteX9" fmla="*/ 1514612 w 6024738"/>
              <a:gd name="connsiteY9" fmla="*/ 3481 h 6035000"/>
              <a:gd name="connsiteX0" fmla="*/ 1514612 w 6024738"/>
              <a:gd name="connsiteY0" fmla="*/ 3481 h 6081762"/>
              <a:gd name="connsiteX1" fmla="*/ 6019548 w 6024738"/>
              <a:gd name="connsiteY1" fmla="*/ 0 h 6081762"/>
              <a:gd name="connsiteX2" fmla="*/ 6023013 w 6024738"/>
              <a:gd name="connsiteY2" fmla="*/ 5835809 h 6081762"/>
              <a:gd name="connsiteX3" fmla="*/ 5855019 w 6024738"/>
              <a:gd name="connsiteY3" fmla="*/ 3701817 h 6081762"/>
              <a:gd name="connsiteX4" fmla="*/ 5233351 w 6024738"/>
              <a:gd name="connsiteY4" fmla="*/ 3623717 h 6081762"/>
              <a:gd name="connsiteX5" fmla="*/ 2983344 w 6024738"/>
              <a:gd name="connsiteY5" fmla="*/ 5978800 h 6081762"/>
              <a:gd name="connsiteX6" fmla="*/ 660765 w 6024738"/>
              <a:gd name="connsiteY6" fmla="*/ 3776970 h 6081762"/>
              <a:gd name="connsiteX7" fmla="*/ 0 w 6024738"/>
              <a:gd name="connsiteY7" fmla="*/ 2508203 h 6081762"/>
              <a:gd name="connsiteX8" fmla="*/ 1699557 w 6024738"/>
              <a:gd name="connsiteY8" fmla="*/ 349771 h 6081762"/>
              <a:gd name="connsiteX9" fmla="*/ 1514612 w 6024738"/>
              <a:gd name="connsiteY9" fmla="*/ 3481 h 6081762"/>
              <a:gd name="connsiteX0" fmla="*/ 1514612 w 6024738"/>
              <a:gd name="connsiteY0" fmla="*/ 3481 h 6080269"/>
              <a:gd name="connsiteX1" fmla="*/ 6019548 w 6024738"/>
              <a:gd name="connsiteY1" fmla="*/ 0 h 6080269"/>
              <a:gd name="connsiteX2" fmla="*/ 6023013 w 6024738"/>
              <a:gd name="connsiteY2" fmla="*/ 5835809 h 6080269"/>
              <a:gd name="connsiteX3" fmla="*/ 5855019 w 6024738"/>
              <a:gd name="connsiteY3" fmla="*/ 3701817 h 6080269"/>
              <a:gd name="connsiteX4" fmla="*/ 5230176 w 6024738"/>
              <a:gd name="connsiteY4" fmla="*/ 3591967 h 6080269"/>
              <a:gd name="connsiteX5" fmla="*/ 2983344 w 6024738"/>
              <a:gd name="connsiteY5" fmla="*/ 5978800 h 6080269"/>
              <a:gd name="connsiteX6" fmla="*/ 660765 w 6024738"/>
              <a:gd name="connsiteY6" fmla="*/ 3776970 h 6080269"/>
              <a:gd name="connsiteX7" fmla="*/ 0 w 6024738"/>
              <a:gd name="connsiteY7" fmla="*/ 2508203 h 6080269"/>
              <a:gd name="connsiteX8" fmla="*/ 1699557 w 6024738"/>
              <a:gd name="connsiteY8" fmla="*/ 349771 h 6080269"/>
              <a:gd name="connsiteX9" fmla="*/ 1514612 w 6024738"/>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269"/>
              <a:gd name="connsiteX1" fmla="*/ 6019548 w 6026469"/>
              <a:gd name="connsiteY1" fmla="*/ 0 h 6080269"/>
              <a:gd name="connsiteX2" fmla="*/ 6023013 w 6026469"/>
              <a:gd name="connsiteY2" fmla="*/ 5835809 h 6080269"/>
              <a:gd name="connsiteX3" fmla="*/ 6026469 w 6026469"/>
              <a:gd name="connsiteY3" fmla="*/ 3736742 h 6080269"/>
              <a:gd name="connsiteX4" fmla="*/ 5230176 w 6026469"/>
              <a:gd name="connsiteY4" fmla="*/ 3591967 h 6080269"/>
              <a:gd name="connsiteX5" fmla="*/ 2983344 w 6026469"/>
              <a:gd name="connsiteY5" fmla="*/ 5978800 h 6080269"/>
              <a:gd name="connsiteX6" fmla="*/ 660765 w 6026469"/>
              <a:gd name="connsiteY6" fmla="*/ 3776970 h 6080269"/>
              <a:gd name="connsiteX7" fmla="*/ 0 w 6026469"/>
              <a:gd name="connsiteY7" fmla="*/ 2508203 h 6080269"/>
              <a:gd name="connsiteX8" fmla="*/ 1699557 w 6026469"/>
              <a:gd name="connsiteY8" fmla="*/ 349771 h 6080269"/>
              <a:gd name="connsiteX9" fmla="*/ 1514612 w 6026469"/>
              <a:gd name="connsiteY9" fmla="*/ 3481 h 6080269"/>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080713"/>
              <a:gd name="connsiteX1" fmla="*/ 6019548 w 6026469"/>
              <a:gd name="connsiteY1" fmla="*/ 0 h 6080713"/>
              <a:gd name="connsiteX2" fmla="*/ 6023013 w 6026469"/>
              <a:gd name="connsiteY2" fmla="*/ 5835809 h 6080713"/>
              <a:gd name="connsiteX3" fmla="*/ 6026469 w 6026469"/>
              <a:gd name="connsiteY3" fmla="*/ 3736742 h 6080713"/>
              <a:gd name="connsiteX4" fmla="*/ 5223826 w 6026469"/>
              <a:gd name="connsiteY4" fmla="*/ 3601492 h 6080713"/>
              <a:gd name="connsiteX5" fmla="*/ 2983344 w 6026469"/>
              <a:gd name="connsiteY5" fmla="*/ 5978800 h 6080713"/>
              <a:gd name="connsiteX6" fmla="*/ 660765 w 6026469"/>
              <a:gd name="connsiteY6" fmla="*/ 3776970 h 6080713"/>
              <a:gd name="connsiteX7" fmla="*/ 0 w 6026469"/>
              <a:gd name="connsiteY7" fmla="*/ 2508203 h 6080713"/>
              <a:gd name="connsiteX8" fmla="*/ 1699557 w 6026469"/>
              <a:gd name="connsiteY8" fmla="*/ 349771 h 6080713"/>
              <a:gd name="connsiteX9" fmla="*/ 1514612 w 6026469"/>
              <a:gd name="connsiteY9" fmla="*/ 3481 h 6080713"/>
              <a:gd name="connsiteX0" fmla="*/ 1514612 w 6026469"/>
              <a:gd name="connsiteY0" fmla="*/ 3481 h 6170715"/>
              <a:gd name="connsiteX1" fmla="*/ 6019548 w 6026469"/>
              <a:gd name="connsiteY1" fmla="*/ 0 h 6170715"/>
              <a:gd name="connsiteX2" fmla="*/ 6023013 w 6026469"/>
              <a:gd name="connsiteY2" fmla="*/ 5835809 h 6170715"/>
              <a:gd name="connsiteX3" fmla="*/ 6026469 w 6026469"/>
              <a:gd name="connsiteY3" fmla="*/ 3736742 h 6170715"/>
              <a:gd name="connsiteX4" fmla="*/ 5223826 w 6026469"/>
              <a:gd name="connsiteY4" fmla="*/ 3601492 h 6170715"/>
              <a:gd name="connsiteX5" fmla="*/ 2979854 w 6026469"/>
              <a:gd name="connsiteY5" fmla="*/ 6073032 h 6170715"/>
              <a:gd name="connsiteX6" fmla="*/ 660765 w 6026469"/>
              <a:gd name="connsiteY6" fmla="*/ 3776970 h 6170715"/>
              <a:gd name="connsiteX7" fmla="*/ 0 w 6026469"/>
              <a:gd name="connsiteY7" fmla="*/ 2508203 h 6170715"/>
              <a:gd name="connsiteX8" fmla="*/ 1699557 w 6026469"/>
              <a:gd name="connsiteY8" fmla="*/ 349771 h 6170715"/>
              <a:gd name="connsiteX9" fmla="*/ 1514612 w 6026469"/>
              <a:gd name="connsiteY9" fmla="*/ 3481 h 6170715"/>
              <a:gd name="connsiteX0" fmla="*/ 1514612 w 6026469"/>
              <a:gd name="connsiteY0" fmla="*/ 3481 h 6090695"/>
              <a:gd name="connsiteX1" fmla="*/ 6019548 w 6026469"/>
              <a:gd name="connsiteY1" fmla="*/ 0 h 6090695"/>
              <a:gd name="connsiteX2" fmla="*/ 6023013 w 6026469"/>
              <a:gd name="connsiteY2" fmla="*/ 5835809 h 6090695"/>
              <a:gd name="connsiteX3" fmla="*/ 6026469 w 6026469"/>
              <a:gd name="connsiteY3" fmla="*/ 3736742 h 6090695"/>
              <a:gd name="connsiteX4" fmla="*/ 5223826 w 6026469"/>
              <a:gd name="connsiteY4" fmla="*/ 3601492 h 6090695"/>
              <a:gd name="connsiteX5" fmla="*/ 3004285 w 6026469"/>
              <a:gd name="connsiteY5" fmla="*/ 5989270 h 6090695"/>
              <a:gd name="connsiteX6" fmla="*/ 660765 w 6026469"/>
              <a:gd name="connsiteY6" fmla="*/ 3776970 h 6090695"/>
              <a:gd name="connsiteX7" fmla="*/ 0 w 6026469"/>
              <a:gd name="connsiteY7" fmla="*/ 2508203 h 6090695"/>
              <a:gd name="connsiteX8" fmla="*/ 1699557 w 6026469"/>
              <a:gd name="connsiteY8" fmla="*/ 349771 h 6090695"/>
              <a:gd name="connsiteX9" fmla="*/ 1514612 w 6026469"/>
              <a:gd name="connsiteY9" fmla="*/ 3481 h 6090695"/>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3674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4738"/>
              <a:gd name="connsiteY0" fmla="*/ 3481 h 5989270"/>
              <a:gd name="connsiteX1" fmla="*/ 6019548 w 6024738"/>
              <a:gd name="connsiteY1" fmla="*/ 0 h 5989270"/>
              <a:gd name="connsiteX2" fmla="*/ 6023013 w 6024738"/>
              <a:gd name="connsiteY2" fmla="*/ 5835809 h 5989270"/>
              <a:gd name="connsiteX3" fmla="*/ 5939217 w 6024738"/>
              <a:gd name="connsiteY3" fmla="*/ 3726271 h 5989270"/>
              <a:gd name="connsiteX4" fmla="*/ 5223826 w 6024738"/>
              <a:gd name="connsiteY4" fmla="*/ 3601492 h 5989270"/>
              <a:gd name="connsiteX5" fmla="*/ 3004285 w 6024738"/>
              <a:gd name="connsiteY5" fmla="*/ 5989270 h 5989270"/>
              <a:gd name="connsiteX6" fmla="*/ 660765 w 6024738"/>
              <a:gd name="connsiteY6" fmla="*/ 3776970 h 5989270"/>
              <a:gd name="connsiteX7" fmla="*/ 0 w 6024738"/>
              <a:gd name="connsiteY7" fmla="*/ 2508203 h 5989270"/>
              <a:gd name="connsiteX8" fmla="*/ 1699557 w 6024738"/>
              <a:gd name="connsiteY8" fmla="*/ 349771 h 5989270"/>
              <a:gd name="connsiteX9" fmla="*/ 1514612 w 6024738"/>
              <a:gd name="connsiteY9" fmla="*/ 3481 h 5989270"/>
              <a:gd name="connsiteX0" fmla="*/ 1514612 w 6026469"/>
              <a:gd name="connsiteY0" fmla="*/ 3481 h 5989270"/>
              <a:gd name="connsiteX1" fmla="*/ 6019548 w 6026469"/>
              <a:gd name="connsiteY1" fmla="*/ 0 h 5989270"/>
              <a:gd name="connsiteX2" fmla="*/ 6023013 w 6026469"/>
              <a:gd name="connsiteY2" fmla="*/ 5835809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58408"/>
              <a:gd name="connsiteY0" fmla="*/ 3481 h 5989270"/>
              <a:gd name="connsiteX1" fmla="*/ 6019548 w 6058408"/>
              <a:gd name="connsiteY1" fmla="*/ 0 h 5989270"/>
              <a:gd name="connsiteX2" fmla="*/ 6057914 w 6058408"/>
              <a:gd name="connsiteY2" fmla="*/ 3361345 h 5989270"/>
              <a:gd name="connsiteX3" fmla="*/ 6026469 w 6058408"/>
              <a:gd name="connsiteY3" fmla="*/ 3743722 h 5989270"/>
              <a:gd name="connsiteX4" fmla="*/ 5223826 w 6058408"/>
              <a:gd name="connsiteY4" fmla="*/ 3601492 h 5989270"/>
              <a:gd name="connsiteX5" fmla="*/ 3004285 w 6058408"/>
              <a:gd name="connsiteY5" fmla="*/ 5989270 h 5989270"/>
              <a:gd name="connsiteX6" fmla="*/ 660765 w 6058408"/>
              <a:gd name="connsiteY6" fmla="*/ 3776970 h 5989270"/>
              <a:gd name="connsiteX7" fmla="*/ 0 w 6058408"/>
              <a:gd name="connsiteY7" fmla="*/ 2508203 h 5989270"/>
              <a:gd name="connsiteX8" fmla="*/ 1699557 w 6058408"/>
              <a:gd name="connsiteY8" fmla="*/ 349771 h 5989270"/>
              <a:gd name="connsiteX9" fmla="*/ 1514612 w 6058408"/>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668658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6469"/>
              <a:gd name="connsiteY0" fmla="*/ 3481 h 5989270"/>
              <a:gd name="connsiteX1" fmla="*/ 6019548 w 6026469"/>
              <a:gd name="connsiteY1" fmla="*/ 0 h 5989270"/>
              <a:gd name="connsiteX2" fmla="*/ 6019523 w 6026469"/>
              <a:gd name="connsiteY2" fmla="*/ 1926924 h 5989270"/>
              <a:gd name="connsiteX3" fmla="*/ 6026469 w 6026469"/>
              <a:gd name="connsiteY3" fmla="*/ 3743722 h 5989270"/>
              <a:gd name="connsiteX4" fmla="*/ 5223826 w 6026469"/>
              <a:gd name="connsiteY4" fmla="*/ 3601492 h 5989270"/>
              <a:gd name="connsiteX5" fmla="*/ 3004285 w 6026469"/>
              <a:gd name="connsiteY5" fmla="*/ 5989270 h 5989270"/>
              <a:gd name="connsiteX6" fmla="*/ 660765 w 6026469"/>
              <a:gd name="connsiteY6" fmla="*/ 3776970 h 5989270"/>
              <a:gd name="connsiteX7" fmla="*/ 0 w 6026469"/>
              <a:gd name="connsiteY7" fmla="*/ 2508203 h 5989270"/>
              <a:gd name="connsiteX8" fmla="*/ 1699557 w 6026469"/>
              <a:gd name="connsiteY8" fmla="*/ 349771 h 5989270"/>
              <a:gd name="connsiteX9" fmla="*/ 1514612 w 6026469"/>
              <a:gd name="connsiteY9" fmla="*/ 3481 h 5989270"/>
              <a:gd name="connsiteX0" fmla="*/ 1514612 w 6022706"/>
              <a:gd name="connsiteY0" fmla="*/ 3481 h 5989270"/>
              <a:gd name="connsiteX1" fmla="*/ 6019548 w 6022706"/>
              <a:gd name="connsiteY1" fmla="*/ 0 h 5989270"/>
              <a:gd name="connsiteX2" fmla="*/ 6019523 w 6022706"/>
              <a:gd name="connsiteY2" fmla="*/ 1926924 h 5989270"/>
              <a:gd name="connsiteX3" fmla="*/ 5984588 w 6022706"/>
              <a:gd name="connsiteY3" fmla="*/ 3680900 h 5989270"/>
              <a:gd name="connsiteX4" fmla="*/ 5223826 w 6022706"/>
              <a:gd name="connsiteY4" fmla="*/ 3601492 h 5989270"/>
              <a:gd name="connsiteX5" fmla="*/ 3004285 w 6022706"/>
              <a:gd name="connsiteY5" fmla="*/ 5989270 h 5989270"/>
              <a:gd name="connsiteX6" fmla="*/ 660765 w 6022706"/>
              <a:gd name="connsiteY6" fmla="*/ 3776970 h 5989270"/>
              <a:gd name="connsiteX7" fmla="*/ 0 w 6022706"/>
              <a:gd name="connsiteY7" fmla="*/ 2508203 h 5989270"/>
              <a:gd name="connsiteX8" fmla="*/ 1699557 w 6022706"/>
              <a:gd name="connsiteY8" fmla="*/ 349771 h 5989270"/>
              <a:gd name="connsiteX9" fmla="*/ 1514612 w 6022706"/>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14612 w 6022979"/>
              <a:gd name="connsiteY0" fmla="*/ 3481 h 5989270"/>
              <a:gd name="connsiteX1" fmla="*/ 6019548 w 6022979"/>
              <a:gd name="connsiteY1" fmla="*/ 0 h 5989270"/>
              <a:gd name="connsiteX2" fmla="*/ 6019523 w 6022979"/>
              <a:gd name="connsiteY2" fmla="*/ 1926924 h 5989270"/>
              <a:gd name="connsiteX3" fmla="*/ 6022979 w 6022979"/>
              <a:gd name="connsiteY3" fmla="*/ 3736741 h 5989270"/>
              <a:gd name="connsiteX4" fmla="*/ 5223826 w 6022979"/>
              <a:gd name="connsiteY4" fmla="*/ 3601492 h 5989270"/>
              <a:gd name="connsiteX5" fmla="*/ 3004285 w 6022979"/>
              <a:gd name="connsiteY5" fmla="*/ 5989270 h 5989270"/>
              <a:gd name="connsiteX6" fmla="*/ 660765 w 6022979"/>
              <a:gd name="connsiteY6" fmla="*/ 3776970 h 5989270"/>
              <a:gd name="connsiteX7" fmla="*/ 0 w 6022979"/>
              <a:gd name="connsiteY7" fmla="*/ 2508203 h 5989270"/>
              <a:gd name="connsiteX8" fmla="*/ 1699557 w 6022979"/>
              <a:gd name="connsiteY8" fmla="*/ 349771 h 5989270"/>
              <a:gd name="connsiteX9" fmla="*/ 1514612 w 602297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4415 w 6016629"/>
              <a:gd name="connsiteY6" fmla="*/ 3776970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60765 w 6016629"/>
              <a:gd name="connsiteY6" fmla="*/ 378014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0826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0826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3207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718607 w 6016629"/>
              <a:gd name="connsiteY8" fmla="*/ 352946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51240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705215 w 6016629"/>
              <a:gd name="connsiteY6" fmla="*/ 377379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3481 h 5989270"/>
              <a:gd name="connsiteX1" fmla="*/ 6013198 w 6016629"/>
              <a:gd name="connsiteY1" fmla="*/ 0 h 5989270"/>
              <a:gd name="connsiteX2" fmla="*/ 6013173 w 6016629"/>
              <a:gd name="connsiteY2" fmla="*/ 1926924 h 5989270"/>
              <a:gd name="connsiteX3" fmla="*/ 6016629 w 6016629"/>
              <a:gd name="connsiteY3" fmla="*/ 3736741 h 5989270"/>
              <a:gd name="connsiteX4" fmla="*/ 5217476 w 6016629"/>
              <a:gd name="connsiteY4" fmla="*/ 3601492 h 5989270"/>
              <a:gd name="connsiteX5" fmla="*/ 2997935 w 6016629"/>
              <a:gd name="connsiteY5" fmla="*/ 5989270 h 5989270"/>
              <a:gd name="connsiteX6" fmla="*/ 648065 w 6016629"/>
              <a:gd name="connsiteY6" fmla="*/ 3767445 h 5989270"/>
              <a:gd name="connsiteX7" fmla="*/ 0 w 6016629"/>
              <a:gd name="connsiteY7" fmla="*/ 2495503 h 5989270"/>
              <a:gd name="connsiteX8" fmla="*/ 1690032 w 6016629"/>
              <a:gd name="connsiteY8" fmla="*/ 349771 h 5989270"/>
              <a:gd name="connsiteX9" fmla="*/ 1514612 w 6016629"/>
              <a:gd name="connsiteY9" fmla="*/ 3481 h 5989270"/>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1514612 w 6016629"/>
              <a:gd name="connsiteY0" fmla="*/ 0 h 5985789"/>
              <a:gd name="connsiteX1" fmla="*/ 6013198 w 6016629"/>
              <a:gd name="connsiteY1" fmla="*/ 1060111 h 5985789"/>
              <a:gd name="connsiteX2" fmla="*/ 6013173 w 6016629"/>
              <a:gd name="connsiteY2" fmla="*/ 1923443 h 5985789"/>
              <a:gd name="connsiteX3" fmla="*/ 6016629 w 6016629"/>
              <a:gd name="connsiteY3" fmla="*/ 3733260 h 5985789"/>
              <a:gd name="connsiteX4" fmla="*/ 5217476 w 6016629"/>
              <a:gd name="connsiteY4" fmla="*/ 3598011 h 5985789"/>
              <a:gd name="connsiteX5" fmla="*/ 2997935 w 6016629"/>
              <a:gd name="connsiteY5" fmla="*/ 5985789 h 5985789"/>
              <a:gd name="connsiteX6" fmla="*/ 648065 w 6016629"/>
              <a:gd name="connsiteY6" fmla="*/ 3763964 h 5985789"/>
              <a:gd name="connsiteX7" fmla="*/ 0 w 6016629"/>
              <a:gd name="connsiteY7" fmla="*/ 2492022 h 5985789"/>
              <a:gd name="connsiteX8" fmla="*/ 1690032 w 6016629"/>
              <a:gd name="connsiteY8" fmla="*/ 346290 h 5985789"/>
              <a:gd name="connsiteX9" fmla="*/ 1514612 w 6016629"/>
              <a:gd name="connsiteY9" fmla="*/ 0 h 598578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168662 h 5639499"/>
              <a:gd name="connsiteX1" fmla="*/ 6013198 w 6016629"/>
              <a:gd name="connsiteY1" fmla="*/ 713821 h 5639499"/>
              <a:gd name="connsiteX2" fmla="*/ 6013173 w 6016629"/>
              <a:gd name="connsiteY2" fmla="*/ 1577153 h 5639499"/>
              <a:gd name="connsiteX3" fmla="*/ 6016629 w 6016629"/>
              <a:gd name="connsiteY3" fmla="*/ 3386970 h 5639499"/>
              <a:gd name="connsiteX4" fmla="*/ 5217476 w 6016629"/>
              <a:gd name="connsiteY4" fmla="*/ 3251721 h 5639499"/>
              <a:gd name="connsiteX5" fmla="*/ 2997935 w 6016629"/>
              <a:gd name="connsiteY5" fmla="*/ 5639499 h 5639499"/>
              <a:gd name="connsiteX6" fmla="*/ 648065 w 6016629"/>
              <a:gd name="connsiteY6" fmla="*/ 3417674 h 5639499"/>
              <a:gd name="connsiteX7" fmla="*/ 0 w 6016629"/>
              <a:gd name="connsiteY7" fmla="*/ 2145732 h 5639499"/>
              <a:gd name="connsiteX8" fmla="*/ 1690032 w 6016629"/>
              <a:gd name="connsiteY8" fmla="*/ 0 h 5639499"/>
              <a:gd name="connsiteX9" fmla="*/ 4185622 w 6016629"/>
              <a:gd name="connsiteY9" fmla="*/ 168662 h 5639499"/>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4185622 w 6016629"/>
              <a:gd name="connsiteY0" fmla="*/ 0 h 5470837"/>
              <a:gd name="connsiteX1" fmla="*/ 6013198 w 6016629"/>
              <a:gd name="connsiteY1" fmla="*/ 545159 h 5470837"/>
              <a:gd name="connsiteX2" fmla="*/ 6013173 w 6016629"/>
              <a:gd name="connsiteY2" fmla="*/ 1408491 h 5470837"/>
              <a:gd name="connsiteX3" fmla="*/ 6016629 w 6016629"/>
              <a:gd name="connsiteY3" fmla="*/ 3218308 h 5470837"/>
              <a:gd name="connsiteX4" fmla="*/ 5217476 w 6016629"/>
              <a:gd name="connsiteY4" fmla="*/ 3083059 h 5470837"/>
              <a:gd name="connsiteX5" fmla="*/ 2997935 w 6016629"/>
              <a:gd name="connsiteY5" fmla="*/ 5470837 h 5470837"/>
              <a:gd name="connsiteX6" fmla="*/ 648065 w 6016629"/>
              <a:gd name="connsiteY6" fmla="*/ 3249012 h 5470837"/>
              <a:gd name="connsiteX7" fmla="*/ 0 w 6016629"/>
              <a:gd name="connsiteY7" fmla="*/ 1977070 h 5470837"/>
              <a:gd name="connsiteX8" fmla="*/ 3595834 w 6016629"/>
              <a:gd name="connsiteY8" fmla="*/ 659111 h 5470837"/>
              <a:gd name="connsiteX9" fmla="*/ 4185622 w 6016629"/>
              <a:gd name="connsiteY9" fmla="*/ 0 h 5470837"/>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537557 w 5368564"/>
              <a:gd name="connsiteY0" fmla="*/ 63486 h 5534323"/>
              <a:gd name="connsiteX1" fmla="*/ 5365133 w 5368564"/>
              <a:gd name="connsiteY1" fmla="*/ 608645 h 5534323"/>
              <a:gd name="connsiteX2" fmla="*/ 5365108 w 5368564"/>
              <a:gd name="connsiteY2" fmla="*/ 1471977 h 5534323"/>
              <a:gd name="connsiteX3" fmla="*/ 5368564 w 5368564"/>
              <a:gd name="connsiteY3" fmla="*/ 3281794 h 5534323"/>
              <a:gd name="connsiteX4" fmla="*/ 4569411 w 5368564"/>
              <a:gd name="connsiteY4" fmla="*/ 3146545 h 5534323"/>
              <a:gd name="connsiteX5" fmla="*/ 2349870 w 5368564"/>
              <a:gd name="connsiteY5" fmla="*/ 5534323 h 5534323"/>
              <a:gd name="connsiteX6" fmla="*/ 0 w 5368564"/>
              <a:gd name="connsiteY6" fmla="*/ 3312498 h 5534323"/>
              <a:gd name="connsiteX7" fmla="*/ 531029 w 5368564"/>
              <a:gd name="connsiteY7" fmla="*/ 0 h 5534323"/>
              <a:gd name="connsiteX8" fmla="*/ 2947769 w 5368564"/>
              <a:gd name="connsiteY8" fmla="*/ 722597 h 5534323"/>
              <a:gd name="connsiteX9" fmla="*/ 3537557 w 536856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21503 w 5652510"/>
              <a:gd name="connsiteY0" fmla="*/ 63486 h 5534323"/>
              <a:gd name="connsiteX1" fmla="*/ 5649079 w 5652510"/>
              <a:gd name="connsiteY1" fmla="*/ 608645 h 5534323"/>
              <a:gd name="connsiteX2" fmla="*/ 5649054 w 5652510"/>
              <a:gd name="connsiteY2" fmla="*/ 1471977 h 5534323"/>
              <a:gd name="connsiteX3" fmla="*/ 5652510 w 5652510"/>
              <a:gd name="connsiteY3" fmla="*/ 3281794 h 5534323"/>
              <a:gd name="connsiteX4" fmla="*/ 4853357 w 5652510"/>
              <a:gd name="connsiteY4" fmla="*/ 3146545 h 5534323"/>
              <a:gd name="connsiteX5" fmla="*/ 2633816 w 5652510"/>
              <a:gd name="connsiteY5" fmla="*/ 5534323 h 5534323"/>
              <a:gd name="connsiteX6" fmla="*/ 0 w 5652510"/>
              <a:gd name="connsiteY6" fmla="*/ 1016872 h 5534323"/>
              <a:gd name="connsiteX7" fmla="*/ 814975 w 5652510"/>
              <a:gd name="connsiteY7" fmla="*/ 0 h 5534323"/>
              <a:gd name="connsiteX8" fmla="*/ 3231715 w 5652510"/>
              <a:gd name="connsiteY8" fmla="*/ 722597 h 5534323"/>
              <a:gd name="connsiteX9" fmla="*/ 3821503 w 5652510"/>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7996 h 5534323"/>
              <a:gd name="connsiteX7" fmla="*/ 863101 w 5700636"/>
              <a:gd name="connsiteY7" fmla="*/ 0 h 5534323"/>
              <a:gd name="connsiteX8" fmla="*/ 3279841 w 5700636"/>
              <a:gd name="connsiteY8" fmla="*/ 722597 h 5534323"/>
              <a:gd name="connsiteX9" fmla="*/ 3869629 w 5700636"/>
              <a:gd name="connsiteY9" fmla="*/ 63486 h 5534323"/>
              <a:gd name="connsiteX0" fmla="*/ 3720437 w 5551444"/>
              <a:gd name="connsiteY0" fmla="*/ 63486 h 5534323"/>
              <a:gd name="connsiteX1" fmla="*/ 5548013 w 5551444"/>
              <a:gd name="connsiteY1" fmla="*/ 608645 h 5534323"/>
              <a:gd name="connsiteX2" fmla="*/ 5547988 w 5551444"/>
              <a:gd name="connsiteY2" fmla="*/ 1471977 h 5534323"/>
              <a:gd name="connsiteX3" fmla="*/ 5551444 w 5551444"/>
              <a:gd name="connsiteY3" fmla="*/ 3281794 h 5534323"/>
              <a:gd name="connsiteX4" fmla="*/ 4752291 w 5551444"/>
              <a:gd name="connsiteY4" fmla="*/ 3146545 h 5534323"/>
              <a:gd name="connsiteX5" fmla="*/ 2532750 w 5551444"/>
              <a:gd name="connsiteY5" fmla="*/ 5534323 h 5534323"/>
              <a:gd name="connsiteX6" fmla="*/ 0 w 5551444"/>
              <a:gd name="connsiteY6" fmla="*/ 968746 h 5534323"/>
              <a:gd name="connsiteX7" fmla="*/ 713909 w 5551444"/>
              <a:gd name="connsiteY7" fmla="*/ 0 h 5534323"/>
              <a:gd name="connsiteX8" fmla="*/ 3130649 w 5551444"/>
              <a:gd name="connsiteY8" fmla="*/ 722597 h 5534323"/>
              <a:gd name="connsiteX9" fmla="*/ 3720437 w 5551444"/>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63486 h 5534323"/>
              <a:gd name="connsiteX1" fmla="*/ 5697205 w 5700636"/>
              <a:gd name="connsiteY1" fmla="*/ 608645 h 5534323"/>
              <a:gd name="connsiteX2" fmla="*/ 5697180 w 5700636"/>
              <a:gd name="connsiteY2" fmla="*/ 1471977 h 5534323"/>
              <a:gd name="connsiteX3" fmla="*/ 5700636 w 5700636"/>
              <a:gd name="connsiteY3" fmla="*/ 3281794 h 5534323"/>
              <a:gd name="connsiteX4" fmla="*/ 4901483 w 5700636"/>
              <a:gd name="connsiteY4" fmla="*/ 3146545 h 5534323"/>
              <a:gd name="connsiteX5" fmla="*/ 2681942 w 5700636"/>
              <a:gd name="connsiteY5" fmla="*/ 5534323 h 5534323"/>
              <a:gd name="connsiteX6" fmla="*/ 0 w 5700636"/>
              <a:gd name="connsiteY6" fmla="*/ 983184 h 5534323"/>
              <a:gd name="connsiteX7" fmla="*/ 863101 w 5700636"/>
              <a:gd name="connsiteY7" fmla="*/ 0 h 5534323"/>
              <a:gd name="connsiteX8" fmla="*/ 3279841 w 5700636"/>
              <a:gd name="connsiteY8" fmla="*/ 722597 h 5534323"/>
              <a:gd name="connsiteX9" fmla="*/ 3869629 w 5700636"/>
              <a:gd name="connsiteY9" fmla="*/ 63486 h 5534323"/>
              <a:gd name="connsiteX0" fmla="*/ 3869629 w 5700636"/>
              <a:gd name="connsiteY0" fmla="*/ 0 h 5470837"/>
              <a:gd name="connsiteX1" fmla="*/ 5697205 w 5700636"/>
              <a:gd name="connsiteY1" fmla="*/ 545159 h 5470837"/>
              <a:gd name="connsiteX2" fmla="*/ 5697180 w 5700636"/>
              <a:gd name="connsiteY2" fmla="*/ 1408491 h 5470837"/>
              <a:gd name="connsiteX3" fmla="*/ 5700636 w 5700636"/>
              <a:gd name="connsiteY3" fmla="*/ 3218308 h 5470837"/>
              <a:gd name="connsiteX4" fmla="*/ 4901483 w 5700636"/>
              <a:gd name="connsiteY4" fmla="*/ 3083059 h 5470837"/>
              <a:gd name="connsiteX5" fmla="*/ 2681942 w 5700636"/>
              <a:gd name="connsiteY5" fmla="*/ 5470837 h 5470837"/>
              <a:gd name="connsiteX6" fmla="*/ 0 w 5700636"/>
              <a:gd name="connsiteY6" fmla="*/ 919698 h 5470837"/>
              <a:gd name="connsiteX7" fmla="*/ 853476 w 5700636"/>
              <a:gd name="connsiteY7" fmla="*/ 133832 h 5470837"/>
              <a:gd name="connsiteX8" fmla="*/ 3279841 w 5700636"/>
              <a:gd name="connsiteY8" fmla="*/ 659111 h 5470837"/>
              <a:gd name="connsiteX9" fmla="*/ 3869629 w 5700636"/>
              <a:gd name="connsiteY9" fmla="*/ 0 h 5470837"/>
              <a:gd name="connsiteX0" fmla="*/ 3869629 w 5700636"/>
              <a:gd name="connsiteY0" fmla="*/ 58673 h 5529510"/>
              <a:gd name="connsiteX1" fmla="*/ 5697205 w 5700636"/>
              <a:gd name="connsiteY1" fmla="*/ 603832 h 5529510"/>
              <a:gd name="connsiteX2" fmla="*/ 5697180 w 5700636"/>
              <a:gd name="connsiteY2" fmla="*/ 1467164 h 5529510"/>
              <a:gd name="connsiteX3" fmla="*/ 5700636 w 5700636"/>
              <a:gd name="connsiteY3" fmla="*/ 3276981 h 5529510"/>
              <a:gd name="connsiteX4" fmla="*/ 4901483 w 5700636"/>
              <a:gd name="connsiteY4" fmla="*/ 3141732 h 5529510"/>
              <a:gd name="connsiteX5" fmla="*/ 2681942 w 5700636"/>
              <a:gd name="connsiteY5" fmla="*/ 5529510 h 5529510"/>
              <a:gd name="connsiteX6" fmla="*/ 0 w 5700636"/>
              <a:gd name="connsiteY6" fmla="*/ 978371 h 5529510"/>
              <a:gd name="connsiteX7" fmla="*/ 867914 w 5700636"/>
              <a:gd name="connsiteY7" fmla="*/ 0 h 5529510"/>
              <a:gd name="connsiteX8" fmla="*/ 3279841 w 5700636"/>
              <a:gd name="connsiteY8" fmla="*/ 717784 h 5529510"/>
              <a:gd name="connsiteX9" fmla="*/ 3869629 w 5700636"/>
              <a:gd name="connsiteY9" fmla="*/ 58673 h 5529510"/>
              <a:gd name="connsiteX0" fmla="*/ 4970416 w 6801423"/>
              <a:gd name="connsiteY0" fmla="*/ 58673 h 3729586"/>
              <a:gd name="connsiteX1" fmla="*/ 6797992 w 6801423"/>
              <a:gd name="connsiteY1" fmla="*/ 603832 h 3729586"/>
              <a:gd name="connsiteX2" fmla="*/ 6797967 w 6801423"/>
              <a:gd name="connsiteY2" fmla="*/ 1467164 h 3729586"/>
              <a:gd name="connsiteX3" fmla="*/ 6801423 w 6801423"/>
              <a:gd name="connsiteY3" fmla="*/ 3276981 h 3729586"/>
              <a:gd name="connsiteX4" fmla="*/ 6002270 w 6801423"/>
              <a:gd name="connsiteY4" fmla="*/ 3141732 h 3729586"/>
              <a:gd name="connsiteX5" fmla="*/ 0 w 6801423"/>
              <a:gd name="connsiteY5" fmla="*/ 3729586 h 3729586"/>
              <a:gd name="connsiteX6" fmla="*/ 1100787 w 6801423"/>
              <a:gd name="connsiteY6" fmla="*/ 978371 h 3729586"/>
              <a:gd name="connsiteX7" fmla="*/ 1968701 w 6801423"/>
              <a:gd name="connsiteY7" fmla="*/ 0 h 3729586"/>
              <a:gd name="connsiteX8" fmla="*/ 4380628 w 6801423"/>
              <a:gd name="connsiteY8" fmla="*/ 717784 h 3729586"/>
              <a:gd name="connsiteX9" fmla="*/ 4970416 w 6801423"/>
              <a:gd name="connsiteY9" fmla="*/ 58673 h 3729586"/>
              <a:gd name="connsiteX0" fmla="*/ 4970416 w 6801423"/>
              <a:gd name="connsiteY0" fmla="*/ 58673 h 3970776"/>
              <a:gd name="connsiteX1" fmla="*/ 6797992 w 6801423"/>
              <a:gd name="connsiteY1" fmla="*/ 603832 h 3970776"/>
              <a:gd name="connsiteX2" fmla="*/ 6797967 w 6801423"/>
              <a:gd name="connsiteY2" fmla="*/ 1467164 h 3970776"/>
              <a:gd name="connsiteX3" fmla="*/ 6801423 w 6801423"/>
              <a:gd name="connsiteY3" fmla="*/ 3276981 h 3970776"/>
              <a:gd name="connsiteX4" fmla="*/ 6002270 w 6801423"/>
              <a:gd name="connsiteY4" fmla="*/ 3141732 h 3970776"/>
              <a:gd name="connsiteX5" fmla="*/ 0 w 6801423"/>
              <a:gd name="connsiteY5" fmla="*/ 3729586 h 3970776"/>
              <a:gd name="connsiteX6" fmla="*/ 1100787 w 6801423"/>
              <a:gd name="connsiteY6" fmla="*/ 978371 h 3970776"/>
              <a:gd name="connsiteX7" fmla="*/ 1968701 w 6801423"/>
              <a:gd name="connsiteY7" fmla="*/ 0 h 3970776"/>
              <a:gd name="connsiteX8" fmla="*/ 4380628 w 6801423"/>
              <a:gd name="connsiteY8" fmla="*/ 717784 h 3970776"/>
              <a:gd name="connsiteX9" fmla="*/ 4970416 w 6801423"/>
              <a:gd name="connsiteY9" fmla="*/ 58673 h 3970776"/>
              <a:gd name="connsiteX0" fmla="*/ 4970416 w 6801423"/>
              <a:gd name="connsiteY0" fmla="*/ 58673 h 4868008"/>
              <a:gd name="connsiteX1" fmla="*/ 6797992 w 6801423"/>
              <a:gd name="connsiteY1" fmla="*/ 603832 h 4868008"/>
              <a:gd name="connsiteX2" fmla="*/ 6797967 w 6801423"/>
              <a:gd name="connsiteY2" fmla="*/ 1467164 h 4868008"/>
              <a:gd name="connsiteX3" fmla="*/ 6801423 w 6801423"/>
              <a:gd name="connsiteY3" fmla="*/ 3276981 h 4868008"/>
              <a:gd name="connsiteX4" fmla="*/ 2759450 w 6801423"/>
              <a:gd name="connsiteY4" fmla="*/ 4829130 h 4868008"/>
              <a:gd name="connsiteX5" fmla="*/ 0 w 6801423"/>
              <a:gd name="connsiteY5" fmla="*/ 3729586 h 4868008"/>
              <a:gd name="connsiteX6" fmla="*/ 1100787 w 6801423"/>
              <a:gd name="connsiteY6" fmla="*/ 978371 h 4868008"/>
              <a:gd name="connsiteX7" fmla="*/ 1968701 w 6801423"/>
              <a:gd name="connsiteY7" fmla="*/ 0 h 4868008"/>
              <a:gd name="connsiteX8" fmla="*/ 4380628 w 6801423"/>
              <a:gd name="connsiteY8" fmla="*/ 717784 h 4868008"/>
              <a:gd name="connsiteX9" fmla="*/ 4970416 w 6801423"/>
              <a:gd name="connsiteY9" fmla="*/ 58673 h 4868008"/>
              <a:gd name="connsiteX0" fmla="*/ 4970416 w 6801423"/>
              <a:gd name="connsiteY0" fmla="*/ 58673 h 4829130"/>
              <a:gd name="connsiteX1" fmla="*/ 6797992 w 6801423"/>
              <a:gd name="connsiteY1" fmla="*/ 603832 h 4829130"/>
              <a:gd name="connsiteX2" fmla="*/ 6797967 w 6801423"/>
              <a:gd name="connsiteY2" fmla="*/ 1467164 h 4829130"/>
              <a:gd name="connsiteX3" fmla="*/ 6801423 w 6801423"/>
              <a:gd name="connsiteY3" fmla="*/ 3276981 h 4829130"/>
              <a:gd name="connsiteX4" fmla="*/ 2759450 w 6801423"/>
              <a:gd name="connsiteY4" fmla="*/ 4829130 h 4829130"/>
              <a:gd name="connsiteX5" fmla="*/ 0 w 6801423"/>
              <a:gd name="connsiteY5" fmla="*/ 3729586 h 4829130"/>
              <a:gd name="connsiteX6" fmla="*/ 1100787 w 6801423"/>
              <a:gd name="connsiteY6" fmla="*/ 978371 h 4829130"/>
              <a:gd name="connsiteX7" fmla="*/ 1968701 w 6801423"/>
              <a:gd name="connsiteY7" fmla="*/ 0 h 4829130"/>
              <a:gd name="connsiteX8" fmla="*/ 4380628 w 6801423"/>
              <a:gd name="connsiteY8" fmla="*/ 717784 h 4829130"/>
              <a:gd name="connsiteX9" fmla="*/ 4970416 w 6801423"/>
              <a:gd name="connsiteY9" fmla="*/ 58673 h 4829130"/>
              <a:gd name="connsiteX0" fmla="*/ 4970416 w 6801423"/>
              <a:gd name="connsiteY0" fmla="*/ 58673 h 4651330"/>
              <a:gd name="connsiteX1" fmla="*/ 6797992 w 6801423"/>
              <a:gd name="connsiteY1" fmla="*/ 603832 h 4651330"/>
              <a:gd name="connsiteX2" fmla="*/ 6797967 w 6801423"/>
              <a:gd name="connsiteY2" fmla="*/ 1467164 h 4651330"/>
              <a:gd name="connsiteX3" fmla="*/ 6801423 w 6801423"/>
              <a:gd name="connsiteY3" fmla="*/ 3276981 h 4651330"/>
              <a:gd name="connsiteX4" fmla="*/ 2856817 w 6801423"/>
              <a:gd name="connsiteY4" fmla="*/ 4651330 h 4651330"/>
              <a:gd name="connsiteX5" fmla="*/ 0 w 6801423"/>
              <a:gd name="connsiteY5" fmla="*/ 3729586 h 4651330"/>
              <a:gd name="connsiteX6" fmla="*/ 1100787 w 6801423"/>
              <a:gd name="connsiteY6" fmla="*/ 978371 h 4651330"/>
              <a:gd name="connsiteX7" fmla="*/ 1968701 w 6801423"/>
              <a:gd name="connsiteY7" fmla="*/ 0 h 4651330"/>
              <a:gd name="connsiteX8" fmla="*/ 4380628 w 6801423"/>
              <a:gd name="connsiteY8" fmla="*/ 717784 h 4651330"/>
              <a:gd name="connsiteX9" fmla="*/ 4970416 w 6801423"/>
              <a:gd name="connsiteY9" fmla="*/ 58673 h 4651330"/>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33363"/>
              <a:gd name="connsiteX1" fmla="*/ 6797992 w 6801423"/>
              <a:gd name="connsiteY1" fmla="*/ 603832 h 4833363"/>
              <a:gd name="connsiteX2" fmla="*/ 6797967 w 6801423"/>
              <a:gd name="connsiteY2" fmla="*/ 1467164 h 4833363"/>
              <a:gd name="connsiteX3" fmla="*/ 6801423 w 6801423"/>
              <a:gd name="connsiteY3" fmla="*/ 3276981 h 4833363"/>
              <a:gd name="connsiteX4" fmla="*/ 2784851 w 6801423"/>
              <a:gd name="connsiteY4" fmla="*/ 4833363 h 4833363"/>
              <a:gd name="connsiteX5" fmla="*/ 0 w 6801423"/>
              <a:gd name="connsiteY5" fmla="*/ 3729586 h 4833363"/>
              <a:gd name="connsiteX6" fmla="*/ 1100787 w 6801423"/>
              <a:gd name="connsiteY6" fmla="*/ 978371 h 4833363"/>
              <a:gd name="connsiteX7" fmla="*/ 1968701 w 6801423"/>
              <a:gd name="connsiteY7" fmla="*/ 0 h 4833363"/>
              <a:gd name="connsiteX8" fmla="*/ 4380628 w 6801423"/>
              <a:gd name="connsiteY8" fmla="*/ 717784 h 4833363"/>
              <a:gd name="connsiteX9" fmla="*/ 4970416 w 6801423"/>
              <a:gd name="connsiteY9" fmla="*/ 58673 h 4833363"/>
              <a:gd name="connsiteX0" fmla="*/ 4970416 w 6801423"/>
              <a:gd name="connsiteY0" fmla="*/ 58673 h 4878322"/>
              <a:gd name="connsiteX1" fmla="*/ 6797992 w 6801423"/>
              <a:gd name="connsiteY1" fmla="*/ 603832 h 4878322"/>
              <a:gd name="connsiteX2" fmla="*/ 6797967 w 6801423"/>
              <a:gd name="connsiteY2" fmla="*/ 1467164 h 4878322"/>
              <a:gd name="connsiteX3" fmla="*/ 6801423 w 6801423"/>
              <a:gd name="connsiteY3" fmla="*/ 3276981 h 4878322"/>
              <a:gd name="connsiteX4" fmla="*/ 2784851 w 6801423"/>
              <a:gd name="connsiteY4" fmla="*/ 4833363 h 4878322"/>
              <a:gd name="connsiteX5" fmla="*/ 0 w 6801423"/>
              <a:gd name="connsiteY5" fmla="*/ 3729586 h 4878322"/>
              <a:gd name="connsiteX6" fmla="*/ 1100787 w 6801423"/>
              <a:gd name="connsiteY6" fmla="*/ 978371 h 4878322"/>
              <a:gd name="connsiteX7" fmla="*/ 1968701 w 6801423"/>
              <a:gd name="connsiteY7" fmla="*/ 0 h 4878322"/>
              <a:gd name="connsiteX8" fmla="*/ 4380628 w 6801423"/>
              <a:gd name="connsiteY8" fmla="*/ 717784 h 4878322"/>
              <a:gd name="connsiteX9" fmla="*/ 4970416 w 6801423"/>
              <a:gd name="connsiteY9" fmla="*/ 58673 h 4878322"/>
              <a:gd name="connsiteX0" fmla="*/ 4970416 w 6801150"/>
              <a:gd name="connsiteY0" fmla="*/ 58673 h 5219317"/>
              <a:gd name="connsiteX1" fmla="*/ 6797992 w 6801150"/>
              <a:gd name="connsiteY1" fmla="*/ 603832 h 5219317"/>
              <a:gd name="connsiteX2" fmla="*/ 6797967 w 6801150"/>
              <a:gd name="connsiteY2" fmla="*/ 14671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1150"/>
              <a:gd name="connsiteY0" fmla="*/ 58673 h 5219317"/>
              <a:gd name="connsiteX1" fmla="*/ 6797992 w 6801150"/>
              <a:gd name="connsiteY1" fmla="*/ 603832 h 5219317"/>
              <a:gd name="connsiteX2" fmla="*/ 6797967 w 6801150"/>
              <a:gd name="connsiteY2" fmla="*/ 4667564 h 5219317"/>
              <a:gd name="connsiteX3" fmla="*/ 4025173 w 6801150"/>
              <a:gd name="connsiteY3" fmla="*/ 4946036 h 5219317"/>
              <a:gd name="connsiteX4" fmla="*/ 2784851 w 6801150"/>
              <a:gd name="connsiteY4" fmla="*/ 4833363 h 5219317"/>
              <a:gd name="connsiteX5" fmla="*/ 0 w 6801150"/>
              <a:gd name="connsiteY5" fmla="*/ 3729586 h 5219317"/>
              <a:gd name="connsiteX6" fmla="*/ 1100787 w 6801150"/>
              <a:gd name="connsiteY6" fmla="*/ 978371 h 5219317"/>
              <a:gd name="connsiteX7" fmla="*/ 1968701 w 6801150"/>
              <a:gd name="connsiteY7" fmla="*/ 0 h 5219317"/>
              <a:gd name="connsiteX8" fmla="*/ 4380628 w 6801150"/>
              <a:gd name="connsiteY8" fmla="*/ 717784 h 5219317"/>
              <a:gd name="connsiteX9" fmla="*/ 4970416 w 6801150"/>
              <a:gd name="connsiteY9" fmla="*/ 58673 h 5219317"/>
              <a:gd name="connsiteX0" fmla="*/ 4970416 w 6805538"/>
              <a:gd name="connsiteY0" fmla="*/ 58673 h 5688185"/>
              <a:gd name="connsiteX1" fmla="*/ 6797992 w 6805538"/>
              <a:gd name="connsiteY1" fmla="*/ 603832 h 5688185"/>
              <a:gd name="connsiteX2" fmla="*/ 6804843 w 6805538"/>
              <a:gd name="connsiteY2" fmla="*/ 5506337 h 5688185"/>
              <a:gd name="connsiteX3" fmla="*/ 4025173 w 6805538"/>
              <a:gd name="connsiteY3" fmla="*/ 4946036 h 5688185"/>
              <a:gd name="connsiteX4" fmla="*/ 2784851 w 6805538"/>
              <a:gd name="connsiteY4" fmla="*/ 4833363 h 5688185"/>
              <a:gd name="connsiteX5" fmla="*/ 0 w 6805538"/>
              <a:gd name="connsiteY5" fmla="*/ 3729586 h 5688185"/>
              <a:gd name="connsiteX6" fmla="*/ 1100787 w 6805538"/>
              <a:gd name="connsiteY6" fmla="*/ 978371 h 5688185"/>
              <a:gd name="connsiteX7" fmla="*/ 1968701 w 6805538"/>
              <a:gd name="connsiteY7" fmla="*/ 0 h 5688185"/>
              <a:gd name="connsiteX8" fmla="*/ 4380628 w 6805538"/>
              <a:gd name="connsiteY8" fmla="*/ 717784 h 5688185"/>
              <a:gd name="connsiteX9" fmla="*/ 4970416 w 6805538"/>
              <a:gd name="connsiteY9" fmla="*/ 58673 h 5688185"/>
              <a:gd name="connsiteX0" fmla="*/ 4970416 w 6805538"/>
              <a:gd name="connsiteY0" fmla="*/ 58673 h 5749538"/>
              <a:gd name="connsiteX1" fmla="*/ 6797992 w 6805538"/>
              <a:gd name="connsiteY1" fmla="*/ 603832 h 5749538"/>
              <a:gd name="connsiteX2" fmla="*/ 6804843 w 6805538"/>
              <a:gd name="connsiteY2" fmla="*/ 5506337 h 5749538"/>
              <a:gd name="connsiteX3" fmla="*/ 2932018 w 6805538"/>
              <a:gd name="connsiteY3" fmla="*/ 5537302 h 5749538"/>
              <a:gd name="connsiteX4" fmla="*/ 2784851 w 6805538"/>
              <a:gd name="connsiteY4" fmla="*/ 4833363 h 5749538"/>
              <a:gd name="connsiteX5" fmla="*/ 0 w 6805538"/>
              <a:gd name="connsiteY5" fmla="*/ 3729586 h 5749538"/>
              <a:gd name="connsiteX6" fmla="*/ 1100787 w 6805538"/>
              <a:gd name="connsiteY6" fmla="*/ 978371 h 5749538"/>
              <a:gd name="connsiteX7" fmla="*/ 1968701 w 6805538"/>
              <a:gd name="connsiteY7" fmla="*/ 0 h 5749538"/>
              <a:gd name="connsiteX8" fmla="*/ 4380628 w 6805538"/>
              <a:gd name="connsiteY8" fmla="*/ 717784 h 5749538"/>
              <a:gd name="connsiteX9" fmla="*/ 4970416 w 6805538"/>
              <a:gd name="connsiteY9" fmla="*/ 58673 h 5749538"/>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766266"/>
              <a:gd name="connsiteX1" fmla="*/ 6797992 w 6805538"/>
              <a:gd name="connsiteY1" fmla="*/ 603832 h 5766266"/>
              <a:gd name="connsiteX2" fmla="*/ 6804843 w 6805538"/>
              <a:gd name="connsiteY2" fmla="*/ 5506337 h 5766266"/>
              <a:gd name="connsiteX3" fmla="*/ 2932018 w 6805538"/>
              <a:gd name="connsiteY3" fmla="*/ 5537302 h 5766266"/>
              <a:gd name="connsiteX4" fmla="*/ 2784851 w 6805538"/>
              <a:gd name="connsiteY4" fmla="*/ 4833363 h 5766266"/>
              <a:gd name="connsiteX5" fmla="*/ 0 w 6805538"/>
              <a:gd name="connsiteY5" fmla="*/ 3729586 h 5766266"/>
              <a:gd name="connsiteX6" fmla="*/ 1100787 w 6805538"/>
              <a:gd name="connsiteY6" fmla="*/ 978371 h 5766266"/>
              <a:gd name="connsiteX7" fmla="*/ 1968701 w 6805538"/>
              <a:gd name="connsiteY7" fmla="*/ 0 h 5766266"/>
              <a:gd name="connsiteX8" fmla="*/ 4380628 w 6805538"/>
              <a:gd name="connsiteY8" fmla="*/ 717784 h 5766266"/>
              <a:gd name="connsiteX9" fmla="*/ 4970416 w 6805538"/>
              <a:gd name="connsiteY9" fmla="*/ 58673 h 5766266"/>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37302"/>
              <a:gd name="connsiteX1" fmla="*/ 6797992 w 6805538"/>
              <a:gd name="connsiteY1" fmla="*/ 603832 h 5537302"/>
              <a:gd name="connsiteX2" fmla="*/ 6804843 w 6805538"/>
              <a:gd name="connsiteY2" fmla="*/ 5506337 h 5537302"/>
              <a:gd name="connsiteX3" fmla="*/ 2932018 w 6805538"/>
              <a:gd name="connsiteY3" fmla="*/ 5537302 h 5537302"/>
              <a:gd name="connsiteX4" fmla="*/ 2784851 w 6805538"/>
              <a:gd name="connsiteY4" fmla="*/ 4833363 h 5537302"/>
              <a:gd name="connsiteX5" fmla="*/ 0 w 6805538"/>
              <a:gd name="connsiteY5" fmla="*/ 3729586 h 5537302"/>
              <a:gd name="connsiteX6" fmla="*/ 1100787 w 6805538"/>
              <a:gd name="connsiteY6" fmla="*/ 978371 h 5537302"/>
              <a:gd name="connsiteX7" fmla="*/ 1968701 w 6805538"/>
              <a:gd name="connsiteY7" fmla="*/ 0 h 5537302"/>
              <a:gd name="connsiteX8" fmla="*/ 4380628 w 6805538"/>
              <a:gd name="connsiteY8" fmla="*/ 717784 h 5537302"/>
              <a:gd name="connsiteX9" fmla="*/ 4970416 w 6805538"/>
              <a:gd name="connsiteY9" fmla="*/ 58673 h 5537302"/>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5538"/>
              <a:gd name="connsiteY0" fmla="*/ 58673 h 5527777"/>
              <a:gd name="connsiteX1" fmla="*/ 6797992 w 6805538"/>
              <a:gd name="connsiteY1" fmla="*/ 603832 h 5527777"/>
              <a:gd name="connsiteX2" fmla="*/ 6804843 w 6805538"/>
              <a:gd name="connsiteY2" fmla="*/ 5506337 h 5527777"/>
              <a:gd name="connsiteX3" fmla="*/ 2928843 w 6805538"/>
              <a:gd name="connsiteY3" fmla="*/ 5527777 h 5527777"/>
              <a:gd name="connsiteX4" fmla="*/ 2784851 w 6805538"/>
              <a:gd name="connsiteY4" fmla="*/ 4833363 h 5527777"/>
              <a:gd name="connsiteX5" fmla="*/ 0 w 6805538"/>
              <a:gd name="connsiteY5" fmla="*/ 3729586 h 5527777"/>
              <a:gd name="connsiteX6" fmla="*/ 1100787 w 6805538"/>
              <a:gd name="connsiteY6" fmla="*/ 978371 h 5527777"/>
              <a:gd name="connsiteX7" fmla="*/ 1968701 w 6805538"/>
              <a:gd name="connsiteY7" fmla="*/ 0 h 5527777"/>
              <a:gd name="connsiteX8" fmla="*/ 4380628 w 6805538"/>
              <a:gd name="connsiteY8" fmla="*/ 717784 h 5527777"/>
              <a:gd name="connsiteX9" fmla="*/ 4970416 w 6805538"/>
              <a:gd name="connsiteY9" fmla="*/ 58673 h 552777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803015"/>
              <a:gd name="connsiteY0" fmla="*/ 58673 h 5531737"/>
              <a:gd name="connsiteX1" fmla="*/ 6797992 w 6803015"/>
              <a:gd name="connsiteY1" fmla="*/ 603832 h 5531737"/>
              <a:gd name="connsiteX2" fmla="*/ 6801668 w 6803015"/>
              <a:gd name="connsiteY2" fmla="*/ 5531737 h 5531737"/>
              <a:gd name="connsiteX3" fmla="*/ 2928843 w 6803015"/>
              <a:gd name="connsiteY3" fmla="*/ 5527777 h 5531737"/>
              <a:gd name="connsiteX4" fmla="*/ 2784851 w 6803015"/>
              <a:gd name="connsiteY4" fmla="*/ 4833363 h 5531737"/>
              <a:gd name="connsiteX5" fmla="*/ 0 w 6803015"/>
              <a:gd name="connsiteY5" fmla="*/ 3729586 h 5531737"/>
              <a:gd name="connsiteX6" fmla="*/ 1100787 w 6803015"/>
              <a:gd name="connsiteY6" fmla="*/ 978371 h 5531737"/>
              <a:gd name="connsiteX7" fmla="*/ 1968701 w 6803015"/>
              <a:gd name="connsiteY7" fmla="*/ 0 h 5531737"/>
              <a:gd name="connsiteX8" fmla="*/ 4380628 w 6803015"/>
              <a:gd name="connsiteY8" fmla="*/ 717784 h 5531737"/>
              <a:gd name="connsiteX9" fmla="*/ 4970416 w 6803015"/>
              <a:gd name="connsiteY9" fmla="*/ 58673 h 5531737"/>
              <a:gd name="connsiteX0" fmla="*/ 4970416 w 6972326"/>
              <a:gd name="connsiteY0" fmla="*/ 58673 h 5531737"/>
              <a:gd name="connsiteX1" fmla="*/ 6797992 w 6972326"/>
              <a:gd name="connsiteY1" fmla="*/ 603832 h 5531737"/>
              <a:gd name="connsiteX2" fmla="*/ 6801668 w 6972326"/>
              <a:gd name="connsiteY2" fmla="*/ 5531737 h 5531737"/>
              <a:gd name="connsiteX3" fmla="*/ 2928843 w 6972326"/>
              <a:gd name="connsiteY3" fmla="*/ 5527777 h 5531737"/>
              <a:gd name="connsiteX4" fmla="*/ 2784851 w 6972326"/>
              <a:gd name="connsiteY4" fmla="*/ 4833363 h 5531737"/>
              <a:gd name="connsiteX5" fmla="*/ 0 w 6972326"/>
              <a:gd name="connsiteY5" fmla="*/ 3729586 h 5531737"/>
              <a:gd name="connsiteX6" fmla="*/ 1100787 w 6972326"/>
              <a:gd name="connsiteY6" fmla="*/ 978371 h 5531737"/>
              <a:gd name="connsiteX7" fmla="*/ 1968701 w 6972326"/>
              <a:gd name="connsiteY7" fmla="*/ 0 h 5531737"/>
              <a:gd name="connsiteX8" fmla="*/ 4380628 w 6972326"/>
              <a:gd name="connsiteY8" fmla="*/ 717784 h 5531737"/>
              <a:gd name="connsiteX9" fmla="*/ 4970416 w 6972326"/>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4851 w 6801668"/>
              <a:gd name="connsiteY4" fmla="*/ 4833363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827921 w 6801668"/>
              <a:gd name="connsiteY4" fmla="*/ 4810171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58673 h 5531737"/>
              <a:gd name="connsiteX1" fmla="*/ 6797992 w 6801668"/>
              <a:gd name="connsiteY1" fmla="*/ 603832 h 5531737"/>
              <a:gd name="connsiteX2" fmla="*/ 6801668 w 6801668"/>
              <a:gd name="connsiteY2" fmla="*/ 5531737 h 5531737"/>
              <a:gd name="connsiteX3" fmla="*/ 2928843 w 6801668"/>
              <a:gd name="connsiteY3" fmla="*/ 5527777 h 5531737"/>
              <a:gd name="connsiteX4" fmla="*/ 2781538 w 6801668"/>
              <a:gd name="connsiteY4" fmla="*/ 4826737 h 5531737"/>
              <a:gd name="connsiteX5" fmla="*/ 0 w 6801668"/>
              <a:gd name="connsiteY5" fmla="*/ 3729586 h 5531737"/>
              <a:gd name="connsiteX6" fmla="*/ 1100787 w 6801668"/>
              <a:gd name="connsiteY6" fmla="*/ 978371 h 5531737"/>
              <a:gd name="connsiteX7" fmla="*/ 1968701 w 6801668"/>
              <a:gd name="connsiteY7" fmla="*/ 0 h 5531737"/>
              <a:gd name="connsiteX8" fmla="*/ 4380628 w 6801668"/>
              <a:gd name="connsiteY8" fmla="*/ 717784 h 5531737"/>
              <a:gd name="connsiteX9" fmla="*/ 4970416 w 6801668"/>
              <a:gd name="connsiteY9" fmla="*/ 58673 h 5531737"/>
              <a:gd name="connsiteX0" fmla="*/ 4970416 w 6801668"/>
              <a:gd name="connsiteY0" fmla="*/ 70704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70416 w 6801668"/>
              <a:gd name="connsiteY9" fmla="*/ 70704 h 5543768"/>
              <a:gd name="connsiteX0" fmla="*/ 4994479 w 6801668"/>
              <a:gd name="connsiteY0" fmla="*/ 6468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94479 w 6801668"/>
              <a:gd name="connsiteY9" fmla="*/ 64688 h 5543768"/>
              <a:gd name="connsiteX0" fmla="*/ 4958384 w 6801668"/>
              <a:gd name="connsiteY0" fmla="*/ 6468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58384 w 6801668"/>
              <a:gd name="connsiteY9" fmla="*/ 64688 h 5543768"/>
              <a:gd name="connsiteX0" fmla="*/ 4967909 w 6801668"/>
              <a:gd name="connsiteY0" fmla="*/ 58338 h 5543768"/>
              <a:gd name="connsiteX1" fmla="*/ 6797992 w 6801668"/>
              <a:gd name="connsiteY1" fmla="*/ 615863 h 5543768"/>
              <a:gd name="connsiteX2" fmla="*/ 6801668 w 6801668"/>
              <a:gd name="connsiteY2" fmla="*/ 5543768 h 5543768"/>
              <a:gd name="connsiteX3" fmla="*/ 2928843 w 6801668"/>
              <a:gd name="connsiteY3" fmla="*/ 5539808 h 5543768"/>
              <a:gd name="connsiteX4" fmla="*/ 2781538 w 6801668"/>
              <a:gd name="connsiteY4" fmla="*/ 4838768 h 5543768"/>
              <a:gd name="connsiteX5" fmla="*/ 0 w 6801668"/>
              <a:gd name="connsiteY5" fmla="*/ 3741617 h 5543768"/>
              <a:gd name="connsiteX6" fmla="*/ 1100787 w 6801668"/>
              <a:gd name="connsiteY6" fmla="*/ 990402 h 5543768"/>
              <a:gd name="connsiteX7" fmla="*/ 1974717 w 6801668"/>
              <a:gd name="connsiteY7" fmla="*/ 0 h 5543768"/>
              <a:gd name="connsiteX8" fmla="*/ 4380628 w 6801668"/>
              <a:gd name="connsiteY8" fmla="*/ 729815 h 5543768"/>
              <a:gd name="connsiteX9" fmla="*/ 4967909 w 6801668"/>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29815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23799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73358 w 6806430"/>
              <a:gd name="connsiteY8" fmla="*/ 723799 h 5543768"/>
              <a:gd name="connsiteX9" fmla="*/ 4972671 w 6806430"/>
              <a:gd name="connsiteY9" fmla="*/ 58338 h 5543768"/>
              <a:gd name="connsiteX0" fmla="*/ 4972671 w 6806430"/>
              <a:gd name="connsiteY0" fmla="*/ 5833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72671 w 6806430"/>
              <a:gd name="connsiteY9" fmla="*/ 58338 h 5543768"/>
              <a:gd name="connsiteX0" fmla="*/ 4953621 w 6806430"/>
              <a:gd name="connsiteY0" fmla="*/ 6468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53621 w 6806430"/>
              <a:gd name="connsiteY9" fmla="*/ 64688 h 5543768"/>
              <a:gd name="connsiteX0" fmla="*/ 4953621 w 6806430"/>
              <a:gd name="connsiteY0" fmla="*/ 64688 h 5543768"/>
              <a:gd name="connsiteX1" fmla="*/ 6802754 w 6806430"/>
              <a:gd name="connsiteY1" fmla="*/ 615863 h 5543768"/>
              <a:gd name="connsiteX2" fmla="*/ 6806430 w 6806430"/>
              <a:gd name="connsiteY2" fmla="*/ 5543768 h 5543768"/>
              <a:gd name="connsiteX3" fmla="*/ 2933605 w 6806430"/>
              <a:gd name="connsiteY3" fmla="*/ 5539808 h 5543768"/>
              <a:gd name="connsiteX4" fmla="*/ 2786300 w 6806430"/>
              <a:gd name="connsiteY4" fmla="*/ 4838768 h 5543768"/>
              <a:gd name="connsiteX5" fmla="*/ 0 w 6806430"/>
              <a:gd name="connsiteY5" fmla="*/ 3741617 h 5543768"/>
              <a:gd name="connsiteX6" fmla="*/ 1105549 w 6806430"/>
              <a:gd name="connsiteY6" fmla="*/ 990402 h 5543768"/>
              <a:gd name="connsiteX7" fmla="*/ 1979479 w 6806430"/>
              <a:gd name="connsiteY7" fmla="*/ 0 h 5543768"/>
              <a:gd name="connsiteX8" fmla="*/ 4385390 w 6806430"/>
              <a:gd name="connsiteY8" fmla="*/ 711768 h 5543768"/>
              <a:gd name="connsiteX9" fmla="*/ 4953621 w 6806430"/>
              <a:gd name="connsiteY9" fmla="*/ 64688 h 5543768"/>
              <a:gd name="connsiteX0" fmla="*/ 4958383 w 6811192"/>
              <a:gd name="connsiteY0" fmla="*/ 64688 h 5543768"/>
              <a:gd name="connsiteX1" fmla="*/ 6807516 w 6811192"/>
              <a:gd name="connsiteY1" fmla="*/ 615863 h 5543768"/>
              <a:gd name="connsiteX2" fmla="*/ 6811192 w 6811192"/>
              <a:gd name="connsiteY2" fmla="*/ 5543768 h 5543768"/>
              <a:gd name="connsiteX3" fmla="*/ 2938367 w 6811192"/>
              <a:gd name="connsiteY3" fmla="*/ 5539808 h 5543768"/>
              <a:gd name="connsiteX4" fmla="*/ 2791062 w 6811192"/>
              <a:gd name="connsiteY4" fmla="*/ 4838768 h 5543768"/>
              <a:gd name="connsiteX5" fmla="*/ 0 w 6811192"/>
              <a:gd name="connsiteY5" fmla="*/ 3751142 h 5543768"/>
              <a:gd name="connsiteX6" fmla="*/ 1110311 w 6811192"/>
              <a:gd name="connsiteY6" fmla="*/ 990402 h 5543768"/>
              <a:gd name="connsiteX7" fmla="*/ 1984241 w 6811192"/>
              <a:gd name="connsiteY7" fmla="*/ 0 h 5543768"/>
              <a:gd name="connsiteX8" fmla="*/ 4390152 w 6811192"/>
              <a:gd name="connsiteY8" fmla="*/ 711768 h 5543768"/>
              <a:gd name="connsiteX9" fmla="*/ 4958383 w 6811192"/>
              <a:gd name="connsiteY9" fmla="*/ 64688 h 5543768"/>
              <a:gd name="connsiteX0" fmla="*/ 4958383 w 6811192"/>
              <a:gd name="connsiteY0" fmla="*/ 64688 h 5543768"/>
              <a:gd name="connsiteX1" fmla="*/ 6807516 w 6811192"/>
              <a:gd name="connsiteY1" fmla="*/ 615863 h 5543768"/>
              <a:gd name="connsiteX2" fmla="*/ 6811192 w 6811192"/>
              <a:gd name="connsiteY2" fmla="*/ 5543768 h 5543768"/>
              <a:gd name="connsiteX3" fmla="*/ 2938367 w 6811192"/>
              <a:gd name="connsiteY3" fmla="*/ 5539808 h 5543768"/>
              <a:gd name="connsiteX4" fmla="*/ 2776775 w 6811192"/>
              <a:gd name="connsiteY4" fmla="*/ 4843531 h 5543768"/>
              <a:gd name="connsiteX5" fmla="*/ 0 w 6811192"/>
              <a:gd name="connsiteY5" fmla="*/ 3751142 h 5543768"/>
              <a:gd name="connsiteX6" fmla="*/ 1110311 w 6811192"/>
              <a:gd name="connsiteY6" fmla="*/ 990402 h 5543768"/>
              <a:gd name="connsiteX7" fmla="*/ 1984241 w 6811192"/>
              <a:gd name="connsiteY7" fmla="*/ 0 h 5543768"/>
              <a:gd name="connsiteX8" fmla="*/ 4390152 w 6811192"/>
              <a:gd name="connsiteY8" fmla="*/ 711768 h 5543768"/>
              <a:gd name="connsiteX9" fmla="*/ 4958383 w 6811192"/>
              <a:gd name="connsiteY9" fmla="*/ 64688 h 5543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11192" h="5543768">
                <a:moveTo>
                  <a:pt x="4958383" y="64688"/>
                </a:moveTo>
                <a:lnTo>
                  <a:pt x="6807516" y="615863"/>
                </a:lnTo>
                <a:cubicBezTo>
                  <a:pt x="6810214" y="2145966"/>
                  <a:pt x="6807031" y="4453746"/>
                  <a:pt x="6811192" y="5543768"/>
                </a:cubicBezTo>
                <a:lnTo>
                  <a:pt x="2938367" y="5539808"/>
                </a:lnTo>
                <a:cubicBezTo>
                  <a:pt x="2867720" y="5199729"/>
                  <a:pt x="2843850" y="5170863"/>
                  <a:pt x="2776775" y="4843531"/>
                </a:cubicBezTo>
                <a:lnTo>
                  <a:pt x="0" y="3751142"/>
                </a:lnTo>
                <a:lnTo>
                  <a:pt x="1110311" y="990402"/>
                </a:lnTo>
                <a:cubicBezTo>
                  <a:pt x="1518328" y="526314"/>
                  <a:pt x="1114212" y="979037"/>
                  <a:pt x="1984241" y="0"/>
                </a:cubicBezTo>
                <a:lnTo>
                  <a:pt x="4390152" y="711768"/>
                </a:lnTo>
                <a:cubicBezTo>
                  <a:pt x="4663749" y="402229"/>
                  <a:pt x="4655909" y="393477"/>
                  <a:pt x="4958383" y="64688"/>
                </a:cubicBezTo>
                <a:close/>
              </a:path>
            </a:pathLst>
          </a:custGeom>
          <a:solidFill>
            <a:schemeClr val="bg1"/>
          </a:solidFill>
        </p:spPr>
        <p:txBody>
          <a:bodyPr bIns="1440000" anchor="b" anchorCtr="1"/>
          <a:lstStyle>
            <a:lvl1pPr marL="0" indent="0" algn="ctr">
              <a:lnSpc>
                <a:spcPct val="100000"/>
              </a:lnSpc>
              <a:buFontTx/>
              <a:buNone/>
              <a:defRPr/>
            </a:lvl1pPr>
          </a:lstStyle>
          <a:p>
            <a:r>
              <a:rPr noProof="0" dirty="0"/>
              <a:t>Click the icon to insert a picture.</a:t>
            </a:r>
            <a:br>
              <a:rPr noProof="0" dirty="0"/>
            </a:br>
            <a:r>
              <a:rPr noProof="0" dirty="0"/>
              <a:t> Right click and select “crop” to resize and move the picture. </a:t>
            </a:r>
          </a:p>
        </p:txBody>
      </p:sp>
      <p:cxnSp>
        <p:nvCxnSpPr>
          <p:cNvPr id="6" name="Straight Connector 5">
            <a:extLst>
              <a:ext uri="{FF2B5EF4-FFF2-40B4-BE49-F238E27FC236}">
                <a16:creationId xmlns:a16="http://schemas.microsoft.com/office/drawing/2014/main" id="{8B5D8D0C-014B-B12D-9A9F-6E48C9CE2968}"/>
              </a:ext>
            </a:extLst>
          </p:cNvPr>
          <p:cNvCxnSpPr>
            <a:cxnSpLocks/>
            <a:endCxn id="7" idx="5"/>
          </p:cNvCxnSpPr>
          <p:nvPr userDrawn="1"/>
        </p:nvCxnSpPr>
        <p:spPr>
          <a:xfrm>
            <a:off x="0" y="4188213"/>
            <a:ext cx="5380808" cy="87716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13A8053-4D34-A6A0-0BD4-884C9C932D2C}"/>
              </a:ext>
            </a:extLst>
          </p:cNvPr>
          <p:cNvCxnSpPr>
            <a:cxnSpLocks/>
          </p:cNvCxnSpPr>
          <p:nvPr userDrawn="1"/>
        </p:nvCxnSpPr>
        <p:spPr>
          <a:xfrm flipV="1">
            <a:off x="4418387" y="5065374"/>
            <a:ext cx="962421" cy="179262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CBF2071-6C3C-66F6-6163-17528DB0ABC6}"/>
              </a:ext>
            </a:extLst>
          </p:cNvPr>
          <p:cNvCxnSpPr>
            <a:cxnSpLocks/>
            <a:stCxn id="7" idx="7"/>
          </p:cNvCxnSpPr>
          <p:nvPr userDrawn="1"/>
        </p:nvCxnSpPr>
        <p:spPr>
          <a:xfrm flipH="1" flipV="1">
            <a:off x="6567686" y="-2565"/>
            <a:ext cx="797363" cy="131679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54B548D-D8DF-CF20-E1C1-B07DBB85F4CF}"/>
              </a:ext>
            </a:extLst>
          </p:cNvPr>
          <p:cNvCxnSpPr>
            <a:cxnSpLocks/>
            <a:stCxn id="7" idx="0"/>
          </p:cNvCxnSpPr>
          <p:nvPr userDrawn="1"/>
        </p:nvCxnSpPr>
        <p:spPr>
          <a:xfrm flipH="1" flipV="1">
            <a:off x="6567686" y="-2565"/>
            <a:ext cx="3771505" cy="13814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13D4D4F-A433-221E-373D-8C737CBFAD99}"/>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8" name="Hexagon 34">
            <a:extLst>
              <a:ext uri="{FF2B5EF4-FFF2-40B4-BE49-F238E27FC236}">
                <a16:creationId xmlns:a16="http://schemas.microsoft.com/office/drawing/2014/main" id="{312AF42D-052A-6CD6-0F09-B9E4BC52C908}"/>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a:extLst>
              <a:ext uri="{FF2B5EF4-FFF2-40B4-BE49-F238E27FC236}">
                <a16:creationId xmlns:a16="http://schemas.microsoft.com/office/drawing/2014/main" id="{11599EF2-82BE-7B49-35F3-86FC08BE964D}"/>
              </a:ext>
            </a:extLst>
          </p:cNvPr>
          <p:cNvGrpSpPr/>
          <p:nvPr userDrawn="1"/>
        </p:nvGrpSpPr>
        <p:grpSpPr>
          <a:xfrm>
            <a:off x="-3295214" y="-1132958"/>
            <a:ext cx="1548392" cy="442988"/>
            <a:chOff x="-3411790" y="-1707010"/>
            <a:chExt cx="1548392" cy="442988"/>
          </a:xfrm>
        </p:grpSpPr>
        <p:sp>
          <p:nvSpPr>
            <p:cNvPr id="11" name="Hexagon 34">
              <a:extLst>
                <a:ext uri="{FF2B5EF4-FFF2-40B4-BE49-F238E27FC236}">
                  <a16:creationId xmlns:a16="http://schemas.microsoft.com/office/drawing/2014/main" id="{F6D85B13-37F7-03E2-A783-9E349487F4C4}"/>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Hexagon 34">
              <a:extLst>
                <a:ext uri="{FF2B5EF4-FFF2-40B4-BE49-F238E27FC236}">
                  <a16:creationId xmlns:a16="http://schemas.microsoft.com/office/drawing/2014/main" id="{54A02ACB-074C-8DCC-3296-30659F646E9C}"/>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Hexagon 34">
              <a:extLst>
                <a:ext uri="{FF2B5EF4-FFF2-40B4-BE49-F238E27FC236}">
                  <a16:creationId xmlns:a16="http://schemas.microsoft.com/office/drawing/2014/main" id="{0C122E8D-E6D7-D567-94E0-AA94EB6B12E7}"/>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4" name="TextBox 13">
            <a:extLst>
              <a:ext uri="{FF2B5EF4-FFF2-40B4-BE49-F238E27FC236}">
                <a16:creationId xmlns:a16="http://schemas.microsoft.com/office/drawing/2014/main" id="{42FAF4DE-AB2A-CDB9-40C9-ECE86E30E7E6}"/>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15" name="Hexagon 34">
            <a:extLst>
              <a:ext uri="{FF2B5EF4-FFF2-40B4-BE49-F238E27FC236}">
                <a16:creationId xmlns:a16="http://schemas.microsoft.com/office/drawing/2014/main" id="{5DF499C7-83FB-E15A-837C-AF466E4844CB}"/>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6" name="Group 15">
            <a:extLst>
              <a:ext uri="{FF2B5EF4-FFF2-40B4-BE49-F238E27FC236}">
                <a16:creationId xmlns:a16="http://schemas.microsoft.com/office/drawing/2014/main" id="{00470664-36E4-0D8F-01F3-6A986CA1257B}"/>
              </a:ext>
            </a:extLst>
          </p:cNvPr>
          <p:cNvGrpSpPr/>
          <p:nvPr userDrawn="1"/>
        </p:nvGrpSpPr>
        <p:grpSpPr>
          <a:xfrm>
            <a:off x="-3291571" y="1977900"/>
            <a:ext cx="1582363" cy="442988"/>
            <a:chOff x="-3567586" y="1544252"/>
            <a:chExt cx="1582363" cy="442988"/>
          </a:xfrm>
        </p:grpSpPr>
        <p:sp>
          <p:nvSpPr>
            <p:cNvPr id="18" name="Hexagon 34">
              <a:extLst>
                <a:ext uri="{FF2B5EF4-FFF2-40B4-BE49-F238E27FC236}">
                  <a16:creationId xmlns:a16="http://schemas.microsoft.com/office/drawing/2014/main" id="{5D1A17D7-6873-B31E-3029-64690197EE15}"/>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Hexagon 34">
              <a:extLst>
                <a:ext uri="{FF2B5EF4-FFF2-40B4-BE49-F238E27FC236}">
                  <a16:creationId xmlns:a16="http://schemas.microsoft.com/office/drawing/2014/main" id="{B58CBC1D-0547-FD3C-D6CD-91CD297E68BC}"/>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1" name="Hexagon 34">
              <a:extLst>
                <a:ext uri="{FF2B5EF4-FFF2-40B4-BE49-F238E27FC236}">
                  <a16:creationId xmlns:a16="http://schemas.microsoft.com/office/drawing/2014/main" id="{9420C6A7-4709-9E50-B03C-A54816DB95DF}"/>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67" name="Group 66">
            <a:extLst>
              <a:ext uri="{FF2B5EF4-FFF2-40B4-BE49-F238E27FC236}">
                <a16:creationId xmlns:a16="http://schemas.microsoft.com/office/drawing/2014/main" id="{CE85A8D7-A161-9D4B-EBAA-5B996FFBB850}"/>
              </a:ext>
            </a:extLst>
          </p:cNvPr>
          <p:cNvGrpSpPr/>
          <p:nvPr userDrawn="1"/>
        </p:nvGrpSpPr>
        <p:grpSpPr>
          <a:xfrm>
            <a:off x="-3286877" y="2449354"/>
            <a:ext cx="2087091" cy="442988"/>
            <a:chOff x="-4115294" y="1029294"/>
            <a:chExt cx="2087091" cy="442988"/>
          </a:xfrm>
          <a:solidFill>
            <a:srgbClr val="B9B414"/>
          </a:solidFill>
        </p:grpSpPr>
        <p:sp>
          <p:nvSpPr>
            <p:cNvPr id="68" name="Hexagon 34">
              <a:extLst>
                <a:ext uri="{FF2B5EF4-FFF2-40B4-BE49-F238E27FC236}">
                  <a16:creationId xmlns:a16="http://schemas.microsoft.com/office/drawing/2014/main" id="{FB17F82B-B434-0387-5C37-9A34A98CDDF5}"/>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69" name="Hexagon 34">
              <a:extLst>
                <a:ext uri="{FF2B5EF4-FFF2-40B4-BE49-F238E27FC236}">
                  <a16:creationId xmlns:a16="http://schemas.microsoft.com/office/drawing/2014/main" id="{02AAE47F-B2D7-A001-4CFD-DD4EC553B56D}"/>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Hexagon 34">
              <a:extLst>
                <a:ext uri="{FF2B5EF4-FFF2-40B4-BE49-F238E27FC236}">
                  <a16:creationId xmlns:a16="http://schemas.microsoft.com/office/drawing/2014/main" id="{F5B8EC1F-6957-ABB5-F983-78E27614844B}"/>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Hexagon 34">
              <a:extLst>
                <a:ext uri="{FF2B5EF4-FFF2-40B4-BE49-F238E27FC236}">
                  <a16:creationId xmlns:a16="http://schemas.microsoft.com/office/drawing/2014/main" id="{A81FCC49-C747-8C7B-8396-799BE7CD131D}"/>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72" name="Group 71">
            <a:extLst>
              <a:ext uri="{FF2B5EF4-FFF2-40B4-BE49-F238E27FC236}">
                <a16:creationId xmlns:a16="http://schemas.microsoft.com/office/drawing/2014/main" id="{3E0739AB-C4F9-DC62-4525-2099B6788737}"/>
              </a:ext>
            </a:extLst>
          </p:cNvPr>
          <p:cNvGrpSpPr/>
          <p:nvPr userDrawn="1"/>
        </p:nvGrpSpPr>
        <p:grpSpPr>
          <a:xfrm>
            <a:off x="-3286877" y="2952848"/>
            <a:ext cx="2058063" cy="442988"/>
            <a:chOff x="-4115294" y="1029294"/>
            <a:chExt cx="2058063" cy="442988"/>
          </a:xfrm>
          <a:solidFill>
            <a:srgbClr val="D70F3C"/>
          </a:solidFill>
        </p:grpSpPr>
        <p:sp>
          <p:nvSpPr>
            <p:cNvPr id="73" name="Hexagon 34">
              <a:extLst>
                <a:ext uri="{FF2B5EF4-FFF2-40B4-BE49-F238E27FC236}">
                  <a16:creationId xmlns:a16="http://schemas.microsoft.com/office/drawing/2014/main" id="{37936DD3-1F4C-349D-86F0-7E24721CD87F}"/>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Hexagon 34">
              <a:extLst>
                <a:ext uri="{FF2B5EF4-FFF2-40B4-BE49-F238E27FC236}">
                  <a16:creationId xmlns:a16="http://schemas.microsoft.com/office/drawing/2014/main" id="{13104894-9328-64E7-C179-82F3BB132B5F}"/>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5" name="Hexagon 34">
              <a:extLst>
                <a:ext uri="{FF2B5EF4-FFF2-40B4-BE49-F238E27FC236}">
                  <a16:creationId xmlns:a16="http://schemas.microsoft.com/office/drawing/2014/main" id="{14611792-7654-9A1C-2C8B-A75B5776945D}"/>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Hexagon 34">
              <a:extLst>
                <a:ext uri="{FF2B5EF4-FFF2-40B4-BE49-F238E27FC236}">
                  <a16:creationId xmlns:a16="http://schemas.microsoft.com/office/drawing/2014/main" id="{1D4817C4-1FB0-4DB3-9EAB-36D87A6BF17F}"/>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77" name="Hexagon 34">
            <a:extLst>
              <a:ext uri="{FF2B5EF4-FFF2-40B4-BE49-F238E27FC236}">
                <a16:creationId xmlns:a16="http://schemas.microsoft.com/office/drawing/2014/main" id="{485D48DE-3ACB-107C-92D1-E5BDE2063C5A}"/>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8" name="Group 77">
            <a:extLst>
              <a:ext uri="{FF2B5EF4-FFF2-40B4-BE49-F238E27FC236}">
                <a16:creationId xmlns:a16="http://schemas.microsoft.com/office/drawing/2014/main" id="{13F3AB28-CB94-B85C-22FD-34124AAC88D0}"/>
              </a:ext>
            </a:extLst>
          </p:cNvPr>
          <p:cNvGrpSpPr/>
          <p:nvPr userDrawn="1"/>
        </p:nvGrpSpPr>
        <p:grpSpPr>
          <a:xfrm>
            <a:off x="-3266531" y="5099698"/>
            <a:ext cx="1526931" cy="442988"/>
            <a:chOff x="-3425632" y="4294521"/>
            <a:chExt cx="1526931" cy="442988"/>
          </a:xfrm>
        </p:grpSpPr>
        <p:sp>
          <p:nvSpPr>
            <p:cNvPr id="79" name="Hexagon 34">
              <a:extLst>
                <a:ext uri="{FF2B5EF4-FFF2-40B4-BE49-F238E27FC236}">
                  <a16:creationId xmlns:a16="http://schemas.microsoft.com/office/drawing/2014/main" id="{ADB038EA-F209-5777-7C54-292AD0A72F7B}"/>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0" name="Hexagon 34">
              <a:extLst>
                <a:ext uri="{FF2B5EF4-FFF2-40B4-BE49-F238E27FC236}">
                  <a16:creationId xmlns:a16="http://schemas.microsoft.com/office/drawing/2014/main" id="{6BB3F13A-E67E-851A-BCA9-3CEA43EBBF45}"/>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1" name="Hexagon 34">
              <a:extLst>
                <a:ext uri="{FF2B5EF4-FFF2-40B4-BE49-F238E27FC236}">
                  <a16:creationId xmlns:a16="http://schemas.microsoft.com/office/drawing/2014/main" id="{556FA042-9198-E444-AA0A-0B903829CCB5}"/>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2" name="Group 81">
            <a:extLst>
              <a:ext uri="{FF2B5EF4-FFF2-40B4-BE49-F238E27FC236}">
                <a16:creationId xmlns:a16="http://schemas.microsoft.com/office/drawing/2014/main" id="{AD569B8E-7408-0B49-BC7D-5FE18D97AB1F}"/>
              </a:ext>
            </a:extLst>
          </p:cNvPr>
          <p:cNvGrpSpPr/>
          <p:nvPr userDrawn="1"/>
        </p:nvGrpSpPr>
        <p:grpSpPr>
          <a:xfrm>
            <a:off x="-3286877" y="5596852"/>
            <a:ext cx="1511027" cy="436914"/>
            <a:chOff x="-4115294" y="5524844"/>
            <a:chExt cx="1511027" cy="436914"/>
          </a:xfrm>
        </p:grpSpPr>
        <p:sp>
          <p:nvSpPr>
            <p:cNvPr id="83" name="Hexagon 34">
              <a:extLst>
                <a:ext uri="{FF2B5EF4-FFF2-40B4-BE49-F238E27FC236}">
                  <a16:creationId xmlns:a16="http://schemas.microsoft.com/office/drawing/2014/main" id="{1C593D89-A951-05B3-0538-90FE51584BED}"/>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4" name="Hexagon 34">
              <a:extLst>
                <a:ext uri="{FF2B5EF4-FFF2-40B4-BE49-F238E27FC236}">
                  <a16:creationId xmlns:a16="http://schemas.microsoft.com/office/drawing/2014/main" id="{8ABB844B-009A-B86E-C59C-41364CDF8F21}"/>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5" name="Hexagon 34">
              <a:extLst>
                <a:ext uri="{FF2B5EF4-FFF2-40B4-BE49-F238E27FC236}">
                  <a16:creationId xmlns:a16="http://schemas.microsoft.com/office/drawing/2014/main" id="{6DF07133-BE2E-E5CB-EC85-3A2E07ECC336}"/>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6" name="Group 85">
            <a:extLst>
              <a:ext uri="{FF2B5EF4-FFF2-40B4-BE49-F238E27FC236}">
                <a16:creationId xmlns:a16="http://schemas.microsoft.com/office/drawing/2014/main" id="{D074022B-7328-72A3-0996-03B97B7E4333}"/>
              </a:ext>
            </a:extLst>
          </p:cNvPr>
          <p:cNvGrpSpPr/>
          <p:nvPr userDrawn="1"/>
        </p:nvGrpSpPr>
        <p:grpSpPr>
          <a:xfrm>
            <a:off x="-3286877" y="6087932"/>
            <a:ext cx="1517905" cy="447214"/>
            <a:chOff x="-4115294" y="6015924"/>
            <a:chExt cx="1517905" cy="447214"/>
          </a:xfrm>
        </p:grpSpPr>
        <p:sp>
          <p:nvSpPr>
            <p:cNvPr id="87" name="Hexagon 34">
              <a:extLst>
                <a:ext uri="{FF2B5EF4-FFF2-40B4-BE49-F238E27FC236}">
                  <a16:creationId xmlns:a16="http://schemas.microsoft.com/office/drawing/2014/main" id="{ED753F9E-C4A0-AD5C-E0E5-6E7165B8D34C}"/>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8" name="Group 87">
              <a:extLst>
                <a:ext uri="{FF2B5EF4-FFF2-40B4-BE49-F238E27FC236}">
                  <a16:creationId xmlns:a16="http://schemas.microsoft.com/office/drawing/2014/main" id="{4933E1F1-C45B-44E5-DCED-E34A35A58F3A}"/>
                </a:ext>
              </a:extLst>
            </p:cNvPr>
            <p:cNvGrpSpPr/>
            <p:nvPr userDrawn="1"/>
          </p:nvGrpSpPr>
          <p:grpSpPr>
            <a:xfrm>
              <a:off x="-3603689" y="6015924"/>
              <a:ext cx="1006300" cy="436914"/>
              <a:chOff x="-4129137" y="5622699"/>
              <a:chExt cx="1006300" cy="436914"/>
            </a:xfrm>
          </p:grpSpPr>
          <p:sp>
            <p:nvSpPr>
              <p:cNvPr id="89" name="Hexagon 34">
                <a:extLst>
                  <a:ext uri="{FF2B5EF4-FFF2-40B4-BE49-F238E27FC236}">
                    <a16:creationId xmlns:a16="http://schemas.microsoft.com/office/drawing/2014/main" id="{D30793DE-FD65-441A-8BB4-6872EC7111A6}"/>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0" name="Hexagon 34">
                <a:extLst>
                  <a:ext uri="{FF2B5EF4-FFF2-40B4-BE49-F238E27FC236}">
                    <a16:creationId xmlns:a16="http://schemas.microsoft.com/office/drawing/2014/main" id="{174733ED-D78C-095B-D6A2-09089548185A}"/>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1" name="TextBox 90">
            <a:extLst>
              <a:ext uri="{FF2B5EF4-FFF2-40B4-BE49-F238E27FC236}">
                <a16:creationId xmlns:a16="http://schemas.microsoft.com/office/drawing/2014/main" id="{BB9EB233-9095-74FC-DE74-BBEE8E3ECF2A}"/>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2" name="Group 91">
            <a:extLst>
              <a:ext uri="{FF2B5EF4-FFF2-40B4-BE49-F238E27FC236}">
                <a16:creationId xmlns:a16="http://schemas.microsoft.com/office/drawing/2014/main" id="{12B5078A-B9CC-8690-64B0-6B3F6A376E00}"/>
              </a:ext>
            </a:extLst>
          </p:cNvPr>
          <p:cNvGrpSpPr/>
          <p:nvPr userDrawn="1"/>
        </p:nvGrpSpPr>
        <p:grpSpPr>
          <a:xfrm>
            <a:off x="-3241629" y="7317432"/>
            <a:ext cx="1546813" cy="436914"/>
            <a:chOff x="-4129137" y="6934996"/>
            <a:chExt cx="1546813" cy="436914"/>
          </a:xfrm>
        </p:grpSpPr>
        <p:sp>
          <p:nvSpPr>
            <p:cNvPr id="93" name="Hexagon 34">
              <a:extLst>
                <a:ext uri="{FF2B5EF4-FFF2-40B4-BE49-F238E27FC236}">
                  <a16:creationId xmlns:a16="http://schemas.microsoft.com/office/drawing/2014/main" id="{14C9C207-8742-D3FB-49D5-908471D211DA}"/>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4" name="Group 93">
              <a:extLst>
                <a:ext uri="{FF2B5EF4-FFF2-40B4-BE49-F238E27FC236}">
                  <a16:creationId xmlns:a16="http://schemas.microsoft.com/office/drawing/2014/main" id="{E0DF745B-9F57-5E95-9CD2-98C0EABA3060}"/>
                </a:ext>
              </a:extLst>
            </p:cNvPr>
            <p:cNvGrpSpPr/>
            <p:nvPr userDrawn="1"/>
          </p:nvGrpSpPr>
          <p:grpSpPr>
            <a:xfrm>
              <a:off x="-4129137" y="6934996"/>
              <a:ext cx="1546813" cy="436914"/>
              <a:chOff x="-4129137" y="6934996"/>
              <a:chExt cx="1546813" cy="436914"/>
            </a:xfrm>
          </p:grpSpPr>
          <p:sp>
            <p:nvSpPr>
              <p:cNvPr id="95" name="Hexagon 34">
                <a:extLst>
                  <a:ext uri="{FF2B5EF4-FFF2-40B4-BE49-F238E27FC236}">
                    <a16:creationId xmlns:a16="http://schemas.microsoft.com/office/drawing/2014/main" id="{0D5B5E8B-31B5-0737-4DE5-CE85A37A9FBF}"/>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Hexagon 34">
                <a:extLst>
                  <a:ext uri="{FF2B5EF4-FFF2-40B4-BE49-F238E27FC236}">
                    <a16:creationId xmlns:a16="http://schemas.microsoft.com/office/drawing/2014/main" id="{D0967C19-3DEA-D338-F38A-FD72B5C2D735}"/>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7" name="TextBox 96">
            <a:extLst>
              <a:ext uri="{FF2B5EF4-FFF2-40B4-BE49-F238E27FC236}">
                <a16:creationId xmlns:a16="http://schemas.microsoft.com/office/drawing/2014/main" id="{CC2C3BD8-B140-5806-6EAD-C0D4E4332DFF}"/>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98" name="Group 97">
            <a:extLst>
              <a:ext uri="{FF2B5EF4-FFF2-40B4-BE49-F238E27FC236}">
                <a16:creationId xmlns:a16="http://schemas.microsoft.com/office/drawing/2014/main" id="{F6AB8843-7643-8AB0-EBC6-DAF0A88452A3}"/>
              </a:ext>
            </a:extLst>
          </p:cNvPr>
          <p:cNvGrpSpPr/>
          <p:nvPr userDrawn="1"/>
        </p:nvGrpSpPr>
        <p:grpSpPr>
          <a:xfrm>
            <a:off x="-3304566" y="-618524"/>
            <a:ext cx="1989792" cy="442988"/>
            <a:chOff x="-4115294" y="1029294"/>
            <a:chExt cx="1989792" cy="442988"/>
          </a:xfrm>
        </p:grpSpPr>
        <p:sp>
          <p:nvSpPr>
            <p:cNvPr id="99" name="Hexagon 34">
              <a:extLst>
                <a:ext uri="{FF2B5EF4-FFF2-40B4-BE49-F238E27FC236}">
                  <a16:creationId xmlns:a16="http://schemas.microsoft.com/office/drawing/2014/main" id="{69B31CF6-81EF-06CB-38E7-34CD5FC7E51D}"/>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0" name="Hexagon 34">
              <a:extLst>
                <a:ext uri="{FF2B5EF4-FFF2-40B4-BE49-F238E27FC236}">
                  <a16:creationId xmlns:a16="http://schemas.microsoft.com/office/drawing/2014/main" id="{A53563FE-9CF7-B644-A4A5-093533F0D37D}"/>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Hexagon 34">
              <a:extLst>
                <a:ext uri="{FF2B5EF4-FFF2-40B4-BE49-F238E27FC236}">
                  <a16:creationId xmlns:a16="http://schemas.microsoft.com/office/drawing/2014/main" id="{22650885-82A6-A02E-A661-2C2DEDF3B195}"/>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B2FC4C4C-F5E0-04C2-A86D-07BECFF08454}"/>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3" name="Group 102">
            <a:extLst>
              <a:ext uri="{FF2B5EF4-FFF2-40B4-BE49-F238E27FC236}">
                <a16:creationId xmlns:a16="http://schemas.microsoft.com/office/drawing/2014/main" id="{904508DF-050D-BFEA-03D9-68355C5B4A48}"/>
              </a:ext>
            </a:extLst>
          </p:cNvPr>
          <p:cNvGrpSpPr/>
          <p:nvPr userDrawn="1"/>
        </p:nvGrpSpPr>
        <p:grpSpPr>
          <a:xfrm>
            <a:off x="-3304743" y="-114468"/>
            <a:ext cx="1557921" cy="436914"/>
            <a:chOff x="-4115294" y="1029294"/>
            <a:chExt cx="1557921" cy="436914"/>
          </a:xfrm>
        </p:grpSpPr>
        <p:sp>
          <p:nvSpPr>
            <p:cNvPr id="104" name="Hexagon 34">
              <a:extLst>
                <a:ext uri="{FF2B5EF4-FFF2-40B4-BE49-F238E27FC236}">
                  <a16:creationId xmlns:a16="http://schemas.microsoft.com/office/drawing/2014/main" id="{928B145A-CD79-D48F-66F3-55AC5EB19BD5}"/>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Hexagon 34">
              <a:extLst>
                <a:ext uri="{FF2B5EF4-FFF2-40B4-BE49-F238E27FC236}">
                  <a16:creationId xmlns:a16="http://schemas.microsoft.com/office/drawing/2014/main" id="{7B653F75-EF66-8B2D-56FE-97980F418A0D}"/>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6" name="Hexagon 34">
              <a:extLst>
                <a:ext uri="{FF2B5EF4-FFF2-40B4-BE49-F238E27FC236}">
                  <a16:creationId xmlns:a16="http://schemas.microsoft.com/office/drawing/2014/main" id="{F93B853F-9D80-FEE6-DF11-1C1988BD57B1}"/>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7" name="TextBox 106">
            <a:extLst>
              <a:ext uri="{FF2B5EF4-FFF2-40B4-BE49-F238E27FC236}">
                <a16:creationId xmlns:a16="http://schemas.microsoft.com/office/drawing/2014/main" id="{50542779-13E9-B157-C8D9-E37B3C802C5B}"/>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08" name="Right Brace 107">
            <a:extLst>
              <a:ext uri="{FF2B5EF4-FFF2-40B4-BE49-F238E27FC236}">
                <a16:creationId xmlns:a16="http://schemas.microsoft.com/office/drawing/2014/main" id="{8C0D6413-9D29-579A-8A5F-F70E58437DC2}"/>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9" name="TextBox 108">
            <a:extLst>
              <a:ext uri="{FF2B5EF4-FFF2-40B4-BE49-F238E27FC236}">
                <a16:creationId xmlns:a16="http://schemas.microsoft.com/office/drawing/2014/main" id="{3D1F86C2-73E3-E9B1-D395-4EA6C6DE3EAB}"/>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0" name="TextBox 109">
            <a:extLst>
              <a:ext uri="{FF2B5EF4-FFF2-40B4-BE49-F238E27FC236}">
                <a16:creationId xmlns:a16="http://schemas.microsoft.com/office/drawing/2014/main" id="{D1401D1C-EB97-B660-A501-C0A2E6DF438A}"/>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1" name="Right Brace 110">
            <a:extLst>
              <a:ext uri="{FF2B5EF4-FFF2-40B4-BE49-F238E27FC236}">
                <a16:creationId xmlns:a16="http://schemas.microsoft.com/office/drawing/2014/main" id="{A2B16F4B-C3E3-43FC-62A7-43FDCA7BC824}"/>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2" name="TextBox 111">
            <a:extLst>
              <a:ext uri="{FF2B5EF4-FFF2-40B4-BE49-F238E27FC236}">
                <a16:creationId xmlns:a16="http://schemas.microsoft.com/office/drawing/2014/main" id="{E5E03C5C-CE51-4519-6A7C-7B9BA3F17810}"/>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3" name="Right Brace 112">
            <a:extLst>
              <a:ext uri="{FF2B5EF4-FFF2-40B4-BE49-F238E27FC236}">
                <a16:creationId xmlns:a16="http://schemas.microsoft.com/office/drawing/2014/main" id="{66196719-477D-599F-DEFA-7625DE0E73D1}"/>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4" name="TextBox 113">
            <a:extLst>
              <a:ext uri="{FF2B5EF4-FFF2-40B4-BE49-F238E27FC236}">
                <a16:creationId xmlns:a16="http://schemas.microsoft.com/office/drawing/2014/main" id="{91653503-5908-2D85-0D43-A3913AF4B5F3}"/>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5" name="TextBox 114">
            <a:extLst>
              <a:ext uri="{FF2B5EF4-FFF2-40B4-BE49-F238E27FC236}">
                <a16:creationId xmlns:a16="http://schemas.microsoft.com/office/drawing/2014/main" id="{6A84829B-4EE1-348E-4036-09DD540C6C49}"/>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6" name="Right Brace 115">
            <a:extLst>
              <a:ext uri="{FF2B5EF4-FFF2-40B4-BE49-F238E27FC236}">
                <a16:creationId xmlns:a16="http://schemas.microsoft.com/office/drawing/2014/main" id="{5E87FB90-1BBE-B934-46F1-07A6E5239A72}"/>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7" name="Right Brace 116">
            <a:extLst>
              <a:ext uri="{FF2B5EF4-FFF2-40B4-BE49-F238E27FC236}">
                <a16:creationId xmlns:a16="http://schemas.microsoft.com/office/drawing/2014/main" id="{9467ADC9-AE0F-4E30-5942-A939AA527DC7}"/>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8" name="Right Brace 117">
            <a:extLst>
              <a:ext uri="{FF2B5EF4-FFF2-40B4-BE49-F238E27FC236}">
                <a16:creationId xmlns:a16="http://schemas.microsoft.com/office/drawing/2014/main" id="{789FB2C8-D5BE-3285-B801-255D5FB2673B}"/>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TextBox 118">
            <a:extLst>
              <a:ext uri="{FF2B5EF4-FFF2-40B4-BE49-F238E27FC236}">
                <a16:creationId xmlns:a16="http://schemas.microsoft.com/office/drawing/2014/main" id="{75461099-1145-AAC9-A149-704C22566BC0}"/>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pic>
        <p:nvPicPr>
          <p:cNvPr id="22" name="Graphic 21">
            <a:extLst>
              <a:ext uri="{FF2B5EF4-FFF2-40B4-BE49-F238E27FC236}">
                <a16:creationId xmlns:a16="http://schemas.microsoft.com/office/drawing/2014/main" id="{15D4D22E-0F53-4EAB-7BFC-43AB06B374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276227923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Slide 5">
    <p:bg>
      <p:bgPr>
        <a:solidFill>
          <a:schemeClr val="accent2"/>
        </a:solidFill>
        <a:effectLst/>
      </p:bgPr>
    </p:bg>
    <p:spTree>
      <p:nvGrpSpPr>
        <p:cNvPr id="1" name=""/>
        <p:cNvGrpSpPr/>
        <p:nvPr/>
      </p:nvGrpSpPr>
      <p:grpSpPr>
        <a:xfrm>
          <a:off x="0" y="0"/>
          <a:ext cx="0" cy="0"/>
          <a:chOff x="0" y="0"/>
          <a:chExt cx="0" cy="0"/>
        </a:xfrm>
      </p:grpSpPr>
      <p:pic>
        <p:nvPicPr>
          <p:cNvPr id="32" name="Image 31">
            <a:extLst>
              <a:ext uri="{FF2B5EF4-FFF2-40B4-BE49-F238E27FC236}">
                <a16:creationId xmlns:a16="http://schemas.microsoft.com/office/drawing/2014/main" id="{7776952E-4410-1567-37CB-E9C079AED27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2" name="Espace réservé pour une image  7">
            <a:extLst>
              <a:ext uri="{FF2B5EF4-FFF2-40B4-BE49-F238E27FC236}">
                <a16:creationId xmlns:a16="http://schemas.microsoft.com/office/drawing/2014/main" id="{B77889F0-9C04-35EC-D78A-03F11683272A}"/>
              </a:ext>
            </a:extLst>
          </p:cNvPr>
          <p:cNvSpPr>
            <a:spLocks noGrp="1"/>
          </p:cNvSpPr>
          <p:nvPr>
            <p:ph type="pic" sz="quarter" idx="16" hasCustomPrompt="1"/>
          </p:nvPr>
        </p:nvSpPr>
        <p:spPr>
          <a:xfrm>
            <a:off x="5592000" y="1628800"/>
            <a:ext cx="1007999" cy="1008112"/>
          </a:xfrm>
          <a:prstGeom prst="rect">
            <a:avLst/>
          </a:prstGeom>
          <a:noFill/>
        </p:spPr>
        <p:txBody>
          <a:bodyPr/>
          <a:lstStyle>
            <a:lvl1pPr marL="0" indent="0">
              <a:buNone/>
              <a:defRPr>
                <a:noFill/>
              </a:defRPr>
            </a:lvl1pPr>
          </a:lstStyle>
          <a:p>
            <a:r>
              <a:rPr dirty="0"/>
              <a:t>.</a:t>
            </a:r>
          </a:p>
        </p:txBody>
      </p:sp>
      <p:cxnSp>
        <p:nvCxnSpPr>
          <p:cNvPr id="4" name="Straight Connector 3">
            <a:extLst>
              <a:ext uri="{FF2B5EF4-FFF2-40B4-BE49-F238E27FC236}">
                <a16:creationId xmlns:a16="http://schemas.microsoft.com/office/drawing/2014/main" id="{E6A28277-CA4A-225F-D76F-54410E5CFA20}"/>
              </a:ext>
            </a:extLst>
          </p:cNvPr>
          <p:cNvCxnSpPr>
            <a:cxnSpLocks/>
          </p:cNvCxnSpPr>
          <p:nvPr userDrawn="1"/>
        </p:nvCxnSpPr>
        <p:spPr>
          <a:xfrm flipH="1">
            <a:off x="2567608" y="0"/>
            <a:ext cx="1152128" cy="530120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06BC301-6B18-0A05-F144-F1643BD5C468}"/>
              </a:ext>
            </a:extLst>
          </p:cNvPr>
          <p:cNvCxnSpPr>
            <a:cxnSpLocks/>
          </p:cNvCxnSpPr>
          <p:nvPr userDrawn="1"/>
        </p:nvCxnSpPr>
        <p:spPr>
          <a:xfrm>
            <a:off x="2567608" y="5301208"/>
            <a:ext cx="2592288" cy="1556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076BED7-88F2-F64A-8DFC-323DB9CD01A7}"/>
              </a:ext>
            </a:extLst>
          </p:cNvPr>
          <p:cNvCxnSpPr>
            <a:cxnSpLocks/>
          </p:cNvCxnSpPr>
          <p:nvPr userDrawn="1"/>
        </p:nvCxnSpPr>
        <p:spPr>
          <a:xfrm flipV="1">
            <a:off x="-24680" y="5301208"/>
            <a:ext cx="2592288" cy="12831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DC666B-EE50-910F-879D-08B4F5605569}"/>
              </a:ext>
            </a:extLst>
          </p:cNvPr>
          <p:cNvCxnSpPr>
            <a:cxnSpLocks/>
          </p:cNvCxnSpPr>
          <p:nvPr userDrawn="1"/>
        </p:nvCxnSpPr>
        <p:spPr>
          <a:xfrm>
            <a:off x="0" y="4744997"/>
            <a:ext cx="2567608" cy="55621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50E9306-0D47-A8B2-5540-098AA0B14844}"/>
              </a:ext>
            </a:extLst>
          </p:cNvPr>
          <p:cNvCxnSpPr>
            <a:cxnSpLocks/>
          </p:cNvCxnSpPr>
          <p:nvPr userDrawn="1"/>
        </p:nvCxnSpPr>
        <p:spPr>
          <a:xfrm flipH="1">
            <a:off x="6312024" y="2132856"/>
            <a:ext cx="2736304" cy="4725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1E5588-E25E-E631-7BFA-2497417B8291}"/>
              </a:ext>
            </a:extLst>
          </p:cNvPr>
          <p:cNvCxnSpPr>
            <a:cxnSpLocks/>
          </p:cNvCxnSpPr>
          <p:nvPr userDrawn="1"/>
        </p:nvCxnSpPr>
        <p:spPr>
          <a:xfrm flipV="1">
            <a:off x="9048192" y="0"/>
            <a:ext cx="3143808" cy="21328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DDAC8D2-03B2-16FF-47C6-FBFE3B9C400F}"/>
              </a:ext>
            </a:extLst>
          </p:cNvPr>
          <p:cNvCxnSpPr>
            <a:cxnSpLocks/>
          </p:cNvCxnSpPr>
          <p:nvPr userDrawn="1"/>
        </p:nvCxnSpPr>
        <p:spPr>
          <a:xfrm>
            <a:off x="6565059" y="836712"/>
            <a:ext cx="2483133" cy="12961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91EACB3-D9FA-1E49-1C26-B62560601ACB}"/>
              </a:ext>
            </a:extLst>
          </p:cNvPr>
          <p:cNvCxnSpPr>
            <a:cxnSpLocks/>
          </p:cNvCxnSpPr>
          <p:nvPr userDrawn="1"/>
        </p:nvCxnSpPr>
        <p:spPr>
          <a:xfrm>
            <a:off x="6102970" y="0"/>
            <a:ext cx="461953" cy="8367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05C9642-231D-6F59-CC9D-5F4E2D40802A}"/>
              </a:ext>
            </a:extLst>
          </p:cNvPr>
          <p:cNvCxnSpPr>
            <a:cxnSpLocks/>
          </p:cNvCxnSpPr>
          <p:nvPr userDrawn="1"/>
        </p:nvCxnSpPr>
        <p:spPr>
          <a:xfrm>
            <a:off x="9048192" y="2132856"/>
            <a:ext cx="337375" cy="194421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6740E47-01E2-FC6E-B6AE-2AF865A05248}"/>
              </a:ext>
            </a:extLst>
          </p:cNvPr>
          <p:cNvCxnSpPr>
            <a:cxnSpLocks/>
          </p:cNvCxnSpPr>
          <p:nvPr userDrawn="1"/>
        </p:nvCxnSpPr>
        <p:spPr>
          <a:xfrm>
            <a:off x="9385567" y="4050994"/>
            <a:ext cx="1549738" cy="280700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itle 6">
            <a:extLst>
              <a:ext uri="{FF2B5EF4-FFF2-40B4-BE49-F238E27FC236}">
                <a16:creationId xmlns:a16="http://schemas.microsoft.com/office/drawing/2014/main" id="{BC5ACAA2-63AA-5F96-42FF-9F918ABA60EE}"/>
              </a:ext>
            </a:extLst>
          </p:cNvPr>
          <p:cNvSpPr>
            <a:spLocks noGrp="1"/>
          </p:cNvSpPr>
          <p:nvPr>
            <p:ph type="title"/>
          </p:nvPr>
        </p:nvSpPr>
        <p:spPr>
          <a:xfrm>
            <a:off x="756046" y="3080091"/>
            <a:ext cx="10515600" cy="832453"/>
          </a:xfrm>
          <a:prstGeom prst="rect">
            <a:avLst/>
          </a:prstGeom>
        </p:spPr>
        <p:txBody>
          <a:bodyPr tIns="36000" bIns="0" anchor="b" anchorCtr="0">
            <a:normAutofit/>
          </a:bodyPr>
          <a:lstStyle>
            <a:lvl1pPr algn="ctr">
              <a:defRPr sz="4000" b="0" i="0">
                <a:solidFill>
                  <a:schemeClr val="bg1"/>
                </a:solidFill>
                <a:latin typeface="Verdana" pitchFamily="2" charset="77"/>
              </a:defRPr>
            </a:lvl1pPr>
          </a:lstStyle>
          <a:p>
            <a:pPr algn="l"/>
            <a:r>
              <a:rPr noProof="0"/>
              <a:t>Click to edit Master title style</a:t>
            </a:r>
            <a:endParaRPr noProof="0" dirty="0"/>
          </a:p>
        </p:txBody>
      </p:sp>
      <p:sp>
        <p:nvSpPr>
          <p:cNvPr id="31" name="Sous-titre 2">
            <a:extLst>
              <a:ext uri="{FF2B5EF4-FFF2-40B4-BE49-F238E27FC236}">
                <a16:creationId xmlns:a16="http://schemas.microsoft.com/office/drawing/2014/main" id="{36EC7285-CE3D-EEB0-3035-BB5EB1432FD0}"/>
              </a:ext>
            </a:extLst>
          </p:cNvPr>
          <p:cNvSpPr>
            <a:spLocks noGrp="1"/>
          </p:cNvSpPr>
          <p:nvPr>
            <p:ph type="subTitle" idx="1" hasCustomPrompt="1"/>
          </p:nvPr>
        </p:nvSpPr>
        <p:spPr>
          <a:xfrm>
            <a:off x="756046" y="3912544"/>
            <a:ext cx="10515600" cy="832453"/>
          </a:xfrm>
          <a:prstGeom prst="rect">
            <a:avLst/>
          </a:prstGeom>
        </p:spPr>
        <p:txBody>
          <a:bodyPr tIns="0" bIns="0">
            <a:normAutofit/>
          </a:bodyPr>
          <a:lstStyle>
            <a:lvl1pPr marL="0" indent="0" algn="ctr">
              <a:lnSpc>
                <a:spcPct val="100000"/>
              </a:lnSpc>
              <a:buNone/>
              <a:defRPr sz="40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Click to add a second line</a:t>
            </a:r>
          </a:p>
        </p:txBody>
      </p:sp>
      <p:sp>
        <p:nvSpPr>
          <p:cNvPr id="3" name="TextBox 2">
            <a:extLst>
              <a:ext uri="{FF2B5EF4-FFF2-40B4-BE49-F238E27FC236}">
                <a16:creationId xmlns:a16="http://schemas.microsoft.com/office/drawing/2014/main" id="{E7DFFE29-965B-AB0C-F7A9-84AB03ABCBEA}"/>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5" name="Hexagon 34">
            <a:extLst>
              <a:ext uri="{FF2B5EF4-FFF2-40B4-BE49-F238E27FC236}">
                <a16:creationId xmlns:a16="http://schemas.microsoft.com/office/drawing/2014/main" id="{B9DA8056-61A6-98DB-B2E3-77BF68AD4825}"/>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6" name="Group 5">
            <a:extLst>
              <a:ext uri="{FF2B5EF4-FFF2-40B4-BE49-F238E27FC236}">
                <a16:creationId xmlns:a16="http://schemas.microsoft.com/office/drawing/2014/main" id="{19E711F9-B9AA-1D92-E1B7-523789949E75}"/>
              </a:ext>
            </a:extLst>
          </p:cNvPr>
          <p:cNvGrpSpPr/>
          <p:nvPr userDrawn="1"/>
        </p:nvGrpSpPr>
        <p:grpSpPr>
          <a:xfrm>
            <a:off x="-3295214" y="-1132958"/>
            <a:ext cx="1548392" cy="442988"/>
            <a:chOff x="-3411790" y="-1707010"/>
            <a:chExt cx="1548392" cy="442988"/>
          </a:xfrm>
        </p:grpSpPr>
        <p:sp>
          <p:nvSpPr>
            <p:cNvPr id="7" name="Hexagon 34">
              <a:extLst>
                <a:ext uri="{FF2B5EF4-FFF2-40B4-BE49-F238E27FC236}">
                  <a16:creationId xmlns:a16="http://schemas.microsoft.com/office/drawing/2014/main" id="{900A98C1-726B-3E7A-5407-BAB033553EAA}"/>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Hexagon 34">
              <a:extLst>
                <a:ext uri="{FF2B5EF4-FFF2-40B4-BE49-F238E27FC236}">
                  <a16:creationId xmlns:a16="http://schemas.microsoft.com/office/drawing/2014/main" id="{05B7CB8E-07E0-8750-B497-473AE4FEA0FA}"/>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Hexagon 34">
              <a:extLst>
                <a:ext uri="{FF2B5EF4-FFF2-40B4-BE49-F238E27FC236}">
                  <a16:creationId xmlns:a16="http://schemas.microsoft.com/office/drawing/2014/main" id="{9495B317-99A7-F020-1D0B-B9D6AE75249E}"/>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1" name="TextBox 10">
            <a:extLst>
              <a:ext uri="{FF2B5EF4-FFF2-40B4-BE49-F238E27FC236}">
                <a16:creationId xmlns:a16="http://schemas.microsoft.com/office/drawing/2014/main" id="{C5E52B90-1E25-9F1F-49B3-72D11571FA4C}"/>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13" name="Hexagon 34">
            <a:extLst>
              <a:ext uri="{FF2B5EF4-FFF2-40B4-BE49-F238E27FC236}">
                <a16:creationId xmlns:a16="http://schemas.microsoft.com/office/drawing/2014/main" id="{C92CD8E4-9BC9-3EAA-2E80-026BDB42E3B6}"/>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a:extLst>
              <a:ext uri="{FF2B5EF4-FFF2-40B4-BE49-F238E27FC236}">
                <a16:creationId xmlns:a16="http://schemas.microsoft.com/office/drawing/2014/main" id="{9571F645-1161-5ACC-BB1E-42BCCF4A5A8E}"/>
              </a:ext>
            </a:extLst>
          </p:cNvPr>
          <p:cNvGrpSpPr/>
          <p:nvPr userDrawn="1"/>
        </p:nvGrpSpPr>
        <p:grpSpPr>
          <a:xfrm>
            <a:off x="-3291571" y="1977900"/>
            <a:ext cx="1582363" cy="442988"/>
            <a:chOff x="-3567586" y="1544252"/>
            <a:chExt cx="1582363" cy="442988"/>
          </a:xfrm>
        </p:grpSpPr>
        <p:sp>
          <p:nvSpPr>
            <p:cNvPr id="16" name="Hexagon 34">
              <a:extLst>
                <a:ext uri="{FF2B5EF4-FFF2-40B4-BE49-F238E27FC236}">
                  <a16:creationId xmlns:a16="http://schemas.microsoft.com/office/drawing/2014/main" id="{1D80F29C-2C39-60FA-3551-0E10500EC7A7}"/>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Hexagon 34">
              <a:extLst>
                <a:ext uri="{FF2B5EF4-FFF2-40B4-BE49-F238E27FC236}">
                  <a16:creationId xmlns:a16="http://schemas.microsoft.com/office/drawing/2014/main" id="{CCBB1260-ACE1-5626-6F08-D47D45F31658}"/>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Hexagon 34">
              <a:extLst>
                <a:ext uri="{FF2B5EF4-FFF2-40B4-BE49-F238E27FC236}">
                  <a16:creationId xmlns:a16="http://schemas.microsoft.com/office/drawing/2014/main" id="{1F8373C4-8275-E8B4-0F7E-82AB2A13D9A9}"/>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0" name="Group 19">
            <a:extLst>
              <a:ext uri="{FF2B5EF4-FFF2-40B4-BE49-F238E27FC236}">
                <a16:creationId xmlns:a16="http://schemas.microsoft.com/office/drawing/2014/main" id="{469E8553-47C3-D39D-947C-4B21285B05AC}"/>
              </a:ext>
            </a:extLst>
          </p:cNvPr>
          <p:cNvGrpSpPr/>
          <p:nvPr userDrawn="1"/>
        </p:nvGrpSpPr>
        <p:grpSpPr>
          <a:xfrm>
            <a:off x="-3286877" y="2449354"/>
            <a:ext cx="2087091" cy="442988"/>
            <a:chOff x="-4115294" y="1029294"/>
            <a:chExt cx="2087091" cy="442988"/>
          </a:xfrm>
          <a:solidFill>
            <a:srgbClr val="B9B414"/>
          </a:solidFill>
        </p:grpSpPr>
        <p:sp>
          <p:nvSpPr>
            <p:cNvPr id="21" name="Hexagon 34">
              <a:extLst>
                <a:ext uri="{FF2B5EF4-FFF2-40B4-BE49-F238E27FC236}">
                  <a16:creationId xmlns:a16="http://schemas.microsoft.com/office/drawing/2014/main" id="{A5305DD6-4F3D-D265-485B-C985D551CC3B}"/>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3" name="Hexagon 34">
              <a:extLst>
                <a:ext uri="{FF2B5EF4-FFF2-40B4-BE49-F238E27FC236}">
                  <a16:creationId xmlns:a16="http://schemas.microsoft.com/office/drawing/2014/main" id="{AD46C22B-CD74-26F8-745B-507CE69858C5}"/>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4" name="Hexagon 34">
              <a:extLst>
                <a:ext uri="{FF2B5EF4-FFF2-40B4-BE49-F238E27FC236}">
                  <a16:creationId xmlns:a16="http://schemas.microsoft.com/office/drawing/2014/main" id="{EE3F9831-7C30-AC43-5AE2-88ECA6AC06D3}"/>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Hexagon 34">
              <a:extLst>
                <a:ext uri="{FF2B5EF4-FFF2-40B4-BE49-F238E27FC236}">
                  <a16:creationId xmlns:a16="http://schemas.microsoft.com/office/drawing/2014/main" id="{0D86A692-9CBB-C90F-B570-8DEEF90C6E07}"/>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7" name="Group 26">
            <a:extLst>
              <a:ext uri="{FF2B5EF4-FFF2-40B4-BE49-F238E27FC236}">
                <a16:creationId xmlns:a16="http://schemas.microsoft.com/office/drawing/2014/main" id="{F02D6FEE-9379-23A1-BE41-45F7E2C749D9}"/>
              </a:ext>
            </a:extLst>
          </p:cNvPr>
          <p:cNvGrpSpPr/>
          <p:nvPr userDrawn="1"/>
        </p:nvGrpSpPr>
        <p:grpSpPr>
          <a:xfrm>
            <a:off x="-3286877" y="2952848"/>
            <a:ext cx="2058063" cy="442988"/>
            <a:chOff x="-4115294" y="1029294"/>
            <a:chExt cx="2058063" cy="442988"/>
          </a:xfrm>
          <a:solidFill>
            <a:srgbClr val="D70F3C"/>
          </a:solidFill>
        </p:grpSpPr>
        <p:sp>
          <p:nvSpPr>
            <p:cNvPr id="28" name="Hexagon 34">
              <a:extLst>
                <a:ext uri="{FF2B5EF4-FFF2-40B4-BE49-F238E27FC236}">
                  <a16:creationId xmlns:a16="http://schemas.microsoft.com/office/drawing/2014/main" id="{775AEB9B-350A-D3E5-9E4A-3422AF81322D}"/>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4" name="Hexagon 34">
              <a:extLst>
                <a:ext uri="{FF2B5EF4-FFF2-40B4-BE49-F238E27FC236}">
                  <a16:creationId xmlns:a16="http://schemas.microsoft.com/office/drawing/2014/main" id="{EF4E0F01-C375-8E98-21E0-0F1E890715C6}"/>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Hexagon 34">
              <a:extLst>
                <a:ext uri="{FF2B5EF4-FFF2-40B4-BE49-F238E27FC236}">
                  <a16:creationId xmlns:a16="http://schemas.microsoft.com/office/drawing/2014/main" id="{2A3B744A-5C09-0092-204C-B3BFCEB836C0}"/>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Hexagon 34">
              <a:extLst>
                <a:ext uri="{FF2B5EF4-FFF2-40B4-BE49-F238E27FC236}">
                  <a16:creationId xmlns:a16="http://schemas.microsoft.com/office/drawing/2014/main" id="{2CBDDB7F-3EAF-3132-E0FD-A3B913CF99B6}"/>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38" name="Hexagon 34">
            <a:extLst>
              <a:ext uri="{FF2B5EF4-FFF2-40B4-BE49-F238E27FC236}">
                <a16:creationId xmlns:a16="http://schemas.microsoft.com/office/drawing/2014/main" id="{847DED18-B4C0-DDA9-56AA-A61F64775CA3}"/>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40" name="Group 39">
            <a:extLst>
              <a:ext uri="{FF2B5EF4-FFF2-40B4-BE49-F238E27FC236}">
                <a16:creationId xmlns:a16="http://schemas.microsoft.com/office/drawing/2014/main" id="{EEC21BC4-654D-2874-086C-2D19D626B6E1}"/>
              </a:ext>
            </a:extLst>
          </p:cNvPr>
          <p:cNvGrpSpPr/>
          <p:nvPr userDrawn="1"/>
        </p:nvGrpSpPr>
        <p:grpSpPr>
          <a:xfrm>
            <a:off x="-3266531" y="5099698"/>
            <a:ext cx="1526931" cy="442988"/>
            <a:chOff x="-3425632" y="4294521"/>
            <a:chExt cx="1526931" cy="442988"/>
          </a:xfrm>
        </p:grpSpPr>
        <p:sp>
          <p:nvSpPr>
            <p:cNvPr id="41" name="Hexagon 34">
              <a:extLst>
                <a:ext uri="{FF2B5EF4-FFF2-40B4-BE49-F238E27FC236}">
                  <a16:creationId xmlns:a16="http://schemas.microsoft.com/office/drawing/2014/main" id="{4491E6B6-7CCC-F938-7967-E1662543808F}"/>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7" name="Hexagon 34">
              <a:extLst>
                <a:ext uri="{FF2B5EF4-FFF2-40B4-BE49-F238E27FC236}">
                  <a16:creationId xmlns:a16="http://schemas.microsoft.com/office/drawing/2014/main" id="{E8E9BFDE-891F-84A1-ECB4-1421E22693D6}"/>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8" name="Hexagon 34">
              <a:extLst>
                <a:ext uri="{FF2B5EF4-FFF2-40B4-BE49-F238E27FC236}">
                  <a16:creationId xmlns:a16="http://schemas.microsoft.com/office/drawing/2014/main" id="{228CCF3A-703A-7BCC-1AF0-9E4BD393F118}"/>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9" name="Group 88">
            <a:extLst>
              <a:ext uri="{FF2B5EF4-FFF2-40B4-BE49-F238E27FC236}">
                <a16:creationId xmlns:a16="http://schemas.microsoft.com/office/drawing/2014/main" id="{79C92A64-2D96-F5C8-D9BF-A75CACFE5196}"/>
              </a:ext>
            </a:extLst>
          </p:cNvPr>
          <p:cNvGrpSpPr/>
          <p:nvPr userDrawn="1"/>
        </p:nvGrpSpPr>
        <p:grpSpPr>
          <a:xfrm>
            <a:off x="-3286877" y="5596852"/>
            <a:ext cx="1511027" cy="436914"/>
            <a:chOff x="-4115294" y="5524844"/>
            <a:chExt cx="1511027" cy="436914"/>
          </a:xfrm>
        </p:grpSpPr>
        <p:sp>
          <p:nvSpPr>
            <p:cNvPr id="90" name="Hexagon 34">
              <a:extLst>
                <a:ext uri="{FF2B5EF4-FFF2-40B4-BE49-F238E27FC236}">
                  <a16:creationId xmlns:a16="http://schemas.microsoft.com/office/drawing/2014/main" id="{CF719CDE-96FC-F13B-896F-F1937F92194B}"/>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1" name="Hexagon 34">
              <a:extLst>
                <a:ext uri="{FF2B5EF4-FFF2-40B4-BE49-F238E27FC236}">
                  <a16:creationId xmlns:a16="http://schemas.microsoft.com/office/drawing/2014/main" id="{EC49C7EA-D184-9688-5B40-6727DB85CFFB}"/>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2" name="Hexagon 34">
              <a:extLst>
                <a:ext uri="{FF2B5EF4-FFF2-40B4-BE49-F238E27FC236}">
                  <a16:creationId xmlns:a16="http://schemas.microsoft.com/office/drawing/2014/main" id="{007A11B8-3C0B-7ADD-2DF2-2AAE54D18149}"/>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93" name="Group 92">
            <a:extLst>
              <a:ext uri="{FF2B5EF4-FFF2-40B4-BE49-F238E27FC236}">
                <a16:creationId xmlns:a16="http://schemas.microsoft.com/office/drawing/2014/main" id="{26AA3C85-F048-6ABF-C8FE-CF5F50A490DD}"/>
              </a:ext>
            </a:extLst>
          </p:cNvPr>
          <p:cNvGrpSpPr/>
          <p:nvPr userDrawn="1"/>
        </p:nvGrpSpPr>
        <p:grpSpPr>
          <a:xfrm>
            <a:off x="-3286877" y="6087932"/>
            <a:ext cx="1517905" cy="447214"/>
            <a:chOff x="-4115294" y="6015924"/>
            <a:chExt cx="1517905" cy="447214"/>
          </a:xfrm>
        </p:grpSpPr>
        <p:sp>
          <p:nvSpPr>
            <p:cNvPr id="94" name="Hexagon 34">
              <a:extLst>
                <a:ext uri="{FF2B5EF4-FFF2-40B4-BE49-F238E27FC236}">
                  <a16:creationId xmlns:a16="http://schemas.microsoft.com/office/drawing/2014/main" id="{4AE5CDB9-475A-8948-CECD-598798CF701B}"/>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5" name="Group 94">
              <a:extLst>
                <a:ext uri="{FF2B5EF4-FFF2-40B4-BE49-F238E27FC236}">
                  <a16:creationId xmlns:a16="http://schemas.microsoft.com/office/drawing/2014/main" id="{F08D2DF9-637C-1FCE-77BD-F6543FB253D6}"/>
                </a:ext>
              </a:extLst>
            </p:cNvPr>
            <p:cNvGrpSpPr/>
            <p:nvPr userDrawn="1"/>
          </p:nvGrpSpPr>
          <p:grpSpPr>
            <a:xfrm>
              <a:off x="-3603689" y="6015924"/>
              <a:ext cx="1006300" cy="436914"/>
              <a:chOff x="-4129137" y="5622699"/>
              <a:chExt cx="1006300" cy="436914"/>
            </a:xfrm>
          </p:grpSpPr>
          <p:sp>
            <p:nvSpPr>
              <p:cNvPr id="96" name="Hexagon 34">
                <a:extLst>
                  <a:ext uri="{FF2B5EF4-FFF2-40B4-BE49-F238E27FC236}">
                    <a16:creationId xmlns:a16="http://schemas.microsoft.com/office/drawing/2014/main" id="{04CF3CC6-5A92-9937-DD4A-9015D13B9DE9}"/>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7" name="Hexagon 34">
                <a:extLst>
                  <a:ext uri="{FF2B5EF4-FFF2-40B4-BE49-F238E27FC236}">
                    <a16:creationId xmlns:a16="http://schemas.microsoft.com/office/drawing/2014/main" id="{B7E676DC-714B-6BA9-77F2-265672DC7E96}"/>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8" name="TextBox 97">
            <a:extLst>
              <a:ext uri="{FF2B5EF4-FFF2-40B4-BE49-F238E27FC236}">
                <a16:creationId xmlns:a16="http://schemas.microsoft.com/office/drawing/2014/main" id="{755349C9-C483-6FD9-63BC-961AB191C212}"/>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9" name="Group 98">
            <a:extLst>
              <a:ext uri="{FF2B5EF4-FFF2-40B4-BE49-F238E27FC236}">
                <a16:creationId xmlns:a16="http://schemas.microsoft.com/office/drawing/2014/main" id="{C0B115E4-B578-1924-3812-38AE32949076}"/>
              </a:ext>
            </a:extLst>
          </p:cNvPr>
          <p:cNvGrpSpPr/>
          <p:nvPr userDrawn="1"/>
        </p:nvGrpSpPr>
        <p:grpSpPr>
          <a:xfrm>
            <a:off x="-3241629" y="7317432"/>
            <a:ext cx="1546813" cy="436914"/>
            <a:chOff x="-4129137" y="6934996"/>
            <a:chExt cx="1546813" cy="436914"/>
          </a:xfrm>
        </p:grpSpPr>
        <p:sp>
          <p:nvSpPr>
            <p:cNvPr id="100" name="Hexagon 34">
              <a:extLst>
                <a:ext uri="{FF2B5EF4-FFF2-40B4-BE49-F238E27FC236}">
                  <a16:creationId xmlns:a16="http://schemas.microsoft.com/office/drawing/2014/main" id="{396C1D28-155A-745A-B1E4-DFEFA722B258}"/>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01" name="Group 100">
              <a:extLst>
                <a:ext uri="{FF2B5EF4-FFF2-40B4-BE49-F238E27FC236}">
                  <a16:creationId xmlns:a16="http://schemas.microsoft.com/office/drawing/2014/main" id="{85C992D8-78FE-C0B9-95AF-83E2427D8631}"/>
                </a:ext>
              </a:extLst>
            </p:cNvPr>
            <p:cNvGrpSpPr/>
            <p:nvPr userDrawn="1"/>
          </p:nvGrpSpPr>
          <p:grpSpPr>
            <a:xfrm>
              <a:off x="-4129137" y="6934996"/>
              <a:ext cx="1546813" cy="436914"/>
              <a:chOff x="-4129137" y="6934996"/>
              <a:chExt cx="1546813" cy="436914"/>
            </a:xfrm>
          </p:grpSpPr>
          <p:sp>
            <p:nvSpPr>
              <p:cNvPr id="102" name="Hexagon 34">
                <a:extLst>
                  <a:ext uri="{FF2B5EF4-FFF2-40B4-BE49-F238E27FC236}">
                    <a16:creationId xmlns:a16="http://schemas.microsoft.com/office/drawing/2014/main" id="{8E9C0057-43D7-BE41-CB78-A98C22366912}"/>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3" name="Hexagon 34">
                <a:extLst>
                  <a:ext uri="{FF2B5EF4-FFF2-40B4-BE49-F238E27FC236}">
                    <a16:creationId xmlns:a16="http://schemas.microsoft.com/office/drawing/2014/main" id="{388F3176-4664-189D-9B55-1DE9B5651DE0}"/>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104" name="TextBox 103">
            <a:extLst>
              <a:ext uri="{FF2B5EF4-FFF2-40B4-BE49-F238E27FC236}">
                <a16:creationId xmlns:a16="http://schemas.microsoft.com/office/drawing/2014/main" id="{6195048D-ABA5-437E-8E5E-FE31E5D19A29}"/>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105" name="Group 104">
            <a:extLst>
              <a:ext uri="{FF2B5EF4-FFF2-40B4-BE49-F238E27FC236}">
                <a16:creationId xmlns:a16="http://schemas.microsoft.com/office/drawing/2014/main" id="{AD263246-971E-6AF3-E832-9EB2A5B3A07A}"/>
              </a:ext>
            </a:extLst>
          </p:cNvPr>
          <p:cNvGrpSpPr/>
          <p:nvPr userDrawn="1"/>
        </p:nvGrpSpPr>
        <p:grpSpPr>
          <a:xfrm>
            <a:off x="-3304566" y="-618524"/>
            <a:ext cx="1989792" cy="442988"/>
            <a:chOff x="-4115294" y="1029294"/>
            <a:chExt cx="1989792" cy="442988"/>
          </a:xfrm>
        </p:grpSpPr>
        <p:sp>
          <p:nvSpPr>
            <p:cNvPr id="106" name="Hexagon 34">
              <a:extLst>
                <a:ext uri="{FF2B5EF4-FFF2-40B4-BE49-F238E27FC236}">
                  <a16:creationId xmlns:a16="http://schemas.microsoft.com/office/drawing/2014/main" id="{79291828-D280-04BF-DCE6-47BBDE624D93}"/>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7" name="Hexagon 34">
              <a:extLst>
                <a:ext uri="{FF2B5EF4-FFF2-40B4-BE49-F238E27FC236}">
                  <a16:creationId xmlns:a16="http://schemas.microsoft.com/office/drawing/2014/main" id="{3B7DB0EB-4C8F-C3F9-8651-5490920759B1}"/>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8" name="Hexagon 34">
              <a:extLst>
                <a:ext uri="{FF2B5EF4-FFF2-40B4-BE49-F238E27FC236}">
                  <a16:creationId xmlns:a16="http://schemas.microsoft.com/office/drawing/2014/main" id="{84F9072D-28F9-A388-8413-87DB56B81832}"/>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9" name="Hexagon 34">
              <a:extLst>
                <a:ext uri="{FF2B5EF4-FFF2-40B4-BE49-F238E27FC236}">
                  <a16:creationId xmlns:a16="http://schemas.microsoft.com/office/drawing/2014/main" id="{733BD0DE-4D83-20DD-472F-F468978B43D9}"/>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10" name="Group 109">
            <a:extLst>
              <a:ext uri="{FF2B5EF4-FFF2-40B4-BE49-F238E27FC236}">
                <a16:creationId xmlns:a16="http://schemas.microsoft.com/office/drawing/2014/main" id="{083B2795-76C9-422A-A841-2AF6D28484B0}"/>
              </a:ext>
            </a:extLst>
          </p:cNvPr>
          <p:cNvGrpSpPr/>
          <p:nvPr userDrawn="1"/>
        </p:nvGrpSpPr>
        <p:grpSpPr>
          <a:xfrm>
            <a:off x="-3304743" y="-114468"/>
            <a:ext cx="1557921" cy="436914"/>
            <a:chOff x="-4115294" y="1029294"/>
            <a:chExt cx="1557921" cy="436914"/>
          </a:xfrm>
        </p:grpSpPr>
        <p:sp>
          <p:nvSpPr>
            <p:cNvPr id="111" name="Hexagon 34">
              <a:extLst>
                <a:ext uri="{FF2B5EF4-FFF2-40B4-BE49-F238E27FC236}">
                  <a16:creationId xmlns:a16="http://schemas.microsoft.com/office/drawing/2014/main" id="{840A9047-372E-F4D4-B232-A1C061422F38}"/>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2" name="Hexagon 34">
              <a:extLst>
                <a:ext uri="{FF2B5EF4-FFF2-40B4-BE49-F238E27FC236}">
                  <a16:creationId xmlns:a16="http://schemas.microsoft.com/office/drawing/2014/main" id="{A3132B27-C936-5400-55BE-077FD8B84E7F}"/>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3" name="Hexagon 34">
              <a:extLst>
                <a:ext uri="{FF2B5EF4-FFF2-40B4-BE49-F238E27FC236}">
                  <a16:creationId xmlns:a16="http://schemas.microsoft.com/office/drawing/2014/main" id="{E5AE151C-A125-A408-B128-8292BC85AE4B}"/>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14" name="TextBox 113">
            <a:extLst>
              <a:ext uri="{FF2B5EF4-FFF2-40B4-BE49-F238E27FC236}">
                <a16:creationId xmlns:a16="http://schemas.microsoft.com/office/drawing/2014/main" id="{E2DFAB5A-023C-50EF-542C-C64D286C9FE3}"/>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5" name="Right Brace 114">
            <a:extLst>
              <a:ext uri="{FF2B5EF4-FFF2-40B4-BE49-F238E27FC236}">
                <a16:creationId xmlns:a16="http://schemas.microsoft.com/office/drawing/2014/main" id="{7846A21C-1510-EFFF-4803-81B97BB69939}"/>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6" name="TextBox 115">
            <a:extLst>
              <a:ext uri="{FF2B5EF4-FFF2-40B4-BE49-F238E27FC236}">
                <a16:creationId xmlns:a16="http://schemas.microsoft.com/office/drawing/2014/main" id="{30FBA730-DBFD-1AAD-582E-672B96C2F8FF}"/>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7" name="TextBox 116">
            <a:extLst>
              <a:ext uri="{FF2B5EF4-FFF2-40B4-BE49-F238E27FC236}">
                <a16:creationId xmlns:a16="http://schemas.microsoft.com/office/drawing/2014/main" id="{E733CF6B-13CE-5285-6270-A48096840275}"/>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8" name="Right Brace 117">
            <a:extLst>
              <a:ext uri="{FF2B5EF4-FFF2-40B4-BE49-F238E27FC236}">
                <a16:creationId xmlns:a16="http://schemas.microsoft.com/office/drawing/2014/main" id="{87778DD7-5490-A878-C2A1-F599755488AD}"/>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TextBox 118">
            <a:extLst>
              <a:ext uri="{FF2B5EF4-FFF2-40B4-BE49-F238E27FC236}">
                <a16:creationId xmlns:a16="http://schemas.microsoft.com/office/drawing/2014/main" id="{BFF3846F-51DB-FE33-E12F-30F315AE0B5B}"/>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20" name="Right Brace 119">
            <a:extLst>
              <a:ext uri="{FF2B5EF4-FFF2-40B4-BE49-F238E27FC236}">
                <a16:creationId xmlns:a16="http://schemas.microsoft.com/office/drawing/2014/main" id="{930EC2AC-3473-A0DC-372F-31118A78AC7D}"/>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1" name="TextBox 120">
            <a:extLst>
              <a:ext uri="{FF2B5EF4-FFF2-40B4-BE49-F238E27FC236}">
                <a16:creationId xmlns:a16="http://schemas.microsoft.com/office/drawing/2014/main" id="{16D5D978-4966-C5C3-CE58-263C477F1953}"/>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22" name="TextBox 121">
            <a:extLst>
              <a:ext uri="{FF2B5EF4-FFF2-40B4-BE49-F238E27FC236}">
                <a16:creationId xmlns:a16="http://schemas.microsoft.com/office/drawing/2014/main" id="{A6BDE6F7-39AF-0272-45B5-E92DDFBB0CAA}"/>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23" name="Right Brace 122">
            <a:extLst>
              <a:ext uri="{FF2B5EF4-FFF2-40B4-BE49-F238E27FC236}">
                <a16:creationId xmlns:a16="http://schemas.microsoft.com/office/drawing/2014/main" id="{DAC7C9AE-B290-1C65-38FE-1DA0168D2438}"/>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4" name="Right Brace 123">
            <a:extLst>
              <a:ext uri="{FF2B5EF4-FFF2-40B4-BE49-F238E27FC236}">
                <a16:creationId xmlns:a16="http://schemas.microsoft.com/office/drawing/2014/main" id="{2ACBF98D-8B34-D72E-1763-887C154275FA}"/>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5" name="Right Brace 124">
            <a:extLst>
              <a:ext uri="{FF2B5EF4-FFF2-40B4-BE49-F238E27FC236}">
                <a16:creationId xmlns:a16="http://schemas.microsoft.com/office/drawing/2014/main" id="{A7B109F6-65AA-9430-3677-1D063009BA78}"/>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6" name="TextBox 125">
            <a:extLst>
              <a:ext uri="{FF2B5EF4-FFF2-40B4-BE49-F238E27FC236}">
                <a16:creationId xmlns:a16="http://schemas.microsoft.com/office/drawing/2014/main" id="{5C56FE2C-FACD-C9A2-A28D-E621CC0D290A}"/>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pic>
        <p:nvPicPr>
          <p:cNvPr id="42" name="Graphic 41">
            <a:extLst>
              <a:ext uri="{FF2B5EF4-FFF2-40B4-BE49-F238E27FC236}">
                <a16:creationId xmlns:a16="http://schemas.microsoft.com/office/drawing/2014/main" id="{AE0406D9-5A21-AC55-0E81-529ABFA99EA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370840557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nal/Contact Slide">
    <p:bg>
      <p:bgPr>
        <a:solidFill>
          <a:schemeClr val="accent2"/>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ACBE76D-E7E7-F198-FEC3-2F74E880F8B5}"/>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pic>
        <p:nvPicPr>
          <p:cNvPr id="18" name="Image 7">
            <a:extLst>
              <a:ext uri="{FF2B5EF4-FFF2-40B4-BE49-F238E27FC236}">
                <a16:creationId xmlns:a16="http://schemas.microsoft.com/office/drawing/2014/main" id="{8E1D42A8-A807-8A96-C319-1BC7F6DBEA90}"/>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cxnSp>
        <p:nvCxnSpPr>
          <p:cNvPr id="23" name="Straight Connector 22">
            <a:extLst>
              <a:ext uri="{FF2B5EF4-FFF2-40B4-BE49-F238E27FC236}">
                <a16:creationId xmlns:a16="http://schemas.microsoft.com/office/drawing/2014/main" id="{962B8C51-ACCC-7A02-61C4-A26C3D92EB80}"/>
              </a:ext>
            </a:extLst>
          </p:cNvPr>
          <p:cNvCxnSpPr>
            <a:cxnSpLocks/>
            <a:endCxn id="4" idx="5"/>
          </p:cNvCxnSpPr>
          <p:nvPr userDrawn="1"/>
        </p:nvCxnSpPr>
        <p:spPr>
          <a:xfrm flipV="1">
            <a:off x="6312024" y="5081811"/>
            <a:ext cx="1319007" cy="17889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02FF09-05E7-C827-F0C7-6623E5BE4B4A}"/>
              </a:ext>
            </a:extLst>
          </p:cNvPr>
          <p:cNvCxnSpPr>
            <a:cxnSpLocks/>
          </p:cNvCxnSpPr>
          <p:nvPr userDrawn="1"/>
        </p:nvCxnSpPr>
        <p:spPr>
          <a:xfrm flipH="1" flipV="1">
            <a:off x="7631031" y="5081811"/>
            <a:ext cx="2424151" cy="177618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79F6EBE-9689-C3AC-7ED1-35E9BB3628E3}"/>
              </a:ext>
            </a:extLst>
          </p:cNvPr>
          <p:cNvCxnSpPr>
            <a:cxnSpLocks/>
          </p:cNvCxnSpPr>
          <p:nvPr userDrawn="1"/>
        </p:nvCxnSpPr>
        <p:spPr>
          <a:xfrm flipV="1">
            <a:off x="-7833" y="1638765"/>
            <a:ext cx="6009802" cy="191078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CB0EBF0-0B84-8577-6398-DCF3EF35A4E7}"/>
              </a:ext>
            </a:extLst>
          </p:cNvPr>
          <p:cNvCxnSpPr>
            <a:cxnSpLocks/>
            <a:endCxn id="4" idx="0"/>
          </p:cNvCxnSpPr>
          <p:nvPr userDrawn="1"/>
        </p:nvCxnSpPr>
        <p:spPr>
          <a:xfrm>
            <a:off x="3003116" y="6757"/>
            <a:ext cx="3003206" cy="163200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Hexagon 3">
            <a:extLst>
              <a:ext uri="{FF2B5EF4-FFF2-40B4-BE49-F238E27FC236}">
                <a16:creationId xmlns:a16="http://schemas.microsoft.com/office/drawing/2014/main" id="{1251EDE3-E900-23E2-BC34-A14973C601B0}"/>
              </a:ext>
            </a:extLst>
          </p:cNvPr>
          <p:cNvSpPr/>
          <p:nvPr userDrawn="1"/>
        </p:nvSpPr>
        <p:spPr>
          <a:xfrm>
            <a:off x="5829537" y="0"/>
            <a:ext cx="6362463" cy="5081811"/>
          </a:xfrm>
          <a:custGeom>
            <a:avLst/>
            <a:gdLst>
              <a:gd name="connsiteX0" fmla="*/ 0 w 2761508"/>
              <a:gd name="connsiteY0" fmla="*/ 712004 h 1424007"/>
              <a:gd name="connsiteX1" fmla="*/ 356002 w 2761508"/>
              <a:gd name="connsiteY1" fmla="*/ 0 h 1424007"/>
              <a:gd name="connsiteX2" fmla="*/ 2405506 w 2761508"/>
              <a:gd name="connsiteY2" fmla="*/ 0 h 1424007"/>
              <a:gd name="connsiteX3" fmla="*/ 2761508 w 2761508"/>
              <a:gd name="connsiteY3" fmla="*/ 712004 h 1424007"/>
              <a:gd name="connsiteX4" fmla="*/ 2405506 w 2761508"/>
              <a:gd name="connsiteY4" fmla="*/ 1424007 h 1424007"/>
              <a:gd name="connsiteX5" fmla="*/ 356002 w 2761508"/>
              <a:gd name="connsiteY5" fmla="*/ 1424007 h 1424007"/>
              <a:gd name="connsiteX6" fmla="*/ 0 w 2761508"/>
              <a:gd name="connsiteY6" fmla="*/ 712004 h 1424007"/>
              <a:gd name="connsiteX0" fmla="*/ 732569 w 3494077"/>
              <a:gd name="connsiteY0" fmla="*/ 900690 h 1612693"/>
              <a:gd name="connsiteX1" fmla="*/ 0 w 3494077"/>
              <a:gd name="connsiteY1" fmla="*/ 0 h 1612693"/>
              <a:gd name="connsiteX2" fmla="*/ 3138075 w 3494077"/>
              <a:gd name="connsiteY2" fmla="*/ 188686 h 1612693"/>
              <a:gd name="connsiteX3" fmla="*/ 3494077 w 3494077"/>
              <a:gd name="connsiteY3" fmla="*/ 900690 h 1612693"/>
              <a:gd name="connsiteX4" fmla="*/ 3138075 w 3494077"/>
              <a:gd name="connsiteY4" fmla="*/ 1612693 h 1612693"/>
              <a:gd name="connsiteX5" fmla="*/ 1088571 w 3494077"/>
              <a:gd name="connsiteY5" fmla="*/ 1612693 h 1612693"/>
              <a:gd name="connsiteX6" fmla="*/ 732569 w 3494077"/>
              <a:gd name="connsiteY6" fmla="*/ 900690 h 1612693"/>
              <a:gd name="connsiteX0" fmla="*/ 122969 w 3494077"/>
              <a:gd name="connsiteY0" fmla="*/ 1655433 h 1655433"/>
              <a:gd name="connsiteX1" fmla="*/ 0 w 3494077"/>
              <a:gd name="connsiteY1" fmla="*/ 0 h 1655433"/>
              <a:gd name="connsiteX2" fmla="*/ 3138075 w 3494077"/>
              <a:gd name="connsiteY2" fmla="*/ 188686 h 1655433"/>
              <a:gd name="connsiteX3" fmla="*/ 3494077 w 3494077"/>
              <a:gd name="connsiteY3" fmla="*/ 900690 h 1655433"/>
              <a:gd name="connsiteX4" fmla="*/ 3138075 w 3494077"/>
              <a:gd name="connsiteY4" fmla="*/ 1612693 h 1655433"/>
              <a:gd name="connsiteX5" fmla="*/ 1088571 w 3494077"/>
              <a:gd name="connsiteY5" fmla="*/ 1612693 h 1655433"/>
              <a:gd name="connsiteX6" fmla="*/ 122969 w 3494077"/>
              <a:gd name="connsiteY6" fmla="*/ 1655433 h 1655433"/>
              <a:gd name="connsiteX0" fmla="*/ 122969 w 3494077"/>
              <a:gd name="connsiteY0" fmla="*/ 1655433 h 5168693"/>
              <a:gd name="connsiteX1" fmla="*/ 0 w 3494077"/>
              <a:gd name="connsiteY1" fmla="*/ 0 h 5168693"/>
              <a:gd name="connsiteX2" fmla="*/ 3138075 w 3494077"/>
              <a:gd name="connsiteY2" fmla="*/ 188686 h 5168693"/>
              <a:gd name="connsiteX3" fmla="*/ 3494077 w 3494077"/>
              <a:gd name="connsiteY3" fmla="*/ 900690 h 5168693"/>
              <a:gd name="connsiteX4" fmla="*/ 3138075 w 3494077"/>
              <a:gd name="connsiteY4" fmla="*/ 1612693 h 5168693"/>
              <a:gd name="connsiteX5" fmla="*/ 1770742 w 3494077"/>
              <a:gd name="connsiteY5" fmla="*/ 5168693 h 5168693"/>
              <a:gd name="connsiteX6" fmla="*/ 122969 w 3494077"/>
              <a:gd name="connsiteY6" fmla="*/ 1655433 h 5168693"/>
              <a:gd name="connsiteX0" fmla="*/ 122969 w 5213618"/>
              <a:gd name="connsiteY0" fmla="*/ 1655433 h 5168693"/>
              <a:gd name="connsiteX1" fmla="*/ 0 w 5213618"/>
              <a:gd name="connsiteY1" fmla="*/ 0 h 5168693"/>
              <a:gd name="connsiteX2" fmla="*/ 3138075 w 5213618"/>
              <a:gd name="connsiteY2" fmla="*/ 188686 h 5168693"/>
              <a:gd name="connsiteX3" fmla="*/ 3494077 w 5213618"/>
              <a:gd name="connsiteY3" fmla="*/ 900690 h 5168693"/>
              <a:gd name="connsiteX4" fmla="*/ 5213618 w 5213618"/>
              <a:gd name="connsiteY4" fmla="*/ 3441493 h 5168693"/>
              <a:gd name="connsiteX5" fmla="*/ 1770742 w 5213618"/>
              <a:gd name="connsiteY5" fmla="*/ 5168693 h 5168693"/>
              <a:gd name="connsiteX6" fmla="*/ 122969 w 5213618"/>
              <a:gd name="connsiteY6" fmla="*/ 1655433 h 5168693"/>
              <a:gd name="connsiteX0" fmla="*/ 122969 w 5213618"/>
              <a:gd name="connsiteY0" fmla="*/ 1655433 h 5125150"/>
              <a:gd name="connsiteX1" fmla="*/ 0 w 5213618"/>
              <a:gd name="connsiteY1" fmla="*/ 0 h 5125150"/>
              <a:gd name="connsiteX2" fmla="*/ 3138075 w 5213618"/>
              <a:gd name="connsiteY2" fmla="*/ 188686 h 5125150"/>
              <a:gd name="connsiteX3" fmla="*/ 3494077 w 5213618"/>
              <a:gd name="connsiteY3" fmla="*/ 900690 h 5125150"/>
              <a:gd name="connsiteX4" fmla="*/ 5213618 w 5213618"/>
              <a:gd name="connsiteY4" fmla="*/ 3441493 h 5125150"/>
              <a:gd name="connsiteX5" fmla="*/ 1727199 w 5213618"/>
              <a:gd name="connsiteY5" fmla="*/ 5125150 h 5125150"/>
              <a:gd name="connsiteX6" fmla="*/ 122969 w 5213618"/>
              <a:gd name="connsiteY6" fmla="*/ 1655433 h 5125150"/>
              <a:gd name="connsiteX0" fmla="*/ 122969 w 6324363"/>
              <a:gd name="connsiteY0" fmla="*/ 1655433 h 5125150"/>
              <a:gd name="connsiteX1" fmla="*/ 0 w 6324363"/>
              <a:gd name="connsiteY1" fmla="*/ 0 h 5125150"/>
              <a:gd name="connsiteX2" fmla="*/ 3138075 w 6324363"/>
              <a:gd name="connsiteY2" fmla="*/ 188686 h 5125150"/>
              <a:gd name="connsiteX3" fmla="*/ 6324363 w 6324363"/>
              <a:gd name="connsiteY3" fmla="*/ 4108347 h 5125150"/>
              <a:gd name="connsiteX4" fmla="*/ 5213618 w 6324363"/>
              <a:gd name="connsiteY4" fmla="*/ 3441493 h 5125150"/>
              <a:gd name="connsiteX5" fmla="*/ 1727199 w 6324363"/>
              <a:gd name="connsiteY5" fmla="*/ 5125150 h 5125150"/>
              <a:gd name="connsiteX6" fmla="*/ 122969 w 6324363"/>
              <a:gd name="connsiteY6" fmla="*/ 1655433 h 5125150"/>
              <a:gd name="connsiteX0" fmla="*/ 122969 w 6324363"/>
              <a:gd name="connsiteY0" fmla="*/ 1655433 h 5125150"/>
              <a:gd name="connsiteX1" fmla="*/ 0 w 6324363"/>
              <a:gd name="connsiteY1" fmla="*/ 0 h 5125150"/>
              <a:gd name="connsiteX2" fmla="*/ 6316704 w 6324363"/>
              <a:gd name="connsiteY2" fmla="*/ 29029 h 5125150"/>
              <a:gd name="connsiteX3" fmla="*/ 6324363 w 6324363"/>
              <a:gd name="connsiteY3" fmla="*/ 4108347 h 5125150"/>
              <a:gd name="connsiteX4" fmla="*/ 5213618 w 6324363"/>
              <a:gd name="connsiteY4" fmla="*/ 3441493 h 5125150"/>
              <a:gd name="connsiteX5" fmla="*/ 1727199 w 6324363"/>
              <a:gd name="connsiteY5" fmla="*/ 5125150 h 5125150"/>
              <a:gd name="connsiteX6" fmla="*/ 122969 w 6324363"/>
              <a:gd name="connsiteY6" fmla="*/ 1655433 h 5125150"/>
              <a:gd name="connsiteX0" fmla="*/ 183929 w 6385323"/>
              <a:gd name="connsiteY0" fmla="*/ 1655433 h 5125150"/>
              <a:gd name="connsiteX1" fmla="*/ 0 w 6385323"/>
              <a:gd name="connsiteY1" fmla="*/ 0 h 5125150"/>
              <a:gd name="connsiteX2" fmla="*/ 6377664 w 6385323"/>
              <a:gd name="connsiteY2" fmla="*/ 29029 h 5125150"/>
              <a:gd name="connsiteX3" fmla="*/ 6385323 w 6385323"/>
              <a:gd name="connsiteY3" fmla="*/ 4108347 h 5125150"/>
              <a:gd name="connsiteX4" fmla="*/ 5274578 w 6385323"/>
              <a:gd name="connsiteY4" fmla="*/ 3441493 h 5125150"/>
              <a:gd name="connsiteX5" fmla="*/ 1788159 w 6385323"/>
              <a:gd name="connsiteY5" fmla="*/ 5125150 h 5125150"/>
              <a:gd name="connsiteX6" fmla="*/ 183929 w 6385323"/>
              <a:gd name="connsiteY6" fmla="*/ 1655433 h 5125150"/>
              <a:gd name="connsiteX0" fmla="*/ 183929 w 6385323"/>
              <a:gd name="connsiteY0" fmla="*/ 1655433 h 5125150"/>
              <a:gd name="connsiteX1" fmla="*/ 0 w 6385323"/>
              <a:gd name="connsiteY1" fmla="*/ 0 h 5125150"/>
              <a:gd name="connsiteX2" fmla="*/ 6354804 w 6385323"/>
              <a:gd name="connsiteY2" fmla="*/ 6169 h 5125150"/>
              <a:gd name="connsiteX3" fmla="*/ 6385323 w 6385323"/>
              <a:gd name="connsiteY3" fmla="*/ 4108347 h 5125150"/>
              <a:gd name="connsiteX4" fmla="*/ 5274578 w 6385323"/>
              <a:gd name="connsiteY4" fmla="*/ 3441493 h 5125150"/>
              <a:gd name="connsiteX5" fmla="*/ 1788159 w 6385323"/>
              <a:gd name="connsiteY5" fmla="*/ 5125150 h 5125150"/>
              <a:gd name="connsiteX6" fmla="*/ 183929 w 6385323"/>
              <a:gd name="connsiteY6" fmla="*/ 1655433 h 5125150"/>
              <a:gd name="connsiteX0" fmla="*/ 183929 w 6362463"/>
              <a:gd name="connsiteY0" fmla="*/ 1655433 h 5125150"/>
              <a:gd name="connsiteX1" fmla="*/ 0 w 6362463"/>
              <a:gd name="connsiteY1" fmla="*/ 0 h 5125150"/>
              <a:gd name="connsiteX2" fmla="*/ 6354804 w 6362463"/>
              <a:gd name="connsiteY2" fmla="*/ 6169 h 5125150"/>
              <a:gd name="connsiteX3" fmla="*/ 6362463 w 6362463"/>
              <a:gd name="connsiteY3" fmla="*/ 4062627 h 5125150"/>
              <a:gd name="connsiteX4" fmla="*/ 5274578 w 6362463"/>
              <a:gd name="connsiteY4" fmla="*/ 3441493 h 5125150"/>
              <a:gd name="connsiteX5" fmla="*/ 1788159 w 6362463"/>
              <a:gd name="connsiteY5" fmla="*/ 5125150 h 5125150"/>
              <a:gd name="connsiteX6" fmla="*/ 183929 w 6362463"/>
              <a:gd name="connsiteY6" fmla="*/ 1655433 h 5125150"/>
              <a:gd name="connsiteX0" fmla="*/ 183929 w 6362463"/>
              <a:gd name="connsiteY0" fmla="*/ 1655433 h 5079430"/>
              <a:gd name="connsiteX1" fmla="*/ 0 w 6362463"/>
              <a:gd name="connsiteY1" fmla="*/ 0 h 5079430"/>
              <a:gd name="connsiteX2" fmla="*/ 6354804 w 6362463"/>
              <a:gd name="connsiteY2" fmla="*/ 6169 h 5079430"/>
              <a:gd name="connsiteX3" fmla="*/ 6362463 w 6362463"/>
              <a:gd name="connsiteY3" fmla="*/ 4062627 h 5079430"/>
              <a:gd name="connsiteX4" fmla="*/ 5274578 w 6362463"/>
              <a:gd name="connsiteY4" fmla="*/ 3441493 h 5079430"/>
              <a:gd name="connsiteX5" fmla="*/ 1811019 w 6362463"/>
              <a:gd name="connsiteY5" fmla="*/ 5079430 h 5079430"/>
              <a:gd name="connsiteX6" fmla="*/ 183929 w 6362463"/>
              <a:gd name="connsiteY6" fmla="*/ 1655433 h 5079430"/>
              <a:gd name="connsiteX0" fmla="*/ 183929 w 6362463"/>
              <a:gd name="connsiteY0" fmla="*/ 1655433 h 5081811"/>
              <a:gd name="connsiteX1" fmla="*/ 0 w 6362463"/>
              <a:gd name="connsiteY1" fmla="*/ 0 h 5081811"/>
              <a:gd name="connsiteX2" fmla="*/ 6354804 w 6362463"/>
              <a:gd name="connsiteY2" fmla="*/ 6169 h 5081811"/>
              <a:gd name="connsiteX3" fmla="*/ 6362463 w 6362463"/>
              <a:gd name="connsiteY3" fmla="*/ 4062627 h 5081811"/>
              <a:gd name="connsiteX4" fmla="*/ 5274578 w 6362463"/>
              <a:gd name="connsiteY4" fmla="*/ 3441493 h 5081811"/>
              <a:gd name="connsiteX5" fmla="*/ 1801494 w 6362463"/>
              <a:gd name="connsiteY5" fmla="*/ 5081811 h 5081811"/>
              <a:gd name="connsiteX6" fmla="*/ 183929 w 6362463"/>
              <a:gd name="connsiteY6" fmla="*/ 1655433 h 5081811"/>
              <a:gd name="connsiteX0" fmla="*/ 176785 w 6362463"/>
              <a:gd name="connsiteY0" fmla="*/ 1638765 h 5081811"/>
              <a:gd name="connsiteX1" fmla="*/ 0 w 6362463"/>
              <a:gd name="connsiteY1" fmla="*/ 0 h 5081811"/>
              <a:gd name="connsiteX2" fmla="*/ 6354804 w 6362463"/>
              <a:gd name="connsiteY2" fmla="*/ 6169 h 5081811"/>
              <a:gd name="connsiteX3" fmla="*/ 6362463 w 6362463"/>
              <a:gd name="connsiteY3" fmla="*/ 4062627 h 5081811"/>
              <a:gd name="connsiteX4" fmla="*/ 5274578 w 6362463"/>
              <a:gd name="connsiteY4" fmla="*/ 3441493 h 5081811"/>
              <a:gd name="connsiteX5" fmla="*/ 1801494 w 6362463"/>
              <a:gd name="connsiteY5" fmla="*/ 5081811 h 5081811"/>
              <a:gd name="connsiteX6" fmla="*/ 176785 w 6362463"/>
              <a:gd name="connsiteY6" fmla="*/ 1638765 h 5081811"/>
              <a:gd name="connsiteX0" fmla="*/ 176785 w 6362463"/>
              <a:gd name="connsiteY0" fmla="*/ 1638765 h 5081811"/>
              <a:gd name="connsiteX1" fmla="*/ 0 w 6362463"/>
              <a:gd name="connsiteY1" fmla="*/ 0 h 5081811"/>
              <a:gd name="connsiteX2" fmla="*/ 6357186 w 6362463"/>
              <a:gd name="connsiteY2" fmla="*/ 8550 h 5081811"/>
              <a:gd name="connsiteX3" fmla="*/ 6362463 w 6362463"/>
              <a:gd name="connsiteY3" fmla="*/ 4062627 h 5081811"/>
              <a:gd name="connsiteX4" fmla="*/ 5274578 w 6362463"/>
              <a:gd name="connsiteY4" fmla="*/ 3441493 h 5081811"/>
              <a:gd name="connsiteX5" fmla="*/ 1801494 w 6362463"/>
              <a:gd name="connsiteY5" fmla="*/ 5081811 h 5081811"/>
              <a:gd name="connsiteX6" fmla="*/ 176785 w 6362463"/>
              <a:gd name="connsiteY6" fmla="*/ 1638765 h 508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62463" h="5081811">
                <a:moveTo>
                  <a:pt x="176785" y="1638765"/>
                </a:moveTo>
                <a:lnTo>
                  <a:pt x="0" y="0"/>
                </a:lnTo>
                <a:lnTo>
                  <a:pt x="6357186" y="8550"/>
                </a:lnTo>
                <a:lnTo>
                  <a:pt x="6362463" y="4062627"/>
                </a:lnTo>
                <a:lnTo>
                  <a:pt x="5274578" y="3441493"/>
                </a:lnTo>
                <a:lnTo>
                  <a:pt x="1801494" y="5081811"/>
                </a:lnTo>
                <a:lnTo>
                  <a:pt x="176785" y="1638765"/>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Espace réservé du texte 7">
            <a:extLst>
              <a:ext uri="{FF2B5EF4-FFF2-40B4-BE49-F238E27FC236}">
                <a16:creationId xmlns:a16="http://schemas.microsoft.com/office/drawing/2014/main" id="{B6048033-EFF7-2C87-2BB4-9524E168764A}"/>
              </a:ext>
            </a:extLst>
          </p:cNvPr>
          <p:cNvSpPr>
            <a:spLocks noGrp="1"/>
          </p:cNvSpPr>
          <p:nvPr>
            <p:ph type="body" sz="quarter" idx="14" hasCustomPrompt="1"/>
          </p:nvPr>
        </p:nvSpPr>
        <p:spPr>
          <a:xfrm>
            <a:off x="8228645" y="1217709"/>
            <a:ext cx="2691612" cy="193899"/>
          </a:xfrm>
          <a:prstGeom prst="rect">
            <a:avLst/>
          </a:prstGeom>
        </p:spPr>
        <p:txBody>
          <a:bodyPr wrap="square" tIns="0" bIns="0" anchor="ctr">
            <a:spAutoFit/>
          </a:bodyPr>
          <a:lstStyle>
            <a:lvl1pPr marL="0" indent="0" algn="l">
              <a:buNone/>
              <a:defRPr sz="1400" b="1" i="0" baseline="0">
                <a:solidFill>
                  <a:srgbClr val="53585F"/>
                </a:solidFill>
                <a:latin typeface="Verdana" pitchFamily="2" charset="77"/>
              </a:defRPr>
            </a:lvl1pPr>
          </a:lstStyle>
          <a:p>
            <a:pPr lvl="0"/>
            <a:r>
              <a:rPr noProof="0" dirty="0"/>
              <a:t>Full Name</a:t>
            </a:r>
          </a:p>
        </p:txBody>
      </p:sp>
      <p:sp>
        <p:nvSpPr>
          <p:cNvPr id="8" name="Espace réservé du texte 7">
            <a:extLst>
              <a:ext uri="{FF2B5EF4-FFF2-40B4-BE49-F238E27FC236}">
                <a16:creationId xmlns:a16="http://schemas.microsoft.com/office/drawing/2014/main" id="{5505C0BE-927E-ABCE-8865-F91E554E5B97}"/>
              </a:ext>
            </a:extLst>
          </p:cNvPr>
          <p:cNvSpPr>
            <a:spLocks noGrp="1"/>
          </p:cNvSpPr>
          <p:nvPr>
            <p:ph type="body" sz="quarter" idx="15" hasCustomPrompt="1"/>
          </p:nvPr>
        </p:nvSpPr>
        <p:spPr>
          <a:xfrm>
            <a:off x="8228645" y="784261"/>
            <a:ext cx="2691612" cy="276999"/>
          </a:xfrm>
          <a:prstGeom prst="rect">
            <a:avLst/>
          </a:prstGeom>
        </p:spPr>
        <p:txBody>
          <a:bodyPr wrap="square" tIns="0" bIns="0" anchor="ctr">
            <a:spAutoFit/>
          </a:bodyPr>
          <a:lstStyle>
            <a:lvl1pPr marL="0" indent="0" algn="l">
              <a:buNone/>
              <a:defRPr sz="2000" b="1" i="0" baseline="0">
                <a:solidFill>
                  <a:schemeClr val="tx2"/>
                </a:solidFill>
                <a:latin typeface="Verdana" pitchFamily="2" charset="77"/>
              </a:defRPr>
            </a:lvl1pPr>
          </a:lstStyle>
          <a:p>
            <a:pPr lvl="0"/>
            <a:r>
              <a:rPr noProof="0" dirty="0"/>
              <a:t>Contact</a:t>
            </a:r>
          </a:p>
        </p:txBody>
      </p:sp>
      <p:sp>
        <p:nvSpPr>
          <p:cNvPr id="9" name="Espace réservé du texte 7">
            <a:extLst>
              <a:ext uri="{FF2B5EF4-FFF2-40B4-BE49-F238E27FC236}">
                <a16:creationId xmlns:a16="http://schemas.microsoft.com/office/drawing/2014/main" id="{784A417B-681A-9786-C1B0-14ADA1AAF4D9}"/>
              </a:ext>
            </a:extLst>
          </p:cNvPr>
          <p:cNvSpPr>
            <a:spLocks noGrp="1"/>
          </p:cNvSpPr>
          <p:nvPr>
            <p:ph type="body" sz="quarter" idx="16" hasCustomPrompt="1"/>
          </p:nvPr>
        </p:nvSpPr>
        <p:spPr>
          <a:xfrm>
            <a:off x="8228645" y="1519284"/>
            <a:ext cx="2691612" cy="193899"/>
          </a:xfrm>
          <a:prstGeom prst="rect">
            <a:avLst/>
          </a:prstGeom>
        </p:spPr>
        <p:txBody>
          <a:bodyPr wrap="square" tIns="0" bIns="0" anchor="ctr">
            <a:spAutoFit/>
          </a:bodyPr>
          <a:lstStyle>
            <a:lvl1pPr marL="0" indent="0" algn="l">
              <a:buNone/>
              <a:defRPr sz="1400" b="0" i="0" baseline="0">
                <a:solidFill>
                  <a:srgbClr val="E23616"/>
                </a:solidFill>
                <a:latin typeface="Montserrat Light" pitchFamily="2" charset="77"/>
              </a:defRPr>
            </a:lvl1pPr>
          </a:lstStyle>
          <a:p>
            <a:pPr lvl="0"/>
            <a:r>
              <a:rPr noProof="0" dirty="0"/>
              <a:t>Job title</a:t>
            </a:r>
          </a:p>
        </p:txBody>
      </p:sp>
      <p:sp>
        <p:nvSpPr>
          <p:cNvPr id="10" name="Espace réservé du texte 7">
            <a:extLst>
              <a:ext uri="{FF2B5EF4-FFF2-40B4-BE49-F238E27FC236}">
                <a16:creationId xmlns:a16="http://schemas.microsoft.com/office/drawing/2014/main" id="{0A7959D6-3637-C725-DC8A-4C91E4F717F0}"/>
              </a:ext>
            </a:extLst>
          </p:cNvPr>
          <p:cNvSpPr>
            <a:spLocks noGrp="1"/>
          </p:cNvSpPr>
          <p:nvPr>
            <p:ph type="body" sz="quarter" idx="17" hasCustomPrompt="1"/>
          </p:nvPr>
        </p:nvSpPr>
        <p:spPr>
          <a:xfrm>
            <a:off x="8228645" y="2014759"/>
            <a:ext cx="2691612" cy="215444"/>
          </a:xfrm>
          <a:prstGeom prst="rect">
            <a:avLst/>
          </a:prstGeom>
        </p:spPr>
        <p:txBody>
          <a:bodyPr wrap="square" tIns="0" bIns="0" anchor="ctr">
            <a:spAutoFit/>
          </a:bodyPr>
          <a:lstStyle>
            <a:lvl1pPr marL="0" indent="0" algn="l">
              <a:lnSpc>
                <a:spcPct val="100000"/>
              </a:lnSpc>
              <a:buNone/>
              <a:defRPr sz="1400" b="0" baseline="0">
                <a:solidFill>
                  <a:srgbClr val="53585F"/>
                </a:solidFill>
                <a:latin typeface="Verdana" pitchFamily="2" charset="77"/>
              </a:defRPr>
            </a:lvl1pPr>
          </a:lstStyle>
          <a:p>
            <a:pPr lvl="0"/>
            <a:r>
              <a:rPr noProof="0">
                <a:effectLst/>
              </a:rPr>
              <a:t>Mail </a:t>
            </a:r>
            <a:r>
              <a:rPr noProof="0" dirty="0" err="1">
                <a:effectLst/>
              </a:rPr>
              <a:t>adress</a:t>
            </a:r>
            <a:endParaRPr noProof="0" dirty="0">
              <a:effectLst/>
            </a:endParaRPr>
          </a:p>
        </p:txBody>
      </p:sp>
      <p:sp>
        <p:nvSpPr>
          <p:cNvPr id="12" name="Espace réservé du texte 7">
            <a:extLst>
              <a:ext uri="{FF2B5EF4-FFF2-40B4-BE49-F238E27FC236}">
                <a16:creationId xmlns:a16="http://schemas.microsoft.com/office/drawing/2014/main" id="{B5D209E1-B319-580B-7368-45F6D40F8278}"/>
              </a:ext>
            </a:extLst>
          </p:cNvPr>
          <p:cNvSpPr>
            <a:spLocks noGrp="1"/>
          </p:cNvSpPr>
          <p:nvPr>
            <p:ph type="body" sz="quarter" idx="18" hasCustomPrompt="1"/>
          </p:nvPr>
        </p:nvSpPr>
        <p:spPr>
          <a:xfrm>
            <a:off x="8228645" y="2994794"/>
            <a:ext cx="2691612" cy="193899"/>
          </a:xfrm>
          <a:prstGeom prst="rect">
            <a:avLst/>
          </a:prstGeom>
        </p:spPr>
        <p:txBody>
          <a:bodyPr wrap="square" tIns="0" bIns="0" anchor="ctr">
            <a:spAutoFit/>
          </a:bodyPr>
          <a:lstStyle>
            <a:lvl1pPr marL="0" indent="0" algn="l">
              <a:buNone/>
              <a:defRPr sz="1400" b="1" i="0" baseline="0">
                <a:solidFill>
                  <a:schemeClr val="accent2"/>
                </a:solidFill>
                <a:latin typeface="Verdana" pitchFamily="2" charset="77"/>
              </a:defRPr>
            </a:lvl1pPr>
          </a:lstStyle>
          <a:p>
            <a:pPr lvl="0"/>
            <a:r>
              <a:rPr noProof="0" dirty="0"/>
              <a:t>www.elca.ch</a:t>
            </a:r>
          </a:p>
        </p:txBody>
      </p:sp>
      <p:cxnSp>
        <p:nvCxnSpPr>
          <p:cNvPr id="31" name="Straight Connector 30">
            <a:extLst>
              <a:ext uri="{FF2B5EF4-FFF2-40B4-BE49-F238E27FC236}">
                <a16:creationId xmlns:a16="http://schemas.microsoft.com/office/drawing/2014/main" id="{002AC627-5DB3-55F2-43CC-78D0FF087D38}"/>
              </a:ext>
            </a:extLst>
          </p:cNvPr>
          <p:cNvCxnSpPr>
            <a:cxnSpLocks/>
          </p:cNvCxnSpPr>
          <p:nvPr userDrawn="1"/>
        </p:nvCxnSpPr>
        <p:spPr>
          <a:xfrm flipV="1">
            <a:off x="10055182" y="3429000"/>
            <a:ext cx="1042301" cy="3429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itle 6">
            <a:extLst>
              <a:ext uri="{FF2B5EF4-FFF2-40B4-BE49-F238E27FC236}">
                <a16:creationId xmlns:a16="http://schemas.microsoft.com/office/drawing/2014/main" id="{1405ABAB-C87C-AA30-23C5-AD75C4546630}"/>
              </a:ext>
            </a:extLst>
          </p:cNvPr>
          <p:cNvSpPr>
            <a:spLocks noGrp="1"/>
          </p:cNvSpPr>
          <p:nvPr>
            <p:ph type="title" hasCustomPrompt="1"/>
          </p:nvPr>
        </p:nvSpPr>
        <p:spPr>
          <a:xfrm>
            <a:off x="756046" y="4293096"/>
            <a:ext cx="5267946" cy="792088"/>
          </a:xfrm>
          <a:prstGeom prst="rect">
            <a:avLst/>
          </a:prstGeom>
        </p:spPr>
        <p:txBody>
          <a:bodyPr tIns="36000" bIns="0">
            <a:noAutofit/>
          </a:bodyPr>
          <a:lstStyle>
            <a:lvl1pPr algn="l">
              <a:defRPr sz="6000" b="0" i="0">
                <a:solidFill>
                  <a:schemeClr val="bg1"/>
                </a:solidFill>
                <a:latin typeface="Verdana" pitchFamily="2" charset="77"/>
              </a:defRPr>
            </a:lvl1pPr>
          </a:lstStyle>
          <a:p>
            <a:pPr algn="l"/>
            <a:r>
              <a:rPr noProof="0" dirty="0"/>
              <a:t>Thank</a:t>
            </a:r>
          </a:p>
        </p:txBody>
      </p:sp>
      <p:sp>
        <p:nvSpPr>
          <p:cNvPr id="14" name="Sous-titre 2">
            <a:extLst>
              <a:ext uri="{FF2B5EF4-FFF2-40B4-BE49-F238E27FC236}">
                <a16:creationId xmlns:a16="http://schemas.microsoft.com/office/drawing/2014/main" id="{574CEBBD-64A1-46E3-55E1-13A69F401D1F}"/>
              </a:ext>
            </a:extLst>
          </p:cNvPr>
          <p:cNvSpPr>
            <a:spLocks noGrp="1"/>
          </p:cNvSpPr>
          <p:nvPr>
            <p:ph type="subTitle" idx="1" hasCustomPrompt="1"/>
          </p:nvPr>
        </p:nvSpPr>
        <p:spPr>
          <a:xfrm>
            <a:off x="756046" y="5085184"/>
            <a:ext cx="5267946" cy="832190"/>
          </a:xfrm>
          <a:prstGeom prst="rect">
            <a:avLst/>
          </a:prstGeom>
        </p:spPr>
        <p:txBody>
          <a:bodyPr tIns="0" bIns="0">
            <a:noAutofit/>
          </a:bodyPr>
          <a:lstStyle>
            <a:lvl1pPr marL="0" indent="0" algn="l">
              <a:lnSpc>
                <a:spcPct val="100000"/>
              </a:lnSpc>
              <a:buNone/>
              <a:defRPr sz="6000" b="0" i="0">
                <a:solidFill>
                  <a:schemeClr val="bg1"/>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noProof="0" dirty="0"/>
              <a:t>you</a:t>
            </a:r>
          </a:p>
        </p:txBody>
      </p:sp>
      <p:sp>
        <p:nvSpPr>
          <p:cNvPr id="2" name="Oval 1">
            <a:extLst>
              <a:ext uri="{FF2B5EF4-FFF2-40B4-BE49-F238E27FC236}">
                <a16:creationId xmlns:a16="http://schemas.microsoft.com/office/drawing/2014/main" id="{1D7E94F1-5323-3670-CEBE-14DB83B632CD}"/>
              </a:ext>
            </a:extLst>
          </p:cNvPr>
          <p:cNvSpPr/>
          <p:nvPr userDrawn="1"/>
        </p:nvSpPr>
        <p:spPr>
          <a:xfrm>
            <a:off x="6654232" y="712049"/>
            <a:ext cx="1530000" cy="153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3" name="Picture Placeholder 5">
            <a:extLst>
              <a:ext uri="{FF2B5EF4-FFF2-40B4-BE49-F238E27FC236}">
                <a16:creationId xmlns:a16="http://schemas.microsoft.com/office/drawing/2014/main" id="{9DD29695-26CE-9A98-21AC-EE3A3E653B98}"/>
              </a:ext>
            </a:extLst>
          </p:cNvPr>
          <p:cNvSpPr>
            <a:spLocks noGrp="1"/>
          </p:cNvSpPr>
          <p:nvPr>
            <p:ph type="pic" sz="quarter" idx="19"/>
          </p:nvPr>
        </p:nvSpPr>
        <p:spPr>
          <a:xfrm>
            <a:off x="6666139" y="724226"/>
            <a:ext cx="1504950" cy="1504950"/>
          </a:xfrm>
          <a:prstGeom prst="ellipse">
            <a:avLst/>
          </a:prstGeom>
          <a:noFill/>
        </p:spPr>
        <p:txBody>
          <a:bodyPr/>
          <a:lstStyle>
            <a:lvl1pPr>
              <a:defRPr/>
            </a:lvl1pPr>
          </a:lstStyle>
          <a:p>
            <a:r>
              <a:t>Click icon to add picture</a:t>
            </a:r>
            <a:endParaRPr dirty="0"/>
          </a:p>
        </p:txBody>
      </p:sp>
      <p:sp>
        <p:nvSpPr>
          <p:cNvPr id="11" name="TextBox 10">
            <a:extLst>
              <a:ext uri="{FF2B5EF4-FFF2-40B4-BE49-F238E27FC236}">
                <a16:creationId xmlns:a16="http://schemas.microsoft.com/office/drawing/2014/main" id="{92689214-3E85-3DC8-2AF3-9F3CAF9BC8DB}"/>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15" name="Hexagon 34">
            <a:extLst>
              <a:ext uri="{FF2B5EF4-FFF2-40B4-BE49-F238E27FC236}">
                <a16:creationId xmlns:a16="http://schemas.microsoft.com/office/drawing/2014/main" id="{54F96F5A-8DF6-1D10-0CC3-ED3D0E44F8CC}"/>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6" name="Group 15">
            <a:extLst>
              <a:ext uri="{FF2B5EF4-FFF2-40B4-BE49-F238E27FC236}">
                <a16:creationId xmlns:a16="http://schemas.microsoft.com/office/drawing/2014/main" id="{EEF2AC17-121A-33F4-0532-33FA6F8D807B}"/>
              </a:ext>
            </a:extLst>
          </p:cNvPr>
          <p:cNvGrpSpPr/>
          <p:nvPr userDrawn="1"/>
        </p:nvGrpSpPr>
        <p:grpSpPr>
          <a:xfrm>
            <a:off x="-3295214" y="-1132958"/>
            <a:ext cx="1548392" cy="442988"/>
            <a:chOff x="-3411790" y="-1707010"/>
            <a:chExt cx="1548392" cy="442988"/>
          </a:xfrm>
        </p:grpSpPr>
        <p:sp>
          <p:nvSpPr>
            <p:cNvPr id="17" name="Hexagon 34">
              <a:extLst>
                <a:ext uri="{FF2B5EF4-FFF2-40B4-BE49-F238E27FC236}">
                  <a16:creationId xmlns:a16="http://schemas.microsoft.com/office/drawing/2014/main" id="{EBCB9A27-6494-F50D-02BD-20967784EC90}"/>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9" name="Hexagon 34">
              <a:extLst>
                <a:ext uri="{FF2B5EF4-FFF2-40B4-BE49-F238E27FC236}">
                  <a16:creationId xmlns:a16="http://schemas.microsoft.com/office/drawing/2014/main" id="{585A308A-8772-E560-B1FE-87810B1F8083}"/>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Hexagon 34">
              <a:extLst>
                <a:ext uri="{FF2B5EF4-FFF2-40B4-BE49-F238E27FC236}">
                  <a16:creationId xmlns:a16="http://schemas.microsoft.com/office/drawing/2014/main" id="{FA33B8FD-BFB9-01F7-EBC1-84F1B24D495C}"/>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1" name="TextBox 20">
            <a:extLst>
              <a:ext uri="{FF2B5EF4-FFF2-40B4-BE49-F238E27FC236}">
                <a16:creationId xmlns:a16="http://schemas.microsoft.com/office/drawing/2014/main" id="{5A758E87-9C06-EC07-D66C-EA87FF5E86EE}"/>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22" name="Hexagon 34">
            <a:extLst>
              <a:ext uri="{FF2B5EF4-FFF2-40B4-BE49-F238E27FC236}">
                <a16:creationId xmlns:a16="http://schemas.microsoft.com/office/drawing/2014/main" id="{DF182A02-2E6F-7BAC-F77F-5D1167F7E9AA}"/>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24" name="Group 23">
            <a:extLst>
              <a:ext uri="{FF2B5EF4-FFF2-40B4-BE49-F238E27FC236}">
                <a16:creationId xmlns:a16="http://schemas.microsoft.com/office/drawing/2014/main" id="{742590C3-7E50-4DFB-24E8-923665B126C4}"/>
              </a:ext>
            </a:extLst>
          </p:cNvPr>
          <p:cNvGrpSpPr/>
          <p:nvPr userDrawn="1"/>
        </p:nvGrpSpPr>
        <p:grpSpPr>
          <a:xfrm>
            <a:off x="-3291571" y="1977900"/>
            <a:ext cx="1582363" cy="442988"/>
            <a:chOff x="-3567586" y="1544252"/>
            <a:chExt cx="1582363" cy="442988"/>
          </a:xfrm>
        </p:grpSpPr>
        <p:sp>
          <p:nvSpPr>
            <p:cNvPr id="25" name="Hexagon 34">
              <a:extLst>
                <a:ext uri="{FF2B5EF4-FFF2-40B4-BE49-F238E27FC236}">
                  <a16:creationId xmlns:a16="http://schemas.microsoft.com/office/drawing/2014/main" id="{9F4E0595-1633-5E4E-7D03-2C6555835A16}"/>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6" name="Hexagon 34">
              <a:extLst>
                <a:ext uri="{FF2B5EF4-FFF2-40B4-BE49-F238E27FC236}">
                  <a16:creationId xmlns:a16="http://schemas.microsoft.com/office/drawing/2014/main" id="{04D09A84-97DF-CF6B-52AF-A9C8493ADC6B}"/>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7" name="Hexagon 34">
              <a:extLst>
                <a:ext uri="{FF2B5EF4-FFF2-40B4-BE49-F238E27FC236}">
                  <a16:creationId xmlns:a16="http://schemas.microsoft.com/office/drawing/2014/main" id="{E44692F7-C708-7798-04B6-FC956F35716A}"/>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29" name="Group 28">
            <a:extLst>
              <a:ext uri="{FF2B5EF4-FFF2-40B4-BE49-F238E27FC236}">
                <a16:creationId xmlns:a16="http://schemas.microsoft.com/office/drawing/2014/main" id="{F438BF98-6339-15CC-2A69-1488079E79F9}"/>
              </a:ext>
            </a:extLst>
          </p:cNvPr>
          <p:cNvGrpSpPr/>
          <p:nvPr userDrawn="1"/>
        </p:nvGrpSpPr>
        <p:grpSpPr>
          <a:xfrm>
            <a:off x="-3286877" y="2449354"/>
            <a:ext cx="2087091" cy="442988"/>
            <a:chOff x="-4115294" y="1029294"/>
            <a:chExt cx="2087091" cy="442988"/>
          </a:xfrm>
          <a:solidFill>
            <a:srgbClr val="B9B414"/>
          </a:solidFill>
        </p:grpSpPr>
        <p:sp>
          <p:nvSpPr>
            <p:cNvPr id="30" name="Hexagon 34">
              <a:extLst>
                <a:ext uri="{FF2B5EF4-FFF2-40B4-BE49-F238E27FC236}">
                  <a16:creationId xmlns:a16="http://schemas.microsoft.com/office/drawing/2014/main" id="{BEC87AC5-EFC7-8881-5591-475C2F48D553}"/>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33" name="Hexagon 34">
              <a:extLst>
                <a:ext uri="{FF2B5EF4-FFF2-40B4-BE49-F238E27FC236}">
                  <a16:creationId xmlns:a16="http://schemas.microsoft.com/office/drawing/2014/main" id="{162BBDD2-6C95-31C0-98B6-637C9D0E60FB}"/>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5" name="Hexagon 34">
              <a:extLst>
                <a:ext uri="{FF2B5EF4-FFF2-40B4-BE49-F238E27FC236}">
                  <a16:creationId xmlns:a16="http://schemas.microsoft.com/office/drawing/2014/main" id="{B6D014E2-D537-A8FA-4990-C9BD825550FE}"/>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6" name="Hexagon 34">
              <a:extLst>
                <a:ext uri="{FF2B5EF4-FFF2-40B4-BE49-F238E27FC236}">
                  <a16:creationId xmlns:a16="http://schemas.microsoft.com/office/drawing/2014/main" id="{38753B4E-43D0-CA6A-060B-235CAF678F63}"/>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2" name="Group 81">
            <a:extLst>
              <a:ext uri="{FF2B5EF4-FFF2-40B4-BE49-F238E27FC236}">
                <a16:creationId xmlns:a16="http://schemas.microsoft.com/office/drawing/2014/main" id="{DFBE55F7-BAD6-FA9D-AE9E-F68EFA48C5CE}"/>
              </a:ext>
            </a:extLst>
          </p:cNvPr>
          <p:cNvGrpSpPr/>
          <p:nvPr userDrawn="1"/>
        </p:nvGrpSpPr>
        <p:grpSpPr>
          <a:xfrm>
            <a:off x="-3286877" y="2952848"/>
            <a:ext cx="2058063" cy="442988"/>
            <a:chOff x="-4115294" y="1029294"/>
            <a:chExt cx="2058063" cy="442988"/>
          </a:xfrm>
          <a:solidFill>
            <a:srgbClr val="D70F3C"/>
          </a:solidFill>
        </p:grpSpPr>
        <p:sp>
          <p:nvSpPr>
            <p:cNvPr id="83" name="Hexagon 34">
              <a:extLst>
                <a:ext uri="{FF2B5EF4-FFF2-40B4-BE49-F238E27FC236}">
                  <a16:creationId xmlns:a16="http://schemas.microsoft.com/office/drawing/2014/main" id="{B9A29552-D18A-68BA-466B-0EC3D0C85D3D}"/>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4" name="Hexagon 34">
              <a:extLst>
                <a:ext uri="{FF2B5EF4-FFF2-40B4-BE49-F238E27FC236}">
                  <a16:creationId xmlns:a16="http://schemas.microsoft.com/office/drawing/2014/main" id="{4F16EA4E-C00B-0063-A92A-470F2646E8E8}"/>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5" name="Hexagon 34">
              <a:extLst>
                <a:ext uri="{FF2B5EF4-FFF2-40B4-BE49-F238E27FC236}">
                  <a16:creationId xmlns:a16="http://schemas.microsoft.com/office/drawing/2014/main" id="{8DDA57B6-E630-D24F-D25A-3A58B63006DF}"/>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6" name="Hexagon 34">
              <a:extLst>
                <a:ext uri="{FF2B5EF4-FFF2-40B4-BE49-F238E27FC236}">
                  <a16:creationId xmlns:a16="http://schemas.microsoft.com/office/drawing/2014/main" id="{4B46CBA2-E482-52BF-D699-5045F5513D02}"/>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87" name="Hexagon 34">
            <a:extLst>
              <a:ext uri="{FF2B5EF4-FFF2-40B4-BE49-F238E27FC236}">
                <a16:creationId xmlns:a16="http://schemas.microsoft.com/office/drawing/2014/main" id="{5A29A4FE-E49A-775F-4558-4BFCBECCDD5C}"/>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88" name="Group 87">
            <a:extLst>
              <a:ext uri="{FF2B5EF4-FFF2-40B4-BE49-F238E27FC236}">
                <a16:creationId xmlns:a16="http://schemas.microsoft.com/office/drawing/2014/main" id="{306BA193-D933-4309-64AB-5C4F7412A3E3}"/>
              </a:ext>
            </a:extLst>
          </p:cNvPr>
          <p:cNvGrpSpPr/>
          <p:nvPr userDrawn="1"/>
        </p:nvGrpSpPr>
        <p:grpSpPr>
          <a:xfrm>
            <a:off x="-3266531" y="5099698"/>
            <a:ext cx="1526931" cy="442988"/>
            <a:chOff x="-3425632" y="4294521"/>
            <a:chExt cx="1526931" cy="442988"/>
          </a:xfrm>
        </p:grpSpPr>
        <p:sp>
          <p:nvSpPr>
            <p:cNvPr id="89" name="Hexagon 34">
              <a:extLst>
                <a:ext uri="{FF2B5EF4-FFF2-40B4-BE49-F238E27FC236}">
                  <a16:creationId xmlns:a16="http://schemas.microsoft.com/office/drawing/2014/main" id="{1A5B5F0A-D3B1-16A8-3CF3-3496CFCD862B}"/>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0" name="Hexagon 34">
              <a:extLst>
                <a:ext uri="{FF2B5EF4-FFF2-40B4-BE49-F238E27FC236}">
                  <a16:creationId xmlns:a16="http://schemas.microsoft.com/office/drawing/2014/main" id="{9ED76182-8B99-F2E2-C0DF-7E669B8951F9}"/>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1" name="Hexagon 34">
              <a:extLst>
                <a:ext uri="{FF2B5EF4-FFF2-40B4-BE49-F238E27FC236}">
                  <a16:creationId xmlns:a16="http://schemas.microsoft.com/office/drawing/2014/main" id="{8CFB6B88-FEE7-829B-EC39-7E7A60C80034}"/>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92" name="Group 91">
            <a:extLst>
              <a:ext uri="{FF2B5EF4-FFF2-40B4-BE49-F238E27FC236}">
                <a16:creationId xmlns:a16="http://schemas.microsoft.com/office/drawing/2014/main" id="{B7EEAA91-92BE-2CFE-9282-E9179AB95120}"/>
              </a:ext>
            </a:extLst>
          </p:cNvPr>
          <p:cNvGrpSpPr/>
          <p:nvPr userDrawn="1"/>
        </p:nvGrpSpPr>
        <p:grpSpPr>
          <a:xfrm>
            <a:off x="-3286877" y="5596852"/>
            <a:ext cx="1511027" cy="436914"/>
            <a:chOff x="-4115294" y="5524844"/>
            <a:chExt cx="1511027" cy="436914"/>
          </a:xfrm>
        </p:grpSpPr>
        <p:sp>
          <p:nvSpPr>
            <p:cNvPr id="93" name="Hexagon 34">
              <a:extLst>
                <a:ext uri="{FF2B5EF4-FFF2-40B4-BE49-F238E27FC236}">
                  <a16:creationId xmlns:a16="http://schemas.microsoft.com/office/drawing/2014/main" id="{90CF8A1A-0B10-2F67-8D4A-4F90597EC002}"/>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4" name="Hexagon 34">
              <a:extLst>
                <a:ext uri="{FF2B5EF4-FFF2-40B4-BE49-F238E27FC236}">
                  <a16:creationId xmlns:a16="http://schemas.microsoft.com/office/drawing/2014/main" id="{E777B746-0558-DA32-53E1-49E6C5E81485}"/>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5" name="Hexagon 34">
              <a:extLst>
                <a:ext uri="{FF2B5EF4-FFF2-40B4-BE49-F238E27FC236}">
                  <a16:creationId xmlns:a16="http://schemas.microsoft.com/office/drawing/2014/main" id="{437FF7B5-7414-BF2D-7C59-C243981D7FF8}"/>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96" name="Group 95">
            <a:extLst>
              <a:ext uri="{FF2B5EF4-FFF2-40B4-BE49-F238E27FC236}">
                <a16:creationId xmlns:a16="http://schemas.microsoft.com/office/drawing/2014/main" id="{20C6947F-4D8D-53FE-5655-3538C82E695C}"/>
              </a:ext>
            </a:extLst>
          </p:cNvPr>
          <p:cNvGrpSpPr/>
          <p:nvPr userDrawn="1"/>
        </p:nvGrpSpPr>
        <p:grpSpPr>
          <a:xfrm>
            <a:off x="-3286877" y="6087932"/>
            <a:ext cx="1517905" cy="447214"/>
            <a:chOff x="-4115294" y="6015924"/>
            <a:chExt cx="1517905" cy="447214"/>
          </a:xfrm>
        </p:grpSpPr>
        <p:sp>
          <p:nvSpPr>
            <p:cNvPr id="97" name="Hexagon 34">
              <a:extLst>
                <a:ext uri="{FF2B5EF4-FFF2-40B4-BE49-F238E27FC236}">
                  <a16:creationId xmlns:a16="http://schemas.microsoft.com/office/drawing/2014/main" id="{467B7471-FDE4-AACA-5915-C575C41D9297}"/>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8" name="Group 97">
              <a:extLst>
                <a:ext uri="{FF2B5EF4-FFF2-40B4-BE49-F238E27FC236}">
                  <a16:creationId xmlns:a16="http://schemas.microsoft.com/office/drawing/2014/main" id="{A3E21705-3D25-ED02-17C1-EF1EF80E2FB3}"/>
                </a:ext>
              </a:extLst>
            </p:cNvPr>
            <p:cNvGrpSpPr/>
            <p:nvPr userDrawn="1"/>
          </p:nvGrpSpPr>
          <p:grpSpPr>
            <a:xfrm>
              <a:off x="-3603689" y="6015924"/>
              <a:ext cx="1006300" cy="436914"/>
              <a:chOff x="-4129137" y="5622699"/>
              <a:chExt cx="1006300" cy="436914"/>
            </a:xfrm>
          </p:grpSpPr>
          <p:sp>
            <p:nvSpPr>
              <p:cNvPr id="99" name="Hexagon 34">
                <a:extLst>
                  <a:ext uri="{FF2B5EF4-FFF2-40B4-BE49-F238E27FC236}">
                    <a16:creationId xmlns:a16="http://schemas.microsoft.com/office/drawing/2014/main" id="{7F79038F-8511-C173-6F1C-53A7CD252470}"/>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0" name="Hexagon 34">
                <a:extLst>
                  <a:ext uri="{FF2B5EF4-FFF2-40B4-BE49-F238E27FC236}">
                    <a16:creationId xmlns:a16="http://schemas.microsoft.com/office/drawing/2014/main" id="{542F856F-3A79-4F8E-79B1-8BE62F172047}"/>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101" name="TextBox 100">
            <a:extLst>
              <a:ext uri="{FF2B5EF4-FFF2-40B4-BE49-F238E27FC236}">
                <a16:creationId xmlns:a16="http://schemas.microsoft.com/office/drawing/2014/main" id="{DE35A940-379E-DBA7-F969-5F7EEF02CBBA}"/>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102" name="Group 101">
            <a:extLst>
              <a:ext uri="{FF2B5EF4-FFF2-40B4-BE49-F238E27FC236}">
                <a16:creationId xmlns:a16="http://schemas.microsoft.com/office/drawing/2014/main" id="{527C9731-6EC3-37CD-B683-F426FD8031C1}"/>
              </a:ext>
            </a:extLst>
          </p:cNvPr>
          <p:cNvGrpSpPr/>
          <p:nvPr userDrawn="1"/>
        </p:nvGrpSpPr>
        <p:grpSpPr>
          <a:xfrm>
            <a:off x="-3241629" y="7317432"/>
            <a:ext cx="1546813" cy="436914"/>
            <a:chOff x="-4129137" y="6934996"/>
            <a:chExt cx="1546813" cy="436914"/>
          </a:xfrm>
        </p:grpSpPr>
        <p:sp>
          <p:nvSpPr>
            <p:cNvPr id="103" name="Hexagon 34">
              <a:extLst>
                <a:ext uri="{FF2B5EF4-FFF2-40B4-BE49-F238E27FC236}">
                  <a16:creationId xmlns:a16="http://schemas.microsoft.com/office/drawing/2014/main" id="{4D892DEC-AD7D-FA71-C727-D57E4D13BCD6}"/>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04" name="Group 103">
              <a:extLst>
                <a:ext uri="{FF2B5EF4-FFF2-40B4-BE49-F238E27FC236}">
                  <a16:creationId xmlns:a16="http://schemas.microsoft.com/office/drawing/2014/main" id="{05FAECDA-C4CB-190F-F162-8665EB9E84A2}"/>
                </a:ext>
              </a:extLst>
            </p:cNvPr>
            <p:cNvGrpSpPr/>
            <p:nvPr userDrawn="1"/>
          </p:nvGrpSpPr>
          <p:grpSpPr>
            <a:xfrm>
              <a:off x="-4129137" y="6934996"/>
              <a:ext cx="1546813" cy="436914"/>
              <a:chOff x="-4129137" y="6934996"/>
              <a:chExt cx="1546813" cy="436914"/>
            </a:xfrm>
          </p:grpSpPr>
          <p:sp>
            <p:nvSpPr>
              <p:cNvPr id="105" name="Hexagon 34">
                <a:extLst>
                  <a:ext uri="{FF2B5EF4-FFF2-40B4-BE49-F238E27FC236}">
                    <a16:creationId xmlns:a16="http://schemas.microsoft.com/office/drawing/2014/main" id="{F6E20E16-4EA3-C9F0-5359-F1BB4FE04FE2}"/>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6" name="Hexagon 34">
                <a:extLst>
                  <a:ext uri="{FF2B5EF4-FFF2-40B4-BE49-F238E27FC236}">
                    <a16:creationId xmlns:a16="http://schemas.microsoft.com/office/drawing/2014/main" id="{4042F9BA-5733-D9E5-745A-CD0A485F910D}"/>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107" name="TextBox 106">
            <a:extLst>
              <a:ext uri="{FF2B5EF4-FFF2-40B4-BE49-F238E27FC236}">
                <a16:creationId xmlns:a16="http://schemas.microsoft.com/office/drawing/2014/main" id="{1E00A657-A29E-42F4-D109-370CDE0A4BE8}"/>
              </a:ext>
            </a:extLst>
          </p:cNvPr>
          <p:cNvSpPr txBox="1"/>
          <p:nvPr userDrawn="1"/>
        </p:nvSpPr>
        <p:spPr>
          <a:xfrm>
            <a:off x="9737" y="-1488180"/>
            <a:ext cx="12189024" cy="1354217"/>
          </a:xfrm>
          <a:prstGeom prst="rect">
            <a:avLst/>
          </a:prstGeom>
          <a:solidFill>
            <a:srgbClr val="FFFF00"/>
          </a:solidFill>
        </p:spPr>
        <p:txBody>
          <a:bodyPr wrap="square" rtlCol="0">
            <a:spAutoFit/>
          </a:bodyPr>
          <a:lstStyle/>
          <a:p>
            <a:r>
              <a:rPr b="1" noProof="0"/>
              <a:t>Change Slide Color</a:t>
            </a:r>
            <a:r>
              <a:rPr noProof="0"/>
              <a:t>:</a:t>
            </a:r>
          </a:p>
          <a:p>
            <a:endParaRPr sz="1600" noProof="0" dirty="0"/>
          </a:p>
          <a:p>
            <a:pPr marL="342900" indent="-342900">
              <a:buAutoNum type="arabicPeriod"/>
            </a:pPr>
            <a:r>
              <a:rPr sz="1600" noProof="0" dirty="0"/>
              <a:t>Right click the slide</a:t>
            </a:r>
          </a:p>
          <a:p>
            <a:pPr marL="342900" indent="-342900">
              <a:buAutoNum type="arabicPeriod"/>
            </a:pPr>
            <a:r>
              <a:rPr sz="1600" noProof="0" dirty="0"/>
              <a:t>Select «</a:t>
            </a:r>
            <a:r>
              <a:rPr sz="1600" b="1" noProof="0" dirty="0"/>
              <a:t>format background»</a:t>
            </a:r>
            <a:endParaRPr sz="1600" noProof="0" dirty="0"/>
          </a:p>
          <a:p>
            <a:pPr marL="342900" indent="-342900">
              <a:buAutoNum type="arabicPeriod"/>
            </a:pPr>
            <a:r>
              <a:rPr sz="1600" noProof="0" dirty="0"/>
              <a:t>Select the </a:t>
            </a:r>
            <a:r>
              <a:rPr sz="1600" b="1" noProof="0" dirty="0"/>
              <a:t>«Color» </a:t>
            </a:r>
            <a:r>
              <a:rPr sz="1600" noProof="0" dirty="0"/>
              <a:t>function and use the </a:t>
            </a:r>
            <a:r>
              <a:rPr sz="1600" b="1" noProof="0" dirty="0"/>
              <a:t>eyedropper tool </a:t>
            </a:r>
            <a:r>
              <a:rPr sz="1600" noProof="0" dirty="0"/>
              <a:t>to select your preferred color from the color palette on the left side</a:t>
            </a:r>
          </a:p>
        </p:txBody>
      </p:sp>
      <p:grpSp>
        <p:nvGrpSpPr>
          <p:cNvPr id="108" name="Group 107">
            <a:extLst>
              <a:ext uri="{FF2B5EF4-FFF2-40B4-BE49-F238E27FC236}">
                <a16:creationId xmlns:a16="http://schemas.microsoft.com/office/drawing/2014/main" id="{697542E7-971D-05D8-A3F1-C882433BD15E}"/>
              </a:ext>
            </a:extLst>
          </p:cNvPr>
          <p:cNvGrpSpPr/>
          <p:nvPr userDrawn="1"/>
        </p:nvGrpSpPr>
        <p:grpSpPr>
          <a:xfrm>
            <a:off x="-3304566" y="-618524"/>
            <a:ext cx="1989792" cy="442988"/>
            <a:chOff x="-4115294" y="1029294"/>
            <a:chExt cx="1989792" cy="442988"/>
          </a:xfrm>
        </p:grpSpPr>
        <p:sp>
          <p:nvSpPr>
            <p:cNvPr id="109" name="Hexagon 34">
              <a:extLst>
                <a:ext uri="{FF2B5EF4-FFF2-40B4-BE49-F238E27FC236}">
                  <a16:creationId xmlns:a16="http://schemas.microsoft.com/office/drawing/2014/main" id="{4BD805AF-1774-9A60-E787-5A5950E3B447}"/>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0" name="Hexagon 34">
              <a:extLst>
                <a:ext uri="{FF2B5EF4-FFF2-40B4-BE49-F238E27FC236}">
                  <a16:creationId xmlns:a16="http://schemas.microsoft.com/office/drawing/2014/main" id="{87B48787-97DA-764E-C6C8-326C635B60D2}"/>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1" name="Hexagon 34">
              <a:extLst>
                <a:ext uri="{FF2B5EF4-FFF2-40B4-BE49-F238E27FC236}">
                  <a16:creationId xmlns:a16="http://schemas.microsoft.com/office/drawing/2014/main" id="{C7E59FC5-215A-3450-C5F3-3D4AF23CC2FD}"/>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2" name="Hexagon 34">
              <a:extLst>
                <a:ext uri="{FF2B5EF4-FFF2-40B4-BE49-F238E27FC236}">
                  <a16:creationId xmlns:a16="http://schemas.microsoft.com/office/drawing/2014/main" id="{56131F9B-1A79-A021-CA1B-9B93EBC47623}"/>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13" name="Group 112">
            <a:extLst>
              <a:ext uri="{FF2B5EF4-FFF2-40B4-BE49-F238E27FC236}">
                <a16:creationId xmlns:a16="http://schemas.microsoft.com/office/drawing/2014/main" id="{5EB72555-F4EE-CBF5-2498-0FD518B8CFFC}"/>
              </a:ext>
            </a:extLst>
          </p:cNvPr>
          <p:cNvGrpSpPr/>
          <p:nvPr userDrawn="1"/>
        </p:nvGrpSpPr>
        <p:grpSpPr>
          <a:xfrm>
            <a:off x="-3304743" y="-114468"/>
            <a:ext cx="1557921" cy="436914"/>
            <a:chOff x="-4115294" y="1029294"/>
            <a:chExt cx="1557921" cy="436914"/>
          </a:xfrm>
        </p:grpSpPr>
        <p:sp>
          <p:nvSpPr>
            <p:cNvPr id="114" name="Hexagon 34">
              <a:extLst>
                <a:ext uri="{FF2B5EF4-FFF2-40B4-BE49-F238E27FC236}">
                  <a16:creationId xmlns:a16="http://schemas.microsoft.com/office/drawing/2014/main" id="{287947CB-FDA7-27A2-B319-A1D3192DAB9A}"/>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5" name="Hexagon 34">
              <a:extLst>
                <a:ext uri="{FF2B5EF4-FFF2-40B4-BE49-F238E27FC236}">
                  <a16:creationId xmlns:a16="http://schemas.microsoft.com/office/drawing/2014/main" id="{F7F562D7-7ADC-6B4C-9793-128B1D27AB2E}"/>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6" name="Hexagon 34">
              <a:extLst>
                <a:ext uri="{FF2B5EF4-FFF2-40B4-BE49-F238E27FC236}">
                  <a16:creationId xmlns:a16="http://schemas.microsoft.com/office/drawing/2014/main" id="{28378809-11DD-B200-281F-71B90EE4694D}"/>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17" name="TextBox 116">
            <a:extLst>
              <a:ext uri="{FF2B5EF4-FFF2-40B4-BE49-F238E27FC236}">
                <a16:creationId xmlns:a16="http://schemas.microsoft.com/office/drawing/2014/main" id="{A3ED56A4-F59B-55C0-12F3-ACDCEFEDD8BE}"/>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8" name="Right Brace 117">
            <a:extLst>
              <a:ext uri="{FF2B5EF4-FFF2-40B4-BE49-F238E27FC236}">
                <a16:creationId xmlns:a16="http://schemas.microsoft.com/office/drawing/2014/main" id="{49ED757F-669E-1091-C929-6168EC10A477}"/>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TextBox 118">
            <a:extLst>
              <a:ext uri="{FF2B5EF4-FFF2-40B4-BE49-F238E27FC236}">
                <a16:creationId xmlns:a16="http://schemas.microsoft.com/office/drawing/2014/main" id="{C5F5BC0E-8713-270C-5365-DD826A5F4DB5}"/>
              </a:ext>
            </a:extLst>
          </p:cNvPr>
          <p:cNvSpPr txBox="1"/>
          <p:nvPr userDrawn="1"/>
        </p:nvSpPr>
        <p:spPr>
          <a:xfrm rot="16200000">
            <a:off x="-1135312" y="2522884"/>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20" name="TextBox 119">
            <a:extLst>
              <a:ext uri="{FF2B5EF4-FFF2-40B4-BE49-F238E27FC236}">
                <a16:creationId xmlns:a16="http://schemas.microsoft.com/office/drawing/2014/main" id="{FA090179-E53A-9C59-F365-12A4607427EC}"/>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21" name="Right Brace 120">
            <a:extLst>
              <a:ext uri="{FF2B5EF4-FFF2-40B4-BE49-F238E27FC236}">
                <a16:creationId xmlns:a16="http://schemas.microsoft.com/office/drawing/2014/main" id="{4A104BDD-FB37-5AE9-35E8-2803D5E8ED0E}"/>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2" name="TextBox 121">
            <a:extLst>
              <a:ext uri="{FF2B5EF4-FFF2-40B4-BE49-F238E27FC236}">
                <a16:creationId xmlns:a16="http://schemas.microsoft.com/office/drawing/2014/main" id="{53E39883-EA55-6CFB-ECC1-5B1725DB12FA}"/>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23" name="Right Brace 122">
            <a:extLst>
              <a:ext uri="{FF2B5EF4-FFF2-40B4-BE49-F238E27FC236}">
                <a16:creationId xmlns:a16="http://schemas.microsoft.com/office/drawing/2014/main" id="{94448023-B85A-4BF7-42C1-089F25A3052B}"/>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4" name="TextBox 123">
            <a:extLst>
              <a:ext uri="{FF2B5EF4-FFF2-40B4-BE49-F238E27FC236}">
                <a16:creationId xmlns:a16="http://schemas.microsoft.com/office/drawing/2014/main" id="{F7E00D24-7439-A5AF-216D-CD16B08A7F6A}"/>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25" name="Right Brace 124">
            <a:extLst>
              <a:ext uri="{FF2B5EF4-FFF2-40B4-BE49-F238E27FC236}">
                <a16:creationId xmlns:a16="http://schemas.microsoft.com/office/drawing/2014/main" id="{9371B270-90AD-B152-76D4-6810ED4079D9}"/>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6" name="Right Brace 125">
            <a:extLst>
              <a:ext uri="{FF2B5EF4-FFF2-40B4-BE49-F238E27FC236}">
                <a16:creationId xmlns:a16="http://schemas.microsoft.com/office/drawing/2014/main" id="{F76B9348-805C-953A-E2A3-8272EF3A9E89}"/>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7" name="Right Brace 126">
            <a:extLst>
              <a:ext uri="{FF2B5EF4-FFF2-40B4-BE49-F238E27FC236}">
                <a16:creationId xmlns:a16="http://schemas.microsoft.com/office/drawing/2014/main" id="{19C636D2-9DE5-C4D4-02DD-63D53F2228FF}"/>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28" name="TextBox 127">
            <a:extLst>
              <a:ext uri="{FF2B5EF4-FFF2-40B4-BE49-F238E27FC236}">
                <a16:creationId xmlns:a16="http://schemas.microsoft.com/office/drawing/2014/main" id="{12DC3DBD-8C20-EF04-40E3-8EFDF04F6C9E}"/>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sp>
        <p:nvSpPr>
          <p:cNvPr id="129" name="TextBox 128">
            <a:extLst>
              <a:ext uri="{FF2B5EF4-FFF2-40B4-BE49-F238E27FC236}">
                <a16:creationId xmlns:a16="http://schemas.microsoft.com/office/drawing/2014/main" id="{CB3D9D0B-317B-CC2F-9A77-8013401BCFD1}"/>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pic>
        <p:nvPicPr>
          <p:cNvPr id="37" name="Graphic 36">
            <a:extLst>
              <a:ext uri="{FF2B5EF4-FFF2-40B4-BE49-F238E27FC236}">
                <a16:creationId xmlns:a16="http://schemas.microsoft.com/office/drawing/2014/main" id="{F4691AFA-D7A9-91E1-94D3-C87E721C9EA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371076283"/>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CC167286-4119-7215-AD72-3559B6438845}"/>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pic>
        <p:nvPicPr>
          <p:cNvPr id="4" name="Image 3">
            <a:extLst>
              <a:ext uri="{FF2B5EF4-FFF2-40B4-BE49-F238E27FC236}">
                <a16:creationId xmlns:a16="http://schemas.microsoft.com/office/drawing/2014/main" id="{A952FE70-FC7E-A05D-F1CC-B5DD1F5B0B2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13" name="Text Placeholder 11">
            <a:extLst>
              <a:ext uri="{FF2B5EF4-FFF2-40B4-BE49-F238E27FC236}">
                <a16:creationId xmlns:a16="http://schemas.microsoft.com/office/drawing/2014/main" id="{1ED70CCD-4DD0-0CD1-530C-12C63E99184D}"/>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sp>
        <p:nvSpPr>
          <p:cNvPr id="9" name="Title 8">
            <a:extLst>
              <a:ext uri="{FF2B5EF4-FFF2-40B4-BE49-F238E27FC236}">
                <a16:creationId xmlns:a16="http://schemas.microsoft.com/office/drawing/2014/main" id="{2F4BBB2A-4BF2-E457-A958-766326127EB5}"/>
              </a:ext>
            </a:extLst>
          </p:cNvPr>
          <p:cNvSpPr>
            <a:spLocks noGrp="1"/>
          </p:cNvSpPr>
          <p:nvPr>
            <p:ph type="title" hasCustomPrompt="1"/>
          </p:nvPr>
        </p:nvSpPr>
        <p:spPr>
          <a:xfrm>
            <a:off x="838200" y="365125"/>
            <a:ext cx="10515600" cy="1325563"/>
          </a:xfrm>
          <a:prstGeom prst="rect">
            <a:avLst/>
          </a:prstGeom>
        </p:spPr>
        <p:txBody>
          <a:bodyPr/>
          <a:lstStyle>
            <a:lvl1pPr>
              <a:defRPr sz="3200">
                <a:latin typeface="Verdana" pitchFamily="2" charset="0"/>
              </a:defRPr>
            </a:lvl1pPr>
          </a:lstStyle>
          <a:p>
            <a:pPr algn="l"/>
            <a:r>
              <a:rPr dirty="0"/>
              <a:t>Agenda</a:t>
            </a:r>
          </a:p>
        </p:txBody>
      </p:sp>
      <p:sp>
        <p:nvSpPr>
          <p:cNvPr id="11" name="Text Placeholder 10">
            <a:extLst>
              <a:ext uri="{FF2B5EF4-FFF2-40B4-BE49-F238E27FC236}">
                <a16:creationId xmlns:a16="http://schemas.microsoft.com/office/drawing/2014/main" id="{09B3C910-2A7D-BF8C-4D8C-DE0971B6B539}"/>
              </a:ext>
            </a:extLst>
          </p:cNvPr>
          <p:cNvSpPr>
            <a:spLocks noGrp="1"/>
          </p:cNvSpPr>
          <p:nvPr>
            <p:ph type="body" sz="quarter" idx="18" hasCustomPrompt="1"/>
          </p:nvPr>
        </p:nvSpPr>
        <p:spPr>
          <a:xfrm>
            <a:off x="838200" y="1989705"/>
            <a:ext cx="5257800" cy="3600450"/>
          </a:xfrm>
          <a:prstGeom prst="rect">
            <a:avLst/>
          </a:prstGeom>
        </p:spPr>
        <p:txBody>
          <a:bodyPr/>
          <a:lstStyle>
            <a:lvl1pPr marL="0" indent="0">
              <a:lnSpc>
                <a:spcPct val="150000"/>
              </a:lnSpc>
              <a:buNone/>
              <a:defRPr lang="en-US" sz="1600" b="0" i="0" kern="1200" baseline="0" dirty="0" smtClean="0">
                <a:solidFill>
                  <a:schemeClr val="tx2"/>
                </a:solidFill>
                <a:latin typeface="Verdana" pitchFamily="2" charset="0"/>
                <a:ea typeface="+mj-ea"/>
                <a:cs typeface="+mj-cs"/>
              </a:defRPr>
            </a:lvl1pPr>
            <a:lvl2pPr>
              <a:defRPr>
                <a:latin typeface="Verdana" pitchFamily="2" charset="0"/>
              </a:defRPr>
            </a:lvl2pPr>
            <a:lvl3pPr>
              <a:defRPr>
                <a:latin typeface="Verdana" pitchFamily="2" charset="0"/>
              </a:defRPr>
            </a:lvl3pPr>
            <a:lvl4pPr>
              <a:defRPr>
                <a:latin typeface="Verdana" pitchFamily="2" charset="0"/>
              </a:defRPr>
            </a:lvl4pPr>
            <a:lvl5pPr>
              <a:defRPr>
                <a:latin typeface="Verdana" pitchFamily="2" charset="0"/>
              </a:defRPr>
            </a:lvl5pPr>
          </a:lstStyle>
          <a:p>
            <a:pPr lvl="0"/>
            <a:r>
              <a:rPr dirty="0"/>
              <a:t>First Chapter</a:t>
            </a:r>
          </a:p>
          <a:p>
            <a:pPr lvl="0"/>
            <a:r>
              <a:rPr dirty="0"/>
              <a:t>Second Chapter</a:t>
            </a:r>
          </a:p>
          <a:p>
            <a:pPr lvl="0"/>
            <a:r>
              <a:rPr dirty="0"/>
              <a:t>Third Chapter</a:t>
            </a:r>
          </a:p>
          <a:p>
            <a:pPr lvl="0"/>
            <a:r>
              <a:rPr dirty="0"/>
              <a:t>Fourth Chapter</a:t>
            </a:r>
          </a:p>
        </p:txBody>
      </p:sp>
      <p:sp>
        <p:nvSpPr>
          <p:cNvPr id="14" name="Text Placeholder 10">
            <a:extLst>
              <a:ext uri="{FF2B5EF4-FFF2-40B4-BE49-F238E27FC236}">
                <a16:creationId xmlns:a16="http://schemas.microsoft.com/office/drawing/2014/main" id="{A4DDBF08-6F69-1BC7-BC49-75C55F32F897}"/>
              </a:ext>
            </a:extLst>
          </p:cNvPr>
          <p:cNvSpPr>
            <a:spLocks noGrp="1"/>
          </p:cNvSpPr>
          <p:nvPr>
            <p:ph type="body" sz="quarter" idx="19" hasCustomPrompt="1"/>
          </p:nvPr>
        </p:nvSpPr>
        <p:spPr>
          <a:xfrm>
            <a:off x="6096000" y="1989705"/>
            <a:ext cx="2592288" cy="3600450"/>
          </a:xfrm>
          <a:prstGeom prst="rect">
            <a:avLst/>
          </a:prstGeom>
        </p:spPr>
        <p:txBody>
          <a:bodyPr/>
          <a:lstStyle>
            <a:lvl1pPr marL="0" indent="0">
              <a:lnSpc>
                <a:spcPct val="150000"/>
              </a:lnSpc>
              <a:buNone/>
              <a:defRPr lang="en-US" sz="1600" b="0" i="0" kern="1200" baseline="0" dirty="0" smtClean="0">
                <a:solidFill>
                  <a:srgbClr val="53585F"/>
                </a:solidFill>
                <a:latin typeface="Verdana" pitchFamily="2" charset="0"/>
                <a:ea typeface="+mn-ea"/>
                <a:cs typeface="+mn-cs"/>
              </a:defRPr>
            </a:lvl1pPr>
            <a:lvl2pPr>
              <a:defRPr>
                <a:latin typeface="Verdana" pitchFamily="2" charset="0"/>
              </a:defRPr>
            </a:lvl2pPr>
            <a:lvl3pPr>
              <a:defRPr>
                <a:latin typeface="Verdana" pitchFamily="2" charset="0"/>
              </a:defRPr>
            </a:lvl3pPr>
            <a:lvl4pPr>
              <a:defRPr>
                <a:latin typeface="Verdana" pitchFamily="2" charset="0"/>
              </a:defRPr>
            </a:lvl4pPr>
            <a:lvl5pPr>
              <a:defRPr>
                <a:latin typeface="Verdana" pitchFamily="2" charset="0"/>
              </a:defRPr>
            </a:lvl5pPr>
          </a:lstStyle>
          <a:p>
            <a:pPr lvl="0"/>
            <a:r>
              <a:rPr dirty="0"/>
              <a:t>Speaker 1, Speaker 4</a:t>
            </a:r>
          </a:p>
          <a:p>
            <a:pPr lvl="0"/>
            <a:r>
              <a:rPr dirty="0"/>
              <a:t>Speaker 2</a:t>
            </a:r>
          </a:p>
          <a:p>
            <a:pPr lvl="0"/>
            <a:r>
              <a:rPr dirty="0"/>
              <a:t>Speaker 3, Speaker 2</a:t>
            </a:r>
          </a:p>
          <a:p>
            <a:pPr lvl="0"/>
            <a:r>
              <a:rPr dirty="0"/>
              <a:t>Speaker 4</a:t>
            </a:r>
          </a:p>
        </p:txBody>
      </p:sp>
      <p:sp>
        <p:nvSpPr>
          <p:cNvPr id="15" name="Text Placeholder 10">
            <a:extLst>
              <a:ext uri="{FF2B5EF4-FFF2-40B4-BE49-F238E27FC236}">
                <a16:creationId xmlns:a16="http://schemas.microsoft.com/office/drawing/2014/main" id="{B9838E76-A683-4936-D7F8-0BDFC0B6647A}"/>
              </a:ext>
            </a:extLst>
          </p:cNvPr>
          <p:cNvSpPr>
            <a:spLocks noGrp="1"/>
          </p:cNvSpPr>
          <p:nvPr>
            <p:ph type="body" sz="quarter" idx="20" hasCustomPrompt="1"/>
          </p:nvPr>
        </p:nvSpPr>
        <p:spPr>
          <a:xfrm>
            <a:off x="8761512" y="1982969"/>
            <a:ext cx="2592288" cy="3600450"/>
          </a:xfrm>
          <a:prstGeom prst="rect">
            <a:avLst/>
          </a:prstGeom>
        </p:spPr>
        <p:txBody>
          <a:bodyPr/>
          <a:lstStyle>
            <a:lvl1pPr marL="0" indent="0">
              <a:lnSpc>
                <a:spcPct val="150000"/>
              </a:lnSpc>
              <a:buNone/>
              <a:defRPr lang="en-US" sz="1600" b="0" i="0" kern="1200" baseline="0" dirty="0" smtClean="0">
                <a:solidFill>
                  <a:srgbClr val="53585F"/>
                </a:solidFill>
                <a:latin typeface="Verdana" pitchFamily="2" charset="0"/>
                <a:ea typeface="+mn-ea"/>
                <a:cs typeface="+mn-cs"/>
              </a:defRPr>
            </a:lvl1pPr>
            <a:lvl2pPr>
              <a:defRPr>
                <a:latin typeface="Verdana" pitchFamily="2" charset="0"/>
              </a:defRPr>
            </a:lvl2pPr>
            <a:lvl3pPr>
              <a:defRPr>
                <a:latin typeface="Verdana" pitchFamily="2" charset="0"/>
              </a:defRPr>
            </a:lvl3pPr>
            <a:lvl4pPr>
              <a:defRPr>
                <a:latin typeface="Verdana" pitchFamily="2" charset="0"/>
              </a:defRPr>
            </a:lvl4pPr>
            <a:lvl5pPr>
              <a:defRPr>
                <a:latin typeface="Verdana" pitchFamily="2" charset="0"/>
              </a:defRPr>
            </a:lvl5pPr>
          </a:lstStyle>
          <a:p>
            <a:pPr lvl="0"/>
            <a:r>
              <a:rPr dirty="0"/>
              <a:t>9:30 – 9:40</a:t>
            </a:r>
          </a:p>
          <a:p>
            <a:pPr lvl="0"/>
            <a:r>
              <a:rPr dirty="0"/>
              <a:t>9:40 – 10:00</a:t>
            </a:r>
          </a:p>
          <a:p>
            <a:pPr lvl="0"/>
            <a:r>
              <a:rPr dirty="0"/>
              <a:t>10:00 – 10:15</a:t>
            </a:r>
          </a:p>
          <a:p>
            <a:pPr lvl="0"/>
            <a:r>
              <a:rPr dirty="0"/>
              <a:t>10:15 – 10:30</a:t>
            </a:r>
          </a:p>
          <a:p>
            <a:pPr lvl="0"/>
            <a:endParaRPr dirty="0"/>
          </a:p>
        </p:txBody>
      </p:sp>
      <p:pic>
        <p:nvPicPr>
          <p:cNvPr id="2" name="Graphic 1">
            <a:extLst>
              <a:ext uri="{FF2B5EF4-FFF2-40B4-BE49-F238E27FC236}">
                <a16:creationId xmlns:a16="http://schemas.microsoft.com/office/drawing/2014/main" id="{AD3FD403-7770-264E-8403-1F8BE083AF8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11454253" y="6020593"/>
            <a:ext cx="990599" cy="227012"/>
          </a:xfrm>
          <a:prstGeom prst="rect">
            <a:avLst/>
          </a:prstGeom>
        </p:spPr>
      </p:pic>
      <p:sp>
        <p:nvSpPr>
          <p:cNvPr id="3" name="Footer Placeholder 4">
            <a:extLst>
              <a:ext uri="{FF2B5EF4-FFF2-40B4-BE49-F238E27FC236}">
                <a16:creationId xmlns:a16="http://schemas.microsoft.com/office/drawing/2014/main" id="{D5FE9436-86AF-F75C-E2D4-31CF4C8D8D73}"/>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263867211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_and_Contents_full_width">
    <p:spTree>
      <p:nvGrpSpPr>
        <p:cNvPr id="1" name=""/>
        <p:cNvGrpSpPr/>
        <p:nvPr/>
      </p:nvGrpSpPr>
      <p:grpSpPr>
        <a:xfrm>
          <a:off x="0" y="0"/>
          <a:ext cx="0" cy="0"/>
          <a:chOff x="0" y="0"/>
          <a:chExt cx="0" cy="0"/>
        </a:xfrm>
      </p:grpSpPr>
      <p:sp>
        <p:nvSpPr>
          <p:cNvPr id="9" name="Text Placeholder 19"/>
          <p:cNvSpPr>
            <a:spLocks noGrp="1"/>
          </p:cNvSpPr>
          <p:nvPr>
            <p:ph type="body" sz="quarter" idx="27" hasCustomPrompt="1"/>
          </p:nvPr>
        </p:nvSpPr>
        <p:spPr>
          <a:xfrm>
            <a:off x="838201" y="1371600"/>
            <a:ext cx="10591800" cy="4800600"/>
          </a:xfrm>
          <a:prstGeom prst="rect">
            <a:avLst/>
          </a:prstGeom>
          <a:noFill/>
        </p:spPr>
        <p:txBody>
          <a:bodyPr vert="horz" wrap="square" lIns="0" tIns="45720" rIns="144000" bIns="45720" rtlCol="0">
            <a:noAutofit/>
          </a:bodyPr>
          <a:lstStyle>
            <a:lvl1pPr marL="361950" marR="0" indent="-361950" algn="just" defTabSz="914400" rtl="0" eaLnBrk="1" fontAlgn="auto" latinLnBrk="0" hangingPunct="1">
              <a:lnSpc>
                <a:spcPct val="125000"/>
              </a:lnSpc>
              <a:spcBef>
                <a:spcPts val="100"/>
              </a:spcBef>
              <a:spcAft>
                <a:spcPts val="0"/>
              </a:spcAft>
              <a:buClr>
                <a:schemeClr val="tx2"/>
              </a:buClr>
              <a:buSzPct val="100000"/>
              <a:buFont typeface="Wingdings" panose="05000000000000000000" pitchFamily="2" charset="2"/>
              <a:buChar char="§"/>
              <a:tabLst/>
              <a:defRPr lang="fr-FR" sz="2400" b="0" kern="1200" smtClean="0">
                <a:solidFill>
                  <a:schemeClr val="accent2"/>
                </a:solidFill>
                <a:latin typeface="Verdana" panose="020B0604030504040204" pitchFamily="34" charset="0"/>
                <a:ea typeface="Verdana" panose="020B0604030504040204" pitchFamily="34" charset="0"/>
                <a:cs typeface="+mn-cs"/>
              </a:defRPr>
            </a:lvl1pPr>
            <a:lvl2pPr marL="625475" indent="-263525">
              <a:lnSpc>
                <a:spcPct val="125000"/>
              </a:lnSpc>
              <a:spcBef>
                <a:spcPts val="100"/>
              </a:spcBef>
              <a:buClr>
                <a:schemeClr val="tx2"/>
              </a:buClr>
              <a:buSzPct val="100000"/>
              <a:buFont typeface="Wingdings" panose="05000000000000000000" pitchFamily="2" charset="2"/>
              <a:buChar char="§"/>
              <a:defRPr sz="1800"/>
            </a:lvl2pPr>
            <a:lvl3pPr marL="808038" indent="-182563" defTabSz="898525">
              <a:lnSpc>
                <a:spcPct val="125000"/>
              </a:lnSpc>
              <a:spcBef>
                <a:spcPts val="100"/>
              </a:spcBef>
              <a:buClr>
                <a:schemeClr val="tx2"/>
              </a:buClr>
              <a:buSzPct val="120000"/>
              <a:buFont typeface="Wingdings" panose="05000000000000000000" pitchFamily="2" charset="2"/>
              <a:buChar char="§"/>
              <a:defRPr sz="1600"/>
            </a:lvl3pPr>
          </a:lstStyle>
          <a:p>
            <a:pPr lvl="0"/>
            <a:r>
              <a:rPr dirty="0"/>
              <a:t>Insert </a:t>
            </a:r>
            <a:r>
              <a:rPr dirty="0" err="1"/>
              <a:t>your</a:t>
            </a:r>
            <a:r>
              <a:rPr dirty="0"/>
              <a:t> content </a:t>
            </a:r>
            <a:r>
              <a:rPr dirty="0" err="1"/>
              <a:t>level</a:t>
            </a:r>
            <a:r>
              <a:rPr dirty="0"/>
              <a:t> 1 </a:t>
            </a:r>
          </a:p>
          <a:p>
            <a:pPr lvl="1"/>
            <a:r>
              <a:rPr dirty="0"/>
              <a:t>Insert </a:t>
            </a:r>
            <a:r>
              <a:rPr dirty="0" err="1"/>
              <a:t>your</a:t>
            </a:r>
            <a:r>
              <a:rPr dirty="0"/>
              <a:t> content </a:t>
            </a:r>
            <a:r>
              <a:rPr dirty="0" err="1"/>
              <a:t>level</a:t>
            </a:r>
            <a:r>
              <a:rPr dirty="0"/>
              <a:t> 2 </a:t>
            </a:r>
          </a:p>
          <a:p>
            <a:pPr lvl="2"/>
            <a:r>
              <a:rPr dirty="0"/>
              <a:t>Insert </a:t>
            </a:r>
            <a:r>
              <a:rPr dirty="0" err="1"/>
              <a:t>your</a:t>
            </a:r>
            <a:r>
              <a:rPr dirty="0"/>
              <a:t> content </a:t>
            </a:r>
            <a:r>
              <a:rPr dirty="0" err="1"/>
              <a:t>level</a:t>
            </a:r>
            <a:r>
              <a:rPr dirty="0"/>
              <a:t> 3 </a:t>
            </a:r>
          </a:p>
        </p:txBody>
      </p:sp>
      <p:sp>
        <p:nvSpPr>
          <p:cNvPr id="5" name="Titre 2">
            <a:extLst>
              <a:ext uri="{FF2B5EF4-FFF2-40B4-BE49-F238E27FC236}">
                <a16:creationId xmlns:a16="http://schemas.microsoft.com/office/drawing/2014/main" id="{18AEFADE-9A38-AC87-0A50-E5F68C6027FC}"/>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pic>
        <p:nvPicPr>
          <p:cNvPr id="6" name="Graphic 5">
            <a:extLst>
              <a:ext uri="{FF2B5EF4-FFF2-40B4-BE49-F238E27FC236}">
                <a16:creationId xmlns:a16="http://schemas.microsoft.com/office/drawing/2014/main" id="{0AD1C6ED-6D37-47BC-A63D-8DE0F4AE3F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11454253" y="6020593"/>
            <a:ext cx="990599" cy="227012"/>
          </a:xfrm>
          <a:prstGeom prst="rect">
            <a:avLst/>
          </a:prstGeom>
        </p:spPr>
      </p:pic>
      <p:pic>
        <p:nvPicPr>
          <p:cNvPr id="2" name="Image 3">
            <a:extLst>
              <a:ext uri="{FF2B5EF4-FFF2-40B4-BE49-F238E27FC236}">
                <a16:creationId xmlns:a16="http://schemas.microsoft.com/office/drawing/2014/main" id="{A51D9EAE-6D50-2344-CCAE-57A768C6BA3E}"/>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3" name="Subtitle">
            <a:extLst>
              <a:ext uri="{FF2B5EF4-FFF2-40B4-BE49-F238E27FC236}">
                <a16:creationId xmlns:a16="http://schemas.microsoft.com/office/drawing/2014/main" id="{0F95BAD3-79E7-C4B5-5B31-0910B16F510C}"/>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228314509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Content only 1">
    <p:bg>
      <p:bgPr>
        <a:solidFill>
          <a:schemeClr val="bg1"/>
        </a:solidFill>
        <a:effectLst/>
      </p:bgPr>
    </p:bg>
    <p:spTree>
      <p:nvGrpSpPr>
        <p:cNvPr id="1" name=""/>
        <p:cNvGrpSpPr/>
        <p:nvPr/>
      </p:nvGrpSpPr>
      <p:grpSpPr>
        <a:xfrm>
          <a:off x="0" y="0"/>
          <a:ext cx="0" cy="0"/>
          <a:chOff x="0" y="0"/>
          <a:chExt cx="0" cy="0"/>
        </a:xfrm>
      </p:grpSpPr>
      <p:sp>
        <p:nvSpPr>
          <p:cNvPr id="3" name="Espace réservé du contenu 2"/>
          <p:cNvSpPr>
            <a:spLocks noGrp="1"/>
          </p:cNvSpPr>
          <p:nvPr>
            <p:ph idx="1" hasCustomPrompt="1"/>
          </p:nvPr>
        </p:nvSpPr>
        <p:spPr>
          <a:xfrm>
            <a:off x="1610949" y="2989909"/>
            <a:ext cx="8970101" cy="1347035"/>
          </a:xfrm>
          <a:prstGeom prst="rect">
            <a:avLst/>
          </a:prstGeom>
        </p:spPr>
        <p:txBody>
          <a:bodyPr wrap="square" anchor="ctr">
            <a:spAutoFit/>
          </a:bodyPr>
          <a:lstStyle>
            <a:lvl1pPr marL="342900" indent="-342900">
              <a:lnSpc>
                <a:spcPts val="2800"/>
              </a:lnSpc>
              <a:spcBef>
                <a:spcPts val="2900"/>
              </a:spcBef>
              <a:buClr>
                <a:schemeClr val="tx2"/>
              </a:buClr>
              <a:buFont typeface="Wingdings" panose="05000000000000000000" pitchFamily="2" charset="2"/>
              <a:buChar char="§"/>
              <a:defRPr sz="2400">
                <a:latin typeface="Verdana" pitchFamily="2" charset="77"/>
              </a:defRPr>
            </a:lvl1pPr>
            <a:lvl2pPr>
              <a:buClr>
                <a:srgbClr val="E23615"/>
              </a:buClr>
              <a:buFont typeface="Wingdings" panose="05000000000000000000" pitchFamily="2" charset="2"/>
              <a:buChar char="§"/>
              <a:defRPr sz="2400" baseline="0">
                <a:latin typeface="Verdana" pitchFamily="2" charset="77"/>
              </a:defRPr>
            </a:lvl2pPr>
            <a:lvl3pPr marL="606425" indent="0" algn="l" defTabSz="914400" rtl="0" eaLnBrk="1" latinLnBrk="0" hangingPunct="1">
              <a:lnSpc>
                <a:spcPct val="90000"/>
              </a:lnSpc>
              <a:spcBef>
                <a:spcPts val="900"/>
              </a:spcBef>
              <a:buClr>
                <a:srgbClr val="C4C8CB"/>
              </a:buClr>
              <a:buSzPct val="100000"/>
              <a:buFont typeface="Arial" panose="020B0604020202020204" pitchFamily="34" charset="0"/>
              <a:buNone/>
              <a:tabLst/>
              <a:defRPr baseline="0">
                <a:latin typeface="Verdana" pitchFamily="2" charset="77"/>
              </a:defRPr>
            </a:lvl3pPr>
          </a:lstStyle>
          <a:p>
            <a:r>
              <a:rPr noProof="0" dirty="0"/>
              <a:t>Insert Text</a:t>
            </a:r>
          </a:p>
          <a:p>
            <a:pPr lvl="1"/>
            <a:r>
              <a:rPr noProof="0" dirty="0"/>
              <a:t>Insert Text</a:t>
            </a:r>
          </a:p>
          <a:p>
            <a:pPr lvl="1"/>
            <a:endParaRPr noProof="0" dirty="0"/>
          </a:p>
        </p:txBody>
      </p:sp>
      <p:sp>
        <p:nvSpPr>
          <p:cNvPr id="6" name="Text Placeholder 11">
            <a:extLst>
              <a:ext uri="{FF2B5EF4-FFF2-40B4-BE49-F238E27FC236}">
                <a16:creationId xmlns:a16="http://schemas.microsoft.com/office/drawing/2014/main" id="{C106BAE4-2DCB-76A4-2032-4A4CFD57D4E9}"/>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7" name="Text Placeholder 11">
            <a:extLst>
              <a:ext uri="{FF2B5EF4-FFF2-40B4-BE49-F238E27FC236}">
                <a16:creationId xmlns:a16="http://schemas.microsoft.com/office/drawing/2014/main" id="{8ECA1D5E-C11C-4068-BFD2-1C9B3318D483}"/>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4" name="Image 3">
            <a:extLst>
              <a:ext uri="{FF2B5EF4-FFF2-40B4-BE49-F238E27FC236}">
                <a16:creationId xmlns:a16="http://schemas.microsoft.com/office/drawing/2014/main" id="{77820837-1054-1147-F39E-C115AA47FEF6}"/>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5" name="Titre 2">
            <a:extLst>
              <a:ext uri="{FF2B5EF4-FFF2-40B4-BE49-F238E27FC236}">
                <a16:creationId xmlns:a16="http://schemas.microsoft.com/office/drawing/2014/main" id="{88552942-1EBE-F579-CAD8-B2F1EB5A448C}"/>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B0864C6B-76ED-D9EE-0A7C-BE7042CB5B52}"/>
              </a:ext>
            </a:extLst>
          </p:cNvPr>
          <p:cNvSpPr>
            <a:spLocks noGrp="1"/>
          </p:cNvSpPr>
          <p:nvPr>
            <p:ph type="subTitle" idx="18"/>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10492122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Content only 2">
    <p:spTree>
      <p:nvGrpSpPr>
        <p:cNvPr id="1" name=""/>
        <p:cNvGrpSpPr/>
        <p:nvPr/>
      </p:nvGrpSpPr>
      <p:grpSpPr>
        <a:xfrm>
          <a:off x="0" y="0"/>
          <a:ext cx="0" cy="0"/>
          <a:chOff x="0" y="0"/>
          <a:chExt cx="0" cy="0"/>
        </a:xfrm>
      </p:grpSpPr>
      <p:sp>
        <p:nvSpPr>
          <p:cNvPr id="5" name="Text Placeholder 23">
            <a:extLst>
              <a:ext uri="{FF2B5EF4-FFF2-40B4-BE49-F238E27FC236}">
                <a16:creationId xmlns:a16="http://schemas.microsoft.com/office/drawing/2014/main" id="{061EEB12-DA8F-2B22-1D65-79330782852B}"/>
              </a:ext>
            </a:extLst>
          </p:cNvPr>
          <p:cNvSpPr>
            <a:spLocks noGrp="1"/>
          </p:cNvSpPr>
          <p:nvPr>
            <p:ph type="body" sz="quarter" idx="12" hasCustomPrompt="1"/>
          </p:nvPr>
        </p:nvSpPr>
        <p:spPr>
          <a:xfrm>
            <a:off x="911424" y="1303264"/>
            <a:ext cx="3249841" cy="3139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600" b="1" noProof="0" dirty="0">
                <a:solidFill>
                  <a:schemeClr val="accent2"/>
                </a:solidFill>
                <a:latin typeface="Verdana" panose="00000500000000000000" pitchFamily="2" charset="0"/>
              </a:defRPr>
            </a:lvl1pPr>
          </a:lstStyle>
          <a:p>
            <a:pPr marL="0" lvl="0" indent="0">
              <a:spcBef>
                <a:spcPts val="3000"/>
              </a:spcBef>
              <a:buNone/>
            </a:pPr>
            <a:r>
              <a:rPr noProof="0" dirty="0"/>
              <a:t>Click to insert text</a:t>
            </a:r>
          </a:p>
        </p:txBody>
      </p:sp>
      <p:sp>
        <p:nvSpPr>
          <p:cNvPr id="17" name="Text Placeholder 23">
            <a:extLst>
              <a:ext uri="{FF2B5EF4-FFF2-40B4-BE49-F238E27FC236}">
                <a16:creationId xmlns:a16="http://schemas.microsoft.com/office/drawing/2014/main" id="{B88999CD-5FB4-0377-6FF7-300365785B47}"/>
              </a:ext>
            </a:extLst>
          </p:cNvPr>
          <p:cNvSpPr>
            <a:spLocks noGrp="1"/>
          </p:cNvSpPr>
          <p:nvPr>
            <p:ph type="body" sz="quarter" idx="25" hasCustomPrompt="1"/>
          </p:nvPr>
        </p:nvSpPr>
        <p:spPr>
          <a:xfrm>
            <a:off x="4618747" y="1303264"/>
            <a:ext cx="3249841" cy="3139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600" b="1" noProof="0" dirty="0">
                <a:solidFill>
                  <a:schemeClr val="accent2"/>
                </a:solidFill>
                <a:latin typeface="Verdana" panose="00000500000000000000" pitchFamily="2" charset="0"/>
              </a:defRPr>
            </a:lvl1pPr>
          </a:lstStyle>
          <a:p>
            <a:pPr marL="0" lvl="0" indent="0">
              <a:spcBef>
                <a:spcPts val="3000"/>
              </a:spcBef>
              <a:buNone/>
            </a:pPr>
            <a:r>
              <a:rPr noProof="0" dirty="0"/>
              <a:t>Click to insert text</a:t>
            </a:r>
          </a:p>
        </p:txBody>
      </p:sp>
      <p:sp>
        <p:nvSpPr>
          <p:cNvPr id="19" name="Text Placeholder 23">
            <a:extLst>
              <a:ext uri="{FF2B5EF4-FFF2-40B4-BE49-F238E27FC236}">
                <a16:creationId xmlns:a16="http://schemas.microsoft.com/office/drawing/2014/main" id="{D091DB18-A8F6-BA10-ED11-3DFD4FC6F429}"/>
              </a:ext>
            </a:extLst>
          </p:cNvPr>
          <p:cNvSpPr>
            <a:spLocks noGrp="1"/>
          </p:cNvSpPr>
          <p:nvPr>
            <p:ph type="body" sz="quarter" idx="27" hasCustomPrompt="1"/>
          </p:nvPr>
        </p:nvSpPr>
        <p:spPr>
          <a:xfrm>
            <a:off x="8309626" y="1303264"/>
            <a:ext cx="3249841" cy="3139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600" b="1" noProof="0" dirty="0">
                <a:solidFill>
                  <a:schemeClr val="accent2"/>
                </a:solidFill>
                <a:latin typeface="Verdana" panose="00000500000000000000" pitchFamily="2" charset="0"/>
              </a:defRPr>
            </a:lvl1pPr>
          </a:lstStyle>
          <a:p>
            <a:pPr marL="0" lvl="0" indent="0">
              <a:spcBef>
                <a:spcPts val="3000"/>
              </a:spcBef>
              <a:buNone/>
            </a:pPr>
            <a:r>
              <a:rPr noProof="0" dirty="0"/>
              <a:t>Click to insert text</a:t>
            </a:r>
          </a:p>
        </p:txBody>
      </p:sp>
      <p:sp>
        <p:nvSpPr>
          <p:cNvPr id="6" name="Espace réservé du contenu 2">
            <a:extLst>
              <a:ext uri="{FF2B5EF4-FFF2-40B4-BE49-F238E27FC236}">
                <a16:creationId xmlns:a16="http://schemas.microsoft.com/office/drawing/2014/main" id="{6E71D8C1-6B60-6FEC-CC76-0307A4428280}"/>
              </a:ext>
            </a:extLst>
          </p:cNvPr>
          <p:cNvSpPr>
            <a:spLocks noGrp="1"/>
          </p:cNvSpPr>
          <p:nvPr>
            <p:ph idx="26" hasCustomPrompt="1"/>
          </p:nvPr>
        </p:nvSpPr>
        <p:spPr>
          <a:xfrm>
            <a:off x="4637369" y="1757190"/>
            <a:ext cx="3232308" cy="934478"/>
          </a:xfrm>
          <a:prstGeom prst="rect">
            <a:avLst/>
          </a:prstGeom>
        </p:spPr>
        <p:txBody>
          <a:bodyPr vert="horz" wrap="square" lIns="0" tIns="36000" rIns="0" bIns="36000" rtlCol="0" anchor="t" anchorCtr="0">
            <a:spAutoFit/>
          </a:bodyPr>
          <a:lstStyle>
            <a:lvl1pPr marL="357188" indent="-357188" algn="l">
              <a:buClr>
                <a:schemeClr val="tx2"/>
              </a:buClr>
              <a:buFont typeface="Wingdings" panose="05000000000000000000" pitchFamily="2" charset="2"/>
              <a:buChar char="§"/>
              <a:defRPr lang="fr-FR" sz="1800" baseline="0" dirty="0">
                <a:latin typeface="Verdana" panose="00000500000000000000" pitchFamily="2" charset="0"/>
              </a:defRPr>
            </a:lvl1pPr>
            <a:lvl2pPr marL="525462" indent="-285750" algn="l">
              <a:buClr>
                <a:schemeClr val="tx2"/>
              </a:buClr>
              <a:buFont typeface="Wingdings" panose="05000000000000000000" pitchFamily="2" charset="2"/>
              <a:buChar char="§"/>
              <a:defRPr lang="fr-FR" sz="1400" baseline="0" dirty="0">
                <a:latin typeface="Verdana" panose="00000500000000000000" pitchFamily="2" charset="0"/>
              </a:defRPr>
            </a:lvl2pPr>
            <a:lvl3pPr algn="l">
              <a:buClr>
                <a:schemeClr val="tx2"/>
              </a:buClr>
              <a:buFont typeface="Wingdings" panose="05000000000000000000" pitchFamily="2" charset="2"/>
              <a:buChar char="§"/>
              <a:defRPr lang="fr-FR" sz="1200" dirty="0">
                <a:latin typeface="Verdana" panose="00000500000000000000" pitchFamily="2" charset="0"/>
              </a:defRPr>
            </a:lvl3pPr>
          </a:lstStyle>
          <a:p>
            <a:pPr marL="266700" lvl="0" indent="-266700" algn="just">
              <a:lnSpc>
                <a:spcPct val="100000"/>
              </a:lnSpc>
              <a:spcBef>
                <a:spcPts val="600"/>
              </a:spcBef>
            </a:pPr>
            <a:r>
              <a:rPr noProof="0" dirty="0"/>
              <a:t>Text 1</a:t>
            </a:r>
          </a:p>
          <a:p>
            <a:pPr marL="506412" lvl="1" indent="-266700" algn="just">
              <a:lnSpc>
                <a:spcPct val="100000"/>
              </a:lnSpc>
              <a:spcBef>
                <a:spcPts val="600"/>
              </a:spcBef>
            </a:pPr>
            <a:r>
              <a:rPr noProof="0" dirty="0"/>
              <a:t>Text 2</a:t>
            </a:r>
          </a:p>
          <a:p>
            <a:pPr marL="744537" lvl="2" indent="-266700" algn="just">
              <a:lnSpc>
                <a:spcPct val="100000"/>
              </a:lnSpc>
              <a:spcBef>
                <a:spcPts val="600"/>
              </a:spcBef>
            </a:pPr>
            <a:r>
              <a:rPr noProof="0" dirty="0"/>
              <a:t>Text 3</a:t>
            </a:r>
          </a:p>
        </p:txBody>
      </p:sp>
      <p:sp>
        <p:nvSpPr>
          <p:cNvPr id="7" name="Espace réservé du contenu 2">
            <a:extLst>
              <a:ext uri="{FF2B5EF4-FFF2-40B4-BE49-F238E27FC236}">
                <a16:creationId xmlns:a16="http://schemas.microsoft.com/office/drawing/2014/main" id="{00730AB8-8988-81AD-EDFB-02D96418E3CF}"/>
              </a:ext>
            </a:extLst>
          </p:cNvPr>
          <p:cNvSpPr>
            <a:spLocks noGrp="1"/>
          </p:cNvSpPr>
          <p:nvPr>
            <p:ph idx="28" hasCustomPrompt="1"/>
          </p:nvPr>
        </p:nvSpPr>
        <p:spPr>
          <a:xfrm>
            <a:off x="8328248" y="1757190"/>
            <a:ext cx="3232308" cy="934478"/>
          </a:xfrm>
          <a:prstGeom prst="rect">
            <a:avLst/>
          </a:prstGeom>
        </p:spPr>
        <p:txBody>
          <a:bodyPr vert="horz" wrap="square" lIns="0" tIns="36000" rIns="0" bIns="36000" rtlCol="0" anchor="t" anchorCtr="0">
            <a:spAutoFit/>
          </a:bodyPr>
          <a:lstStyle>
            <a:lvl1pPr marL="357188" indent="-357188" algn="l">
              <a:buClr>
                <a:schemeClr val="tx2"/>
              </a:buClr>
              <a:buFont typeface="Wingdings" panose="05000000000000000000" pitchFamily="2" charset="2"/>
              <a:buChar char="§"/>
              <a:defRPr lang="fr-FR" sz="1800" baseline="0" dirty="0">
                <a:latin typeface="Verdana" pitchFamily="2" charset="0"/>
              </a:defRPr>
            </a:lvl1pPr>
            <a:lvl2pPr marL="525462" indent="-285750" algn="l">
              <a:buClr>
                <a:schemeClr val="tx2"/>
              </a:buClr>
              <a:buFont typeface="Wingdings" panose="05000000000000000000" pitchFamily="2" charset="2"/>
              <a:buChar char="§"/>
              <a:defRPr lang="fr-FR" sz="1400" baseline="0" dirty="0">
                <a:latin typeface="Verdana" pitchFamily="2" charset="0"/>
              </a:defRPr>
            </a:lvl2pPr>
            <a:lvl3pPr algn="l">
              <a:buClr>
                <a:schemeClr val="tx2"/>
              </a:buClr>
              <a:buFont typeface="Wingdings" panose="05000000000000000000" pitchFamily="2" charset="2"/>
              <a:buChar char="§"/>
              <a:defRPr lang="fr-FR" sz="1200" dirty="0">
                <a:latin typeface="Verdana" pitchFamily="2" charset="0"/>
              </a:defRPr>
            </a:lvl3pPr>
          </a:lstStyle>
          <a:p>
            <a:pPr marL="266700" lvl="0" indent="-266700" algn="just">
              <a:lnSpc>
                <a:spcPct val="100000"/>
              </a:lnSpc>
              <a:spcBef>
                <a:spcPts val="600"/>
              </a:spcBef>
            </a:pPr>
            <a:r>
              <a:rPr noProof="0" dirty="0"/>
              <a:t>Text 1</a:t>
            </a:r>
          </a:p>
          <a:p>
            <a:pPr marL="506412" lvl="1" indent="-266700" algn="just">
              <a:lnSpc>
                <a:spcPct val="100000"/>
              </a:lnSpc>
              <a:spcBef>
                <a:spcPts val="600"/>
              </a:spcBef>
            </a:pPr>
            <a:r>
              <a:rPr noProof="0" dirty="0"/>
              <a:t>Text 2</a:t>
            </a:r>
          </a:p>
          <a:p>
            <a:pPr marL="744537" lvl="2" indent="-266700" algn="just">
              <a:lnSpc>
                <a:spcPct val="100000"/>
              </a:lnSpc>
              <a:spcBef>
                <a:spcPts val="600"/>
              </a:spcBef>
            </a:pPr>
            <a:r>
              <a:rPr noProof="0" dirty="0"/>
              <a:t>Text 3</a:t>
            </a:r>
          </a:p>
        </p:txBody>
      </p:sp>
      <p:sp>
        <p:nvSpPr>
          <p:cNvPr id="8" name="Espace réservé du contenu 2">
            <a:extLst>
              <a:ext uri="{FF2B5EF4-FFF2-40B4-BE49-F238E27FC236}">
                <a16:creationId xmlns:a16="http://schemas.microsoft.com/office/drawing/2014/main" id="{67B448FE-5FD5-EDF2-45A2-1BA27C85B9B1}"/>
              </a:ext>
            </a:extLst>
          </p:cNvPr>
          <p:cNvSpPr>
            <a:spLocks noGrp="1"/>
          </p:cNvSpPr>
          <p:nvPr>
            <p:ph idx="36" hasCustomPrompt="1"/>
          </p:nvPr>
        </p:nvSpPr>
        <p:spPr>
          <a:xfrm>
            <a:off x="928957" y="1757190"/>
            <a:ext cx="3232308" cy="934478"/>
          </a:xfrm>
          <a:prstGeom prst="rect">
            <a:avLst/>
          </a:prstGeom>
        </p:spPr>
        <p:txBody>
          <a:bodyPr vert="horz" wrap="square" lIns="0" tIns="36000" rIns="0" bIns="36000" rtlCol="0" anchor="t" anchorCtr="0">
            <a:spAutoFit/>
          </a:bodyPr>
          <a:lstStyle>
            <a:lvl1pPr marL="357188" indent="-357188" algn="l">
              <a:buClr>
                <a:schemeClr val="tx2"/>
              </a:buClr>
              <a:buFont typeface="Wingdings" panose="05000000000000000000" pitchFamily="2" charset="2"/>
              <a:buChar char="§"/>
              <a:defRPr lang="fr-FR" sz="1800" baseline="0" dirty="0">
                <a:latin typeface="Verdana" panose="00000500000000000000" pitchFamily="2" charset="0"/>
              </a:defRPr>
            </a:lvl1pPr>
            <a:lvl2pPr algn="l">
              <a:buClr>
                <a:schemeClr val="tx2"/>
              </a:buClr>
              <a:buFont typeface="Wingdings" panose="05000000000000000000" pitchFamily="2" charset="2"/>
              <a:buChar char="§"/>
              <a:defRPr lang="fr-FR" sz="1400" baseline="0" dirty="0">
                <a:latin typeface="Verdana" panose="00000500000000000000" pitchFamily="2" charset="0"/>
              </a:defRPr>
            </a:lvl2pPr>
            <a:lvl3pPr algn="l">
              <a:buClr>
                <a:schemeClr val="tx2"/>
              </a:buClr>
              <a:buFont typeface="Wingdings" panose="05000000000000000000" pitchFamily="2" charset="2"/>
              <a:buChar char="§"/>
              <a:defRPr lang="fr-FR" sz="1200" dirty="0">
                <a:latin typeface="Verdana" panose="00000500000000000000" pitchFamily="2" charset="0"/>
              </a:defRPr>
            </a:lvl3pPr>
          </a:lstStyle>
          <a:p>
            <a:pPr marL="266700" lvl="0" indent="-266700" algn="just">
              <a:lnSpc>
                <a:spcPct val="100000"/>
              </a:lnSpc>
              <a:spcBef>
                <a:spcPts val="600"/>
              </a:spcBef>
            </a:pPr>
            <a:r>
              <a:rPr noProof="0" dirty="0"/>
              <a:t>Text 1</a:t>
            </a:r>
          </a:p>
          <a:p>
            <a:pPr marL="506412" lvl="1" indent="-266700" algn="just">
              <a:lnSpc>
                <a:spcPct val="100000"/>
              </a:lnSpc>
              <a:spcBef>
                <a:spcPts val="600"/>
              </a:spcBef>
            </a:pPr>
            <a:r>
              <a:rPr noProof="0" dirty="0"/>
              <a:t>Text 2</a:t>
            </a:r>
          </a:p>
          <a:p>
            <a:pPr marL="744537" lvl="2" indent="-266700" algn="just">
              <a:lnSpc>
                <a:spcPct val="100000"/>
              </a:lnSpc>
              <a:spcBef>
                <a:spcPts val="600"/>
              </a:spcBef>
            </a:pPr>
            <a:r>
              <a:rPr noProof="0" dirty="0"/>
              <a:t>Text 3</a:t>
            </a:r>
          </a:p>
        </p:txBody>
      </p:sp>
      <p:sp>
        <p:nvSpPr>
          <p:cNvPr id="9" name="Text Placeholder 11">
            <a:extLst>
              <a:ext uri="{FF2B5EF4-FFF2-40B4-BE49-F238E27FC236}">
                <a16:creationId xmlns:a16="http://schemas.microsoft.com/office/drawing/2014/main" id="{4FFC1F02-2D77-B8D5-1BC4-9C3247D7EADE}"/>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10" name="Text Placeholder 11">
            <a:extLst>
              <a:ext uri="{FF2B5EF4-FFF2-40B4-BE49-F238E27FC236}">
                <a16:creationId xmlns:a16="http://schemas.microsoft.com/office/drawing/2014/main" id="{1886CED1-DC05-371D-2A34-B7BF837D2CD6}"/>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3" name="Image 3">
            <a:extLst>
              <a:ext uri="{FF2B5EF4-FFF2-40B4-BE49-F238E27FC236}">
                <a16:creationId xmlns:a16="http://schemas.microsoft.com/office/drawing/2014/main" id="{B6109412-5B99-3C19-40FB-A4C929D4B37E}"/>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4" name="Titre 2">
            <a:extLst>
              <a:ext uri="{FF2B5EF4-FFF2-40B4-BE49-F238E27FC236}">
                <a16:creationId xmlns:a16="http://schemas.microsoft.com/office/drawing/2014/main" id="{B6FEB556-FFE9-E6D4-92F1-46D75FC7808C}"/>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11" name="Subtitle">
            <a:extLst>
              <a:ext uri="{FF2B5EF4-FFF2-40B4-BE49-F238E27FC236}">
                <a16:creationId xmlns:a16="http://schemas.microsoft.com/office/drawing/2014/main" id="{18858B5F-173E-40FA-5DA7-7B928DEA361E}"/>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320104836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Quote/Question 1">
    <p:bg>
      <p:bgPr>
        <a:solidFill>
          <a:schemeClr val="accent4"/>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1260DB6-BC68-DDD5-5BAC-3EED1BD0DF13}"/>
              </a:ext>
            </a:extLst>
          </p:cNvPr>
          <p:cNvSpPr/>
          <p:nvPr userDrawn="1"/>
        </p:nvSpPr>
        <p:spPr>
          <a:xfrm>
            <a:off x="1" y="0"/>
            <a:ext cx="12191999" cy="6872439"/>
          </a:xfrm>
          <a:custGeom>
            <a:avLst/>
            <a:gdLst>
              <a:gd name="connsiteX0" fmla="*/ 6164054 w 12191999"/>
              <a:gd name="connsiteY0" fmla="*/ 224601 h 6872439"/>
              <a:gd name="connsiteX1" fmla="*/ 6164054 w 12191999"/>
              <a:gd name="connsiteY1" fmla="*/ 6604300 h 6872439"/>
              <a:gd name="connsiteX2" fmla="*/ 11640615 w 12191999"/>
              <a:gd name="connsiteY2" fmla="*/ 6604300 h 6872439"/>
              <a:gd name="connsiteX3" fmla="*/ 11640615 w 12191999"/>
              <a:gd name="connsiteY3" fmla="*/ 224601 h 6872439"/>
              <a:gd name="connsiteX4" fmla="*/ 5990050 w 12191999"/>
              <a:gd name="connsiteY4" fmla="*/ 0 h 6872439"/>
              <a:gd name="connsiteX5" fmla="*/ 12017995 w 12191999"/>
              <a:gd name="connsiteY5" fmla="*/ 0 h 6872439"/>
              <a:gd name="connsiteX6" fmla="*/ 12017995 w 12191999"/>
              <a:gd name="connsiteY6" fmla="*/ 1 h 6872439"/>
              <a:gd name="connsiteX7" fmla="*/ 12191997 w 12191999"/>
              <a:gd name="connsiteY7" fmla="*/ 1 h 6872439"/>
              <a:gd name="connsiteX8" fmla="*/ 12191997 w 12191999"/>
              <a:gd name="connsiteY8" fmla="*/ 6604300 h 6872439"/>
              <a:gd name="connsiteX9" fmla="*/ 12191999 w 12191999"/>
              <a:gd name="connsiteY9" fmla="*/ 6604300 h 6872439"/>
              <a:gd name="connsiteX10" fmla="*/ 12191999 w 12191999"/>
              <a:gd name="connsiteY10" fmla="*/ 6872439 h 6872439"/>
              <a:gd name="connsiteX11" fmla="*/ 6164054 w 12191999"/>
              <a:gd name="connsiteY11" fmla="*/ 6872439 h 6872439"/>
              <a:gd name="connsiteX12" fmla="*/ 6164054 w 12191999"/>
              <a:gd name="connsiteY12" fmla="*/ 6858000 h 6872439"/>
              <a:gd name="connsiteX13" fmla="*/ 0 w 12191999"/>
              <a:gd name="connsiteY13" fmla="*/ 6858000 h 6872439"/>
              <a:gd name="connsiteX14" fmla="*/ 0 w 12191999"/>
              <a:gd name="connsiteY14" fmla="*/ 0 h 6872439"/>
              <a:gd name="connsiteX15" fmla="*/ 5990050 w 12191999"/>
              <a:gd name="connsiteY15" fmla="*/ 0 h 687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1999" h="6872439">
                <a:moveTo>
                  <a:pt x="6164054" y="224601"/>
                </a:moveTo>
                <a:lnTo>
                  <a:pt x="6164054" y="6604300"/>
                </a:lnTo>
                <a:lnTo>
                  <a:pt x="11640615" y="6604300"/>
                </a:lnTo>
                <a:lnTo>
                  <a:pt x="11640615" y="224601"/>
                </a:lnTo>
                <a:close/>
                <a:moveTo>
                  <a:pt x="5990050" y="0"/>
                </a:moveTo>
                <a:lnTo>
                  <a:pt x="12017995" y="0"/>
                </a:lnTo>
                <a:lnTo>
                  <a:pt x="12017995" y="1"/>
                </a:lnTo>
                <a:lnTo>
                  <a:pt x="12191997" y="1"/>
                </a:lnTo>
                <a:lnTo>
                  <a:pt x="12191997" y="6604300"/>
                </a:lnTo>
                <a:lnTo>
                  <a:pt x="12191999" y="6604300"/>
                </a:lnTo>
                <a:lnTo>
                  <a:pt x="12191999" y="6872439"/>
                </a:lnTo>
                <a:lnTo>
                  <a:pt x="6164054" y="6872439"/>
                </a:lnTo>
                <a:lnTo>
                  <a:pt x="6164054" y="6858000"/>
                </a:lnTo>
                <a:lnTo>
                  <a:pt x="0" y="6858000"/>
                </a:lnTo>
                <a:lnTo>
                  <a:pt x="0" y="0"/>
                </a:lnTo>
                <a:lnTo>
                  <a:pt x="599005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14" name="Espace réservé du texte 9">
            <a:extLst>
              <a:ext uri="{FF2B5EF4-FFF2-40B4-BE49-F238E27FC236}">
                <a16:creationId xmlns:a16="http://schemas.microsoft.com/office/drawing/2014/main" id="{E0D35EA4-0B74-5AAB-D7B7-0E79860027B0}"/>
              </a:ext>
            </a:extLst>
          </p:cNvPr>
          <p:cNvSpPr>
            <a:spLocks noGrp="1"/>
          </p:cNvSpPr>
          <p:nvPr>
            <p:ph type="body" sz="quarter" idx="10" hasCustomPrompt="1"/>
          </p:nvPr>
        </p:nvSpPr>
        <p:spPr>
          <a:xfrm>
            <a:off x="6595353" y="871537"/>
            <a:ext cx="4685223" cy="3376663"/>
          </a:xfrm>
          <a:prstGeom prst="rect">
            <a:avLst/>
          </a:prstGeom>
        </p:spPr>
        <p:txBody>
          <a:bodyPr bIns="72000" anchor="b">
            <a:normAutofit/>
          </a:bodyPr>
          <a:lstStyle>
            <a:lvl1pPr marL="0" indent="0">
              <a:buNone/>
              <a:defRPr sz="4400" b="0">
                <a:solidFill>
                  <a:schemeClr val="bg1"/>
                </a:solidFill>
              </a:defRPr>
            </a:lvl1pPr>
          </a:lstStyle>
          <a:p>
            <a:pPr lvl="0"/>
            <a:r>
              <a:rPr noProof="0" dirty="0"/>
              <a:t>Quote / Question</a:t>
            </a:r>
          </a:p>
        </p:txBody>
      </p:sp>
      <p:sp>
        <p:nvSpPr>
          <p:cNvPr id="15" name="Espace réservé du texte 9">
            <a:extLst>
              <a:ext uri="{FF2B5EF4-FFF2-40B4-BE49-F238E27FC236}">
                <a16:creationId xmlns:a16="http://schemas.microsoft.com/office/drawing/2014/main" id="{476EFB11-6019-8AB1-4B6A-5DED0026C08D}"/>
              </a:ext>
            </a:extLst>
          </p:cNvPr>
          <p:cNvSpPr>
            <a:spLocks noGrp="1"/>
          </p:cNvSpPr>
          <p:nvPr>
            <p:ph type="body" sz="quarter" idx="11" hasCustomPrompt="1"/>
          </p:nvPr>
        </p:nvSpPr>
        <p:spPr>
          <a:xfrm>
            <a:off x="6595353" y="4248200"/>
            <a:ext cx="4685223" cy="1946225"/>
          </a:xfrm>
          <a:prstGeom prst="rect">
            <a:avLst/>
          </a:prstGeom>
        </p:spPr>
        <p:txBody>
          <a:bodyPr tIns="72000" anchor="t">
            <a:normAutofit/>
          </a:bodyPr>
          <a:lstStyle>
            <a:lvl1pPr marL="0" indent="0">
              <a:buNone/>
              <a:defRPr sz="1600" b="0">
                <a:solidFill>
                  <a:schemeClr val="bg1">
                    <a:alpha val="50000"/>
                  </a:schemeClr>
                </a:solidFill>
              </a:defRPr>
            </a:lvl1pPr>
          </a:lstStyle>
          <a:p>
            <a:pPr lvl="0"/>
            <a:r>
              <a:rPr noProof="0" dirty="0"/>
              <a:t>Name</a:t>
            </a:r>
          </a:p>
        </p:txBody>
      </p:sp>
      <p:sp>
        <p:nvSpPr>
          <p:cNvPr id="16" name="Rectangle 15">
            <a:extLst>
              <a:ext uri="{FF2B5EF4-FFF2-40B4-BE49-F238E27FC236}">
                <a16:creationId xmlns:a16="http://schemas.microsoft.com/office/drawing/2014/main" id="{A2CCD869-5083-9CAE-8E38-B8F759327B7B}"/>
              </a:ext>
            </a:extLst>
          </p:cNvPr>
          <p:cNvSpPr/>
          <p:nvPr userDrawn="1"/>
        </p:nvSpPr>
        <p:spPr>
          <a:xfrm>
            <a:off x="11721561" y="6503801"/>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9" name="Rectangle 18">
            <a:extLst>
              <a:ext uri="{FF2B5EF4-FFF2-40B4-BE49-F238E27FC236}">
                <a16:creationId xmlns:a16="http://schemas.microsoft.com/office/drawing/2014/main" id="{A079A552-51B2-308E-56B5-F771A432969F}"/>
              </a:ext>
            </a:extLst>
          </p:cNvPr>
          <p:cNvSpPr/>
          <p:nvPr userDrawn="1"/>
        </p:nvSpPr>
        <p:spPr>
          <a:xfrm>
            <a:off x="11721561" y="341248"/>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20" name="Image 19">
            <a:extLst>
              <a:ext uri="{FF2B5EF4-FFF2-40B4-BE49-F238E27FC236}">
                <a16:creationId xmlns:a16="http://schemas.microsoft.com/office/drawing/2014/main" id="{27D73BAF-0A7A-CC2A-150E-1C5A5C9A2988}"/>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3146" y="1060667"/>
            <a:ext cx="1725935" cy="136090"/>
          </a:xfrm>
          <a:prstGeom prst="rect">
            <a:avLst/>
          </a:prstGeom>
        </p:spPr>
      </p:pic>
      <p:sp>
        <p:nvSpPr>
          <p:cNvPr id="21" name="Espace réservé pour une image  2">
            <a:extLst>
              <a:ext uri="{FF2B5EF4-FFF2-40B4-BE49-F238E27FC236}">
                <a16:creationId xmlns:a16="http://schemas.microsoft.com/office/drawing/2014/main" id="{F3AB5680-E99F-8349-83E1-F88CC0E825E5}"/>
              </a:ext>
            </a:extLst>
          </p:cNvPr>
          <p:cNvSpPr>
            <a:spLocks noGrp="1"/>
          </p:cNvSpPr>
          <p:nvPr>
            <p:ph type="pic" sz="quarter" idx="12" hasCustomPrompt="1"/>
          </p:nvPr>
        </p:nvSpPr>
        <p:spPr>
          <a:xfrm>
            <a:off x="549763" y="224753"/>
            <a:ext cx="5613348" cy="6345307"/>
          </a:xfrm>
          <a:prstGeom prst="rect">
            <a:avLst/>
          </a:prstGeom>
        </p:spPr>
        <p:txBody>
          <a:bodyPr/>
          <a:lstStyle>
            <a:lvl1pPr marL="0" indent="0">
              <a:buNone/>
              <a:defRPr>
                <a:noFill/>
              </a:defRPr>
            </a:lvl1pPr>
          </a:lstStyle>
          <a:p>
            <a:r>
              <a:rPr dirty="0"/>
              <a:t>.</a:t>
            </a:r>
          </a:p>
        </p:txBody>
      </p:sp>
      <p:sp>
        <p:nvSpPr>
          <p:cNvPr id="4" name="TextBox 3">
            <a:extLst>
              <a:ext uri="{FF2B5EF4-FFF2-40B4-BE49-F238E27FC236}">
                <a16:creationId xmlns:a16="http://schemas.microsoft.com/office/drawing/2014/main" id="{6CC6154B-8A5C-BF98-E0A2-CB1C113197D3}"/>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5" name="Hexagon 34">
            <a:extLst>
              <a:ext uri="{FF2B5EF4-FFF2-40B4-BE49-F238E27FC236}">
                <a16:creationId xmlns:a16="http://schemas.microsoft.com/office/drawing/2014/main" id="{C59B227D-1657-6EB2-029E-B1E9E0C00272}"/>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a:extLst>
              <a:ext uri="{FF2B5EF4-FFF2-40B4-BE49-F238E27FC236}">
                <a16:creationId xmlns:a16="http://schemas.microsoft.com/office/drawing/2014/main" id="{0F843692-5A7C-2995-3D64-4ACD2E6C58B5}"/>
              </a:ext>
            </a:extLst>
          </p:cNvPr>
          <p:cNvGrpSpPr/>
          <p:nvPr userDrawn="1"/>
        </p:nvGrpSpPr>
        <p:grpSpPr>
          <a:xfrm>
            <a:off x="-3295214" y="-1132958"/>
            <a:ext cx="1548392" cy="442988"/>
            <a:chOff x="-3411790" y="-1707010"/>
            <a:chExt cx="1548392" cy="442988"/>
          </a:xfrm>
        </p:grpSpPr>
        <p:sp>
          <p:nvSpPr>
            <p:cNvPr id="60" name="Hexagon 34">
              <a:extLst>
                <a:ext uri="{FF2B5EF4-FFF2-40B4-BE49-F238E27FC236}">
                  <a16:creationId xmlns:a16="http://schemas.microsoft.com/office/drawing/2014/main" id="{C6DE9150-8BDD-A06C-0173-61BC85261533}"/>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Hexagon 34">
              <a:extLst>
                <a:ext uri="{FF2B5EF4-FFF2-40B4-BE49-F238E27FC236}">
                  <a16:creationId xmlns:a16="http://schemas.microsoft.com/office/drawing/2014/main" id="{26CBAF41-B391-0A2B-4BD7-73084A84CE17}"/>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2" name="Hexagon 34">
              <a:extLst>
                <a:ext uri="{FF2B5EF4-FFF2-40B4-BE49-F238E27FC236}">
                  <a16:creationId xmlns:a16="http://schemas.microsoft.com/office/drawing/2014/main" id="{DD1AF012-3111-F685-B555-1421B4AF3A8F}"/>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63" name="TextBox 62">
            <a:extLst>
              <a:ext uri="{FF2B5EF4-FFF2-40B4-BE49-F238E27FC236}">
                <a16:creationId xmlns:a16="http://schemas.microsoft.com/office/drawing/2014/main" id="{320E0E43-4896-A79C-A664-08CEB2393547}"/>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64" name="Hexagon 34">
            <a:extLst>
              <a:ext uri="{FF2B5EF4-FFF2-40B4-BE49-F238E27FC236}">
                <a16:creationId xmlns:a16="http://schemas.microsoft.com/office/drawing/2014/main" id="{5674D752-145F-42FE-2A94-82CE4342CFF3}"/>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65" name="Group 64">
            <a:extLst>
              <a:ext uri="{FF2B5EF4-FFF2-40B4-BE49-F238E27FC236}">
                <a16:creationId xmlns:a16="http://schemas.microsoft.com/office/drawing/2014/main" id="{7BAE88A7-7BEE-4023-268B-F4C69518BA89}"/>
              </a:ext>
            </a:extLst>
          </p:cNvPr>
          <p:cNvGrpSpPr/>
          <p:nvPr userDrawn="1"/>
        </p:nvGrpSpPr>
        <p:grpSpPr>
          <a:xfrm>
            <a:off x="-3291571" y="1977900"/>
            <a:ext cx="1582363" cy="442988"/>
            <a:chOff x="-3567586" y="1544252"/>
            <a:chExt cx="1582363" cy="442988"/>
          </a:xfrm>
        </p:grpSpPr>
        <p:sp>
          <p:nvSpPr>
            <p:cNvPr id="66" name="Hexagon 34">
              <a:extLst>
                <a:ext uri="{FF2B5EF4-FFF2-40B4-BE49-F238E27FC236}">
                  <a16:creationId xmlns:a16="http://schemas.microsoft.com/office/drawing/2014/main" id="{081C100E-1675-F4F7-FA6D-53F62CF5A841}"/>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7" name="Hexagon 34">
              <a:extLst>
                <a:ext uri="{FF2B5EF4-FFF2-40B4-BE49-F238E27FC236}">
                  <a16:creationId xmlns:a16="http://schemas.microsoft.com/office/drawing/2014/main" id="{2390D1E3-A164-D6A6-85C7-6A09A6312ABA}"/>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8" name="Hexagon 34">
              <a:extLst>
                <a:ext uri="{FF2B5EF4-FFF2-40B4-BE49-F238E27FC236}">
                  <a16:creationId xmlns:a16="http://schemas.microsoft.com/office/drawing/2014/main" id="{F83AA29B-1A56-12F1-E884-EB91E11578FF}"/>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69" name="Group 68">
            <a:extLst>
              <a:ext uri="{FF2B5EF4-FFF2-40B4-BE49-F238E27FC236}">
                <a16:creationId xmlns:a16="http://schemas.microsoft.com/office/drawing/2014/main" id="{812D5E14-B48B-96AC-E32F-6A5CF39D3A4C}"/>
              </a:ext>
            </a:extLst>
          </p:cNvPr>
          <p:cNvGrpSpPr/>
          <p:nvPr userDrawn="1"/>
        </p:nvGrpSpPr>
        <p:grpSpPr>
          <a:xfrm>
            <a:off x="-3286877" y="2449354"/>
            <a:ext cx="2087091" cy="442988"/>
            <a:chOff x="-4115294" y="1029294"/>
            <a:chExt cx="2087091" cy="442988"/>
          </a:xfrm>
          <a:solidFill>
            <a:srgbClr val="B9B414"/>
          </a:solidFill>
        </p:grpSpPr>
        <p:sp>
          <p:nvSpPr>
            <p:cNvPr id="70" name="Hexagon 34">
              <a:extLst>
                <a:ext uri="{FF2B5EF4-FFF2-40B4-BE49-F238E27FC236}">
                  <a16:creationId xmlns:a16="http://schemas.microsoft.com/office/drawing/2014/main" id="{B649442A-3833-A74F-FECC-C587A84CEAD7}"/>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71" name="Hexagon 34">
              <a:extLst>
                <a:ext uri="{FF2B5EF4-FFF2-40B4-BE49-F238E27FC236}">
                  <a16:creationId xmlns:a16="http://schemas.microsoft.com/office/drawing/2014/main" id="{7C683E0F-E9D7-E41E-1F62-EAE4B307F5DE}"/>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2" name="Hexagon 34">
              <a:extLst>
                <a:ext uri="{FF2B5EF4-FFF2-40B4-BE49-F238E27FC236}">
                  <a16:creationId xmlns:a16="http://schemas.microsoft.com/office/drawing/2014/main" id="{CD7B2A2A-BDEF-D831-75BA-B64E8C9E9B00}"/>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3" name="Hexagon 34">
              <a:extLst>
                <a:ext uri="{FF2B5EF4-FFF2-40B4-BE49-F238E27FC236}">
                  <a16:creationId xmlns:a16="http://schemas.microsoft.com/office/drawing/2014/main" id="{56771A16-50FF-8B68-7D62-204E4BECF34A}"/>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74" name="Group 73">
            <a:extLst>
              <a:ext uri="{FF2B5EF4-FFF2-40B4-BE49-F238E27FC236}">
                <a16:creationId xmlns:a16="http://schemas.microsoft.com/office/drawing/2014/main" id="{4E894F76-2E5A-94D4-F749-651395FC7814}"/>
              </a:ext>
            </a:extLst>
          </p:cNvPr>
          <p:cNvGrpSpPr/>
          <p:nvPr userDrawn="1"/>
        </p:nvGrpSpPr>
        <p:grpSpPr>
          <a:xfrm>
            <a:off x="-3286877" y="2952848"/>
            <a:ext cx="2058063" cy="442988"/>
            <a:chOff x="-4115294" y="1029294"/>
            <a:chExt cx="2058063" cy="442988"/>
          </a:xfrm>
          <a:solidFill>
            <a:srgbClr val="D70F3C"/>
          </a:solidFill>
        </p:grpSpPr>
        <p:sp>
          <p:nvSpPr>
            <p:cNvPr id="75" name="Hexagon 34">
              <a:extLst>
                <a:ext uri="{FF2B5EF4-FFF2-40B4-BE49-F238E27FC236}">
                  <a16:creationId xmlns:a16="http://schemas.microsoft.com/office/drawing/2014/main" id="{2BD6303D-A1BE-A684-FC80-0A4C67CD63F7}"/>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Hexagon 34">
              <a:extLst>
                <a:ext uri="{FF2B5EF4-FFF2-40B4-BE49-F238E27FC236}">
                  <a16:creationId xmlns:a16="http://schemas.microsoft.com/office/drawing/2014/main" id="{F465D7DB-1C4A-0BA2-BDBB-16B483790CDC}"/>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7" name="Hexagon 34">
              <a:extLst>
                <a:ext uri="{FF2B5EF4-FFF2-40B4-BE49-F238E27FC236}">
                  <a16:creationId xmlns:a16="http://schemas.microsoft.com/office/drawing/2014/main" id="{E5F8D4EE-1544-D9F6-1A26-675F138413F8}"/>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8" name="Hexagon 34">
              <a:extLst>
                <a:ext uri="{FF2B5EF4-FFF2-40B4-BE49-F238E27FC236}">
                  <a16:creationId xmlns:a16="http://schemas.microsoft.com/office/drawing/2014/main" id="{3C861C1A-82D7-4131-741F-B25AD65FE706}"/>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79" name="Hexagon 34">
            <a:extLst>
              <a:ext uri="{FF2B5EF4-FFF2-40B4-BE49-F238E27FC236}">
                <a16:creationId xmlns:a16="http://schemas.microsoft.com/office/drawing/2014/main" id="{E7D58073-0CA5-1417-0AEC-4A4BFB1291D9}"/>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80" name="Group 79">
            <a:extLst>
              <a:ext uri="{FF2B5EF4-FFF2-40B4-BE49-F238E27FC236}">
                <a16:creationId xmlns:a16="http://schemas.microsoft.com/office/drawing/2014/main" id="{9A0E7B3F-0A59-45B6-92AD-8E0C068FF273}"/>
              </a:ext>
            </a:extLst>
          </p:cNvPr>
          <p:cNvGrpSpPr/>
          <p:nvPr userDrawn="1"/>
        </p:nvGrpSpPr>
        <p:grpSpPr>
          <a:xfrm>
            <a:off x="-3266531" y="5099698"/>
            <a:ext cx="1526931" cy="442988"/>
            <a:chOff x="-3425632" y="4294521"/>
            <a:chExt cx="1526931" cy="442988"/>
          </a:xfrm>
        </p:grpSpPr>
        <p:sp>
          <p:nvSpPr>
            <p:cNvPr id="81" name="Hexagon 34">
              <a:extLst>
                <a:ext uri="{FF2B5EF4-FFF2-40B4-BE49-F238E27FC236}">
                  <a16:creationId xmlns:a16="http://schemas.microsoft.com/office/drawing/2014/main" id="{7665F601-EA9B-CA6C-AA94-21DD0C20C851}"/>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2" name="Hexagon 34">
              <a:extLst>
                <a:ext uri="{FF2B5EF4-FFF2-40B4-BE49-F238E27FC236}">
                  <a16:creationId xmlns:a16="http://schemas.microsoft.com/office/drawing/2014/main" id="{2DAD8684-5BC6-8018-DFF0-4D363C624077}"/>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3" name="Hexagon 34">
              <a:extLst>
                <a:ext uri="{FF2B5EF4-FFF2-40B4-BE49-F238E27FC236}">
                  <a16:creationId xmlns:a16="http://schemas.microsoft.com/office/drawing/2014/main" id="{BCD16D1D-EB74-9F60-CE98-0622AFAD14DB}"/>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4" name="Group 83">
            <a:extLst>
              <a:ext uri="{FF2B5EF4-FFF2-40B4-BE49-F238E27FC236}">
                <a16:creationId xmlns:a16="http://schemas.microsoft.com/office/drawing/2014/main" id="{25807851-3B0A-C3BB-D939-601E784EDEB0}"/>
              </a:ext>
            </a:extLst>
          </p:cNvPr>
          <p:cNvGrpSpPr/>
          <p:nvPr userDrawn="1"/>
        </p:nvGrpSpPr>
        <p:grpSpPr>
          <a:xfrm>
            <a:off x="-3286877" y="5596852"/>
            <a:ext cx="1511027" cy="436914"/>
            <a:chOff x="-4115294" y="5524844"/>
            <a:chExt cx="1511027" cy="436914"/>
          </a:xfrm>
        </p:grpSpPr>
        <p:sp>
          <p:nvSpPr>
            <p:cNvPr id="85" name="Hexagon 34">
              <a:extLst>
                <a:ext uri="{FF2B5EF4-FFF2-40B4-BE49-F238E27FC236}">
                  <a16:creationId xmlns:a16="http://schemas.microsoft.com/office/drawing/2014/main" id="{395FB40C-7533-E8A3-5DEC-F65009A6316F}"/>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6" name="Hexagon 34">
              <a:extLst>
                <a:ext uri="{FF2B5EF4-FFF2-40B4-BE49-F238E27FC236}">
                  <a16:creationId xmlns:a16="http://schemas.microsoft.com/office/drawing/2014/main" id="{C88FD61E-AC0E-BBDA-5895-806F8747E75A}"/>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7" name="Hexagon 34">
              <a:extLst>
                <a:ext uri="{FF2B5EF4-FFF2-40B4-BE49-F238E27FC236}">
                  <a16:creationId xmlns:a16="http://schemas.microsoft.com/office/drawing/2014/main" id="{990E47C8-915A-9BB6-66F1-3AFC0305F0DC}"/>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8" name="Group 87">
            <a:extLst>
              <a:ext uri="{FF2B5EF4-FFF2-40B4-BE49-F238E27FC236}">
                <a16:creationId xmlns:a16="http://schemas.microsoft.com/office/drawing/2014/main" id="{45B4E011-5F44-33E7-9EF3-B8D6A9951CE7}"/>
              </a:ext>
            </a:extLst>
          </p:cNvPr>
          <p:cNvGrpSpPr/>
          <p:nvPr userDrawn="1"/>
        </p:nvGrpSpPr>
        <p:grpSpPr>
          <a:xfrm>
            <a:off x="-3286877" y="6087932"/>
            <a:ext cx="1517905" cy="447214"/>
            <a:chOff x="-4115294" y="6015924"/>
            <a:chExt cx="1517905" cy="447214"/>
          </a:xfrm>
        </p:grpSpPr>
        <p:sp>
          <p:nvSpPr>
            <p:cNvPr id="89" name="Hexagon 34">
              <a:extLst>
                <a:ext uri="{FF2B5EF4-FFF2-40B4-BE49-F238E27FC236}">
                  <a16:creationId xmlns:a16="http://schemas.microsoft.com/office/drawing/2014/main" id="{551FCC70-9D7D-3704-2F6A-C567BEFD1EA0}"/>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0" name="Group 89">
              <a:extLst>
                <a:ext uri="{FF2B5EF4-FFF2-40B4-BE49-F238E27FC236}">
                  <a16:creationId xmlns:a16="http://schemas.microsoft.com/office/drawing/2014/main" id="{A19F665D-86C9-C22D-C201-0079F5C32393}"/>
                </a:ext>
              </a:extLst>
            </p:cNvPr>
            <p:cNvGrpSpPr/>
            <p:nvPr userDrawn="1"/>
          </p:nvGrpSpPr>
          <p:grpSpPr>
            <a:xfrm>
              <a:off x="-3603689" y="6015924"/>
              <a:ext cx="1006300" cy="436914"/>
              <a:chOff x="-4129137" y="5622699"/>
              <a:chExt cx="1006300" cy="436914"/>
            </a:xfrm>
          </p:grpSpPr>
          <p:sp>
            <p:nvSpPr>
              <p:cNvPr id="91" name="Hexagon 34">
                <a:extLst>
                  <a:ext uri="{FF2B5EF4-FFF2-40B4-BE49-F238E27FC236}">
                    <a16:creationId xmlns:a16="http://schemas.microsoft.com/office/drawing/2014/main" id="{43F589B1-CD10-FC77-90B8-561A63C48596}"/>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2" name="Hexagon 34">
                <a:extLst>
                  <a:ext uri="{FF2B5EF4-FFF2-40B4-BE49-F238E27FC236}">
                    <a16:creationId xmlns:a16="http://schemas.microsoft.com/office/drawing/2014/main" id="{0D8386F7-4958-1E31-47BD-B5F22A8A0B9A}"/>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3" name="TextBox 92">
            <a:extLst>
              <a:ext uri="{FF2B5EF4-FFF2-40B4-BE49-F238E27FC236}">
                <a16:creationId xmlns:a16="http://schemas.microsoft.com/office/drawing/2014/main" id="{2B6FF3FD-F62C-AF61-75AB-133A2A30E30A}"/>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4" name="Group 93">
            <a:extLst>
              <a:ext uri="{FF2B5EF4-FFF2-40B4-BE49-F238E27FC236}">
                <a16:creationId xmlns:a16="http://schemas.microsoft.com/office/drawing/2014/main" id="{423E2394-E6EA-6B03-3989-D13B3E6B6A89}"/>
              </a:ext>
            </a:extLst>
          </p:cNvPr>
          <p:cNvGrpSpPr/>
          <p:nvPr userDrawn="1"/>
        </p:nvGrpSpPr>
        <p:grpSpPr>
          <a:xfrm>
            <a:off x="-3241629" y="7317432"/>
            <a:ext cx="1546813" cy="436914"/>
            <a:chOff x="-4129137" y="6934996"/>
            <a:chExt cx="1546813" cy="436914"/>
          </a:xfrm>
        </p:grpSpPr>
        <p:sp>
          <p:nvSpPr>
            <p:cNvPr id="95" name="Hexagon 34">
              <a:extLst>
                <a:ext uri="{FF2B5EF4-FFF2-40B4-BE49-F238E27FC236}">
                  <a16:creationId xmlns:a16="http://schemas.microsoft.com/office/drawing/2014/main" id="{1D0BED97-017E-EC84-3882-C7896E35DFB0}"/>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6" name="Group 95">
              <a:extLst>
                <a:ext uri="{FF2B5EF4-FFF2-40B4-BE49-F238E27FC236}">
                  <a16:creationId xmlns:a16="http://schemas.microsoft.com/office/drawing/2014/main" id="{18701A27-61D9-A80E-D4B5-0CE11BF11DAF}"/>
                </a:ext>
              </a:extLst>
            </p:cNvPr>
            <p:cNvGrpSpPr/>
            <p:nvPr userDrawn="1"/>
          </p:nvGrpSpPr>
          <p:grpSpPr>
            <a:xfrm>
              <a:off x="-4129137" y="6934996"/>
              <a:ext cx="1546813" cy="436914"/>
              <a:chOff x="-4129137" y="6934996"/>
              <a:chExt cx="1546813" cy="436914"/>
            </a:xfrm>
          </p:grpSpPr>
          <p:sp>
            <p:nvSpPr>
              <p:cNvPr id="97" name="Hexagon 34">
                <a:extLst>
                  <a:ext uri="{FF2B5EF4-FFF2-40B4-BE49-F238E27FC236}">
                    <a16:creationId xmlns:a16="http://schemas.microsoft.com/office/drawing/2014/main" id="{F6FB4C63-E048-6D76-7532-8A69D9DB50FF}"/>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8" name="Hexagon 34">
                <a:extLst>
                  <a:ext uri="{FF2B5EF4-FFF2-40B4-BE49-F238E27FC236}">
                    <a16:creationId xmlns:a16="http://schemas.microsoft.com/office/drawing/2014/main" id="{2E90613E-5059-4468-CE5C-D70287544EF3}"/>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9" name="TextBox 98">
            <a:extLst>
              <a:ext uri="{FF2B5EF4-FFF2-40B4-BE49-F238E27FC236}">
                <a16:creationId xmlns:a16="http://schemas.microsoft.com/office/drawing/2014/main" id="{E3814673-2755-3D5B-C552-A37FE4E85A4B}"/>
              </a:ext>
            </a:extLst>
          </p:cNvPr>
          <p:cNvSpPr txBox="1"/>
          <p:nvPr userDrawn="1"/>
        </p:nvSpPr>
        <p:spPr>
          <a:xfrm>
            <a:off x="9737" y="-1488180"/>
            <a:ext cx="12189024" cy="1138773"/>
          </a:xfrm>
          <a:prstGeom prst="rect">
            <a:avLst/>
          </a:prstGeom>
          <a:solidFill>
            <a:srgbClr val="FFFF00"/>
          </a:solidFill>
        </p:spPr>
        <p:txBody>
          <a:bodyPr wrap="square" rtlCol="0">
            <a:spAutoFit/>
          </a:bodyPr>
          <a:lstStyle/>
          <a:p>
            <a:pPr marL="0" algn="l" rtl="0" eaLnBrk="1" latinLnBrk="0" hangingPunct="1">
              <a:spcBef>
                <a:spcPts val="0"/>
              </a:spcBef>
              <a:spcAft>
                <a:spcPts val="0"/>
              </a:spcAft>
            </a:pPr>
            <a:r>
              <a:rPr sz="1800" b="1" kern="1200" noProof="0">
                <a:solidFill>
                  <a:srgbClr val="000000"/>
                </a:solidFill>
                <a:effectLst/>
                <a:latin typeface="Verdana" panose="020B0502040204020203" pitchFamily="34" charset="0"/>
                <a:ea typeface="+mn-ea"/>
                <a:cs typeface="+mn-cs"/>
              </a:rPr>
              <a:t>Change Slide Color</a:t>
            </a:r>
            <a:r>
              <a:rPr sz="1800" kern="1200" noProof="0">
                <a:solidFill>
                  <a:srgbClr val="000000"/>
                </a:solidFill>
                <a:effectLst/>
                <a:latin typeface="Verdana" panose="020B0502040204020203" pitchFamily="34" charset="0"/>
                <a:ea typeface="+mn-ea"/>
                <a:cs typeface="+mn-cs"/>
              </a:rPr>
              <a:t>:</a:t>
            </a:r>
            <a:endParaRPr noProof="0">
              <a:effectLst/>
            </a:endParaRPr>
          </a:p>
          <a:p>
            <a:pPr marL="347472" indent="-347472" algn="l" rtl="0" eaLnBrk="1" latinLnBrk="0" hangingPunct="1">
              <a:spcBef>
                <a:spcPts val="0"/>
              </a:spcBef>
              <a:spcAft>
                <a:spcPts val="0"/>
              </a:spcAft>
            </a:pPr>
            <a:r>
              <a:rPr sz="1800" kern="1200" noProof="0" dirty="0">
                <a:solidFill>
                  <a:srgbClr val="000000"/>
                </a:solidFill>
                <a:effectLst/>
                <a:latin typeface="Verdana" panose="020B0502040204020203" pitchFamily="34" charset="0"/>
                <a:ea typeface="+mn-ea"/>
                <a:cs typeface="+mn-cs"/>
              </a:rPr>
              <a:t>1</a:t>
            </a:r>
            <a:r>
              <a:rPr sz="1600" kern="1200" noProof="0" dirty="0">
                <a:solidFill>
                  <a:srgbClr val="000000"/>
                </a:solidFill>
                <a:effectLst/>
                <a:latin typeface="+mn-lt"/>
                <a:ea typeface="+mn-ea"/>
                <a:cs typeface="+mn-cs"/>
              </a:rPr>
              <a:t>. Right click the colored shape (</a:t>
            </a:r>
            <a:r>
              <a:rPr sz="1600" b="1" kern="1200" noProof="0" dirty="0">
                <a:solidFill>
                  <a:srgbClr val="000000"/>
                </a:solidFill>
                <a:effectLst/>
                <a:latin typeface="+mn-lt"/>
                <a:ea typeface="+mn-ea"/>
                <a:cs typeface="+mn-cs"/>
              </a:rPr>
              <a:t>outside of the textbox</a:t>
            </a:r>
            <a:r>
              <a:rPr sz="1600" kern="1200" noProof="0" dirty="0">
                <a:solidFill>
                  <a:srgbClr val="000000"/>
                </a:solidFill>
                <a:effectLst/>
                <a:latin typeface="+mn-lt"/>
                <a:ea typeface="+mn-ea"/>
                <a:cs typeface="+mn-cs"/>
              </a:rPr>
              <a:t>)</a:t>
            </a:r>
            <a:endParaRPr sz="1600" noProof="0" dirty="0">
              <a:effectLst/>
              <a:latin typeface="+mn-lt"/>
            </a:endParaRPr>
          </a:p>
          <a:p>
            <a:pPr marL="347472" indent="-347472" algn="l" rtl="0" eaLnBrk="1" latinLnBrk="0" hangingPunct="1">
              <a:spcBef>
                <a:spcPts val="0"/>
              </a:spcBef>
              <a:spcAft>
                <a:spcPts val="0"/>
              </a:spcAft>
            </a:pPr>
            <a:r>
              <a:rPr sz="1600" kern="1200" noProof="0" dirty="0">
                <a:solidFill>
                  <a:srgbClr val="000000"/>
                </a:solidFill>
                <a:effectLst/>
                <a:latin typeface="+mn-lt"/>
                <a:ea typeface="+mn-ea"/>
                <a:cs typeface="+mn-cs"/>
              </a:rPr>
              <a:t>2. Select </a:t>
            </a:r>
            <a:r>
              <a:rPr sz="1600" b="1" kern="1200" noProof="0" dirty="0">
                <a:solidFill>
                  <a:srgbClr val="000000"/>
                </a:solidFill>
                <a:effectLst/>
                <a:latin typeface="+mn-lt"/>
                <a:ea typeface="+mn-ea"/>
                <a:cs typeface="+mn-cs"/>
              </a:rPr>
              <a:t>«Format Background»</a:t>
            </a:r>
            <a:endParaRPr sz="1600" noProof="0" dirty="0">
              <a:effectLst/>
              <a:latin typeface="+mn-lt"/>
            </a:endParaRPr>
          </a:p>
          <a:p>
            <a:pPr marL="347472" indent="-347472" algn="l" rtl="0" eaLnBrk="1" latinLnBrk="0" hangingPunct="1">
              <a:spcBef>
                <a:spcPts val="0"/>
              </a:spcBef>
              <a:spcAft>
                <a:spcPts val="0"/>
              </a:spcAft>
            </a:pPr>
            <a:r>
              <a:rPr sz="1600" kern="1200" noProof="0" dirty="0">
                <a:solidFill>
                  <a:srgbClr val="000000"/>
                </a:solidFill>
                <a:effectLst/>
                <a:latin typeface="+mn-lt"/>
                <a:ea typeface="+mn-ea"/>
                <a:cs typeface="+mn-cs"/>
              </a:rPr>
              <a:t>3. Select </a:t>
            </a:r>
            <a:r>
              <a:rPr sz="1600" b="0" kern="1200" noProof="0" dirty="0">
                <a:solidFill>
                  <a:srgbClr val="000000"/>
                </a:solidFill>
                <a:effectLst/>
                <a:latin typeface="+mn-lt"/>
                <a:ea typeface="+mn-ea"/>
                <a:cs typeface="+mn-cs"/>
              </a:rPr>
              <a:t>the </a:t>
            </a:r>
            <a:r>
              <a:rPr sz="1600" b="1" kern="1200" noProof="0" dirty="0">
                <a:solidFill>
                  <a:srgbClr val="000000"/>
                </a:solidFill>
                <a:effectLst/>
                <a:latin typeface="+mn-lt"/>
                <a:ea typeface="+mn-ea"/>
                <a:cs typeface="+mn-cs"/>
              </a:rPr>
              <a:t>«Color» </a:t>
            </a:r>
            <a:r>
              <a:rPr sz="1600" b="0" kern="1200" noProof="0" dirty="0">
                <a:solidFill>
                  <a:srgbClr val="000000"/>
                </a:solidFill>
                <a:effectLst/>
                <a:latin typeface="+mn-lt"/>
                <a:ea typeface="+mn-ea"/>
                <a:cs typeface="+mn-cs"/>
              </a:rPr>
              <a:t>function </a:t>
            </a:r>
            <a:r>
              <a:rPr sz="1600" kern="1200" noProof="0" dirty="0">
                <a:solidFill>
                  <a:srgbClr val="000000"/>
                </a:solidFill>
                <a:effectLst/>
                <a:latin typeface="+mn-lt"/>
                <a:ea typeface="+mn-ea"/>
                <a:cs typeface="+mn-cs"/>
              </a:rPr>
              <a:t>and use the </a:t>
            </a:r>
            <a:r>
              <a:rPr sz="1600" b="1" kern="1200" noProof="0" dirty="0">
                <a:solidFill>
                  <a:srgbClr val="000000"/>
                </a:solidFill>
                <a:effectLst/>
                <a:latin typeface="+mn-lt"/>
                <a:ea typeface="+mn-ea"/>
                <a:cs typeface="+mn-cs"/>
              </a:rPr>
              <a:t>eyedropper tool </a:t>
            </a:r>
            <a:r>
              <a:rPr sz="1600" kern="1200" noProof="0" dirty="0">
                <a:solidFill>
                  <a:srgbClr val="000000"/>
                </a:solidFill>
                <a:effectLst/>
                <a:latin typeface="+mn-lt"/>
                <a:ea typeface="+mn-ea"/>
                <a:cs typeface="+mn-cs"/>
              </a:rPr>
              <a:t>to select your preferred color from the color palette on the left side</a:t>
            </a:r>
            <a:endParaRPr sz="1600" noProof="0" dirty="0">
              <a:effectLst/>
              <a:latin typeface="+mn-lt"/>
            </a:endParaRPr>
          </a:p>
        </p:txBody>
      </p:sp>
      <p:grpSp>
        <p:nvGrpSpPr>
          <p:cNvPr id="100" name="Group 99">
            <a:extLst>
              <a:ext uri="{FF2B5EF4-FFF2-40B4-BE49-F238E27FC236}">
                <a16:creationId xmlns:a16="http://schemas.microsoft.com/office/drawing/2014/main" id="{4982E76D-378E-6AF3-D8EC-D3B87B0E3418}"/>
              </a:ext>
            </a:extLst>
          </p:cNvPr>
          <p:cNvGrpSpPr/>
          <p:nvPr userDrawn="1"/>
        </p:nvGrpSpPr>
        <p:grpSpPr>
          <a:xfrm>
            <a:off x="-3304566" y="-618524"/>
            <a:ext cx="1989792" cy="442988"/>
            <a:chOff x="-4115294" y="1029294"/>
            <a:chExt cx="1989792" cy="442988"/>
          </a:xfrm>
        </p:grpSpPr>
        <p:sp>
          <p:nvSpPr>
            <p:cNvPr id="101" name="Hexagon 34">
              <a:extLst>
                <a:ext uri="{FF2B5EF4-FFF2-40B4-BE49-F238E27FC236}">
                  <a16:creationId xmlns:a16="http://schemas.microsoft.com/office/drawing/2014/main" id="{7AD27A9F-FBA0-ECA3-1B3E-ADC9270FD132}"/>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468B7B75-464A-ECCA-232C-95A6DD5C6C79}"/>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3" name="Hexagon 34">
              <a:extLst>
                <a:ext uri="{FF2B5EF4-FFF2-40B4-BE49-F238E27FC236}">
                  <a16:creationId xmlns:a16="http://schemas.microsoft.com/office/drawing/2014/main" id="{74D47C44-C4AC-6C55-E8EA-976C2FF8E903}"/>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4" name="Hexagon 34">
              <a:extLst>
                <a:ext uri="{FF2B5EF4-FFF2-40B4-BE49-F238E27FC236}">
                  <a16:creationId xmlns:a16="http://schemas.microsoft.com/office/drawing/2014/main" id="{361BE35C-DBE0-AD9F-131E-F434AD18B547}"/>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5" name="Group 104">
            <a:extLst>
              <a:ext uri="{FF2B5EF4-FFF2-40B4-BE49-F238E27FC236}">
                <a16:creationId xmlns:a16="http://schemas.microsoft.com/office/drawing/2014/main" id="{7AD937C7-6F00-C9E9-82EA-1430E177BA47}"/>
              </a:ext>
            </a:extLst>
          </p:cNvPr>
          <p:cNvGrpSpPr/>
          <p:nvPr userDrawn="1"/>
        </p:nvGrpSpPr>
        <p:grpSpPr>
          <a:xfrm>
            <a:off x="-3304743" y="-114468"/>
            <a:ext cx="1557921" cy="436914"/>
            <a:chOff x="-4115294" y="1029294"/>
            <a:chExt cx="1557921" cy="436914"/>
          </a:xfrm>
        </p:grpSpPr>
        <p:sp>
          <p:nvSpPr>
            <p:cNvPr id="106" name="Hexagon 34">
              <a:extLst>
                <a:ext uri="{FF2B5EF4-FFF2-40B4-BE49-F238E27FC236}">
                  <a16:creationId xmlns:a16="http://schemas.microsoft.com/office/drawing/2014/main" id="{73856130-09BA-E0E3-86A8-8F4EEA264A32}"/>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7" name="Hexagon 34">
              <a:extLst>
                <a:ext uri="{FF2B5EF4-FFF2-40B4-BE49-F238E27FC236}">
                  <a16:creationId xmlns:a16="http://schemas.microsoft.com/office/drawing/2014/main" id="{6FD90983-A435-8B71-82A6-744EC482DB58}"/>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8" name="Hexagon 34">
              <a:extLst>
                <a:ext uri="{FF2B5EF4-FFF2-40B4-BE49-F238E27FC236}">
                  <a16:creationId xmlns:a16="http://schemas.microsoft.com/office/drawing/2014/main" id="{E98E00ED-E281-2F3B-7B99-204B4C86D404}"/>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9" name="TextBox 108">
            <a:extLst>
              <a:ext uri="{FF2B5EF4-FFF2-40B4-BE49-F238E27FC236}">
                <a16:creationId xmlns:a16="http://schemas.microsoft.com/office/drawing/2014/main" id="{A6140F6F-CEFA-B755-ADC3-625C3CD18ACA}"/>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0" name="Right Brace 109">
            <a:extLst>
              <a:ext uri="{FF2B5EF4-FFF2-40B4-BE49-F238E27FC236}">
                <a16:creationId xmlns:a16="http://schemas.microsoft.com/office/drawing/2014/main" id="{A5618D08-94E1-4035-B7BB-91BFE9D873B0}"/>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1" name="TextBox 110">
            <a:extLst>
              <a:ext uri="{FF2B5EF4-FFF2-40B4-BE49-F238E27FC236}">
                <a16:creationId xmlns:a16="http://schemas.microsoft.com/office/drawing/2014/main" id="{751C2182-0E0A-6993-137D-BDE4B4F1AC7E}"/>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2" name="Right Brace 111">
            <a:extLst>
              <a:ext uri="{FF2B5EF4-FFF2-40B4-BE49-F238E27FC236}">
                <a16:creationId xmlns:a16="http://schemas.microsoft.com/office/drawing/2014/main" id="{C9DB21ED-C5D2-160D-042F-DAE84D457E0D}"/>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3" name="TextBox 112">
            <a:extLst>
              <a:ext uri="{FF2B5EF4-FFF2-40B4-BE49-F238E27FC236}">
                <a16:creationId xmlns:a16="http://schemas.microsoft.com/office/drawing/2014/main" id="{53DD1370-E19B-0A33-EE41-B0D9918C65EF}"/>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4" name="Right Brace 113">
            <a:extLst>
              <a:ext uri="{FF2B5EF4-FFF2-40B4-BE49-F238E27FC236}">
                <a16:creationId xmlns:a16="http://schemas.microsoft.com/office/drawing/2014/main" id="{C2DCE74A-6552-5BF8-9043-55F0F87BDA72}"/>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5" name="TextBox 114">
            <a:extLst>
              <a:ext uri="{FF2B5EF4-FFF2-40B4-BE49-F238E27FC236}">
                <a16:creationId xmlns:a16="http://schemas.microsoft.com/office/drawing/2014/main" id="{89C22B3E-63C8-84AE-6048-5ED796B20591}"/>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6" name="Right Brace 115">
            <a:extLst>
              <a:ext uri="{FF2B5EF4-FFF2-40B4-BE49-F238E27FC236}">
                <a16:creationId xmlns:a16="http://schemas.microsoft.com/office/drawing/2014/main" id="{A99D7FDB-6E75-D7BF-9B61-53D4E44EC8D7}"/>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7" name="Right Brace 116">
            <a:extLst>
              <a:ext uri="{FF2B5EF4-FFF2-40B4-BE49-F238E27FC236}">
                <a16:creationId xmlns:a16="http://schemas.microsoft.com/office/drawing/2014/main" id="{E9AAFE21-A8B1-2225-732D-3558C30D951F}"/>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8" name="Right Brace 117">
            <a:extLst>
              <a:ext uri="{FF2B5EF4-FFF2-40B4-BE49-F238E27FC236}">
                <a16:creationId xmlns:a16="http://schemas.microsoft.com/office/drawing/2014/main" id="{ED2C77D2-7944-4200-7FD9-3A81D88AA955}"/>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9" name="TextBox 118">
            <a:extLst>
              <a:ext uri="{FF2B5EF4-FFF2-40B4-BE49-F238E27FC236}">
                <a16:creationId xmlns:a16="http://schemas.microsoft.com/office/drawing/2014/main" id="{CD40F3FB-D596-190C-8D60-6C5AF8BB2637}"/>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sp>
        <p:nvSpPr>
          <p:cNvPr id="2" name="TextBox 1">
            <a:extLst>
              <a:ext uri="{FF2B5EF4-FFF2-40B4-BE49-F238E27FC236}">
                <a16:creationId xmlns:a16="http://schemas.microsoft.com/office/drawing/2014/main" id="{F7900C5F-618A-E1AE-3E0B-23ACB8A23C29}"/>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pic>
        <p:nvPicPr>
          <p:cNvPr id="3" name="Graphic 2">
            <a:extLst>
              <a:ext uri="{FF2B5EF4-FFF2-40B4-BE49-F238E27FC236}">
                <a16:creationId xmlns:a16="http://schemas.microsoft.com/office/drawing/2014/main" id="{AEB6A6A3-2416-E419-2219-80FB45DFBE3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8" name="Footer Placeholder 4">
            <a:extLst>
              <a:ext uri="{FF2B5EF4-FFF2-40B4-BE49-F238E27FC236}">
                <a16:creationId xmlns:a16="http://schemas.microsoft.com/office/drawing/2014/main" id="{22DEBE65-06BE-DC9F-97FF-D1A6E6D2308F}"/>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407911657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Quote/Question 2">
    <p:bg>
      <p:bgPr>
        <a:solidFill>
          <a:schemeClr val="accent5"/>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8C23892-808F-6DA4-F591-867DAE70A136}"/>
              </a:ext>
            </a:extLst>
          </p:cNvPr>
          <p:cNvSpPr/>
          <p:nvPr userDrawn="1"/>
        </p:nvSpPr>
        <p:spPr>
          <a:xfrm rot="5400000">
            <a:off x="2655657" y="-2667034"/>
            <a:ext cx="6860977" cy="12195044"/>
          </a:xfrm>
          <a:custGeom>
            <a:avLst/>
            <a:gdLst>
              <a:gd name="connsiteX0" fmla="*/ 233084 w 6860977"/>
              <a:gd name="connsiteY0" fmla="*/ 11623130 h 12195044"/>
              <a:gd name="connsiteX1" fmla="*/ 6592255 w 6860977"/>
              <a:gd name="connsiteY1" fmla="*/ 11623130 h 12195044"/>
              <a:gd name="connsiteX2" fmla="*/ 6592255 w 6860977"/>
              <a:gd name="connsiteY2" fmla="*/ 6036573 h 12195044"/>
              <a:gd name="connsiteX3" fmla="*/ 233084 w 6860977"/>
              <a:gd name="connsiteY3" fmla="*/ 6036573 h 12195044"/>
              <a:gd name="connsiteX4" fmla="*/ 0 w 6860977"/>
              <a:gd name="connsiteY4" fmla="*/ 12175331 h 12195044"/>
              <a:gd name="connsiteX5" fmla="*/ 0 w 6860977"/>
              <a:gd name="connsiteY5" fmla="*/ 5317331 h 12195044"/>
              <a:gd name="connsiteX6" fmla="*/ 0 w 6860977"/>
              <a:gd name="connsiteY6" fmla="*/ 5317331 h 12195044"/>
              <a:gd name="connsiteX7" fmla="*/ 0 w 6860977"/>
              <a:gd name="connsiteY7" fmla="*/ 0 h 12195044"/>
              <a:gd name="connsiteX8" fmla="*/ 6858000 w 6860977"/>
              <a:gd name="connsiteY8" fmla="*/ 0 h 12195044"/>
              <a:gd name="connsiteX9" fmla="*/ 6858000 w 6860977"/>
              <a:gd name="connsiteY9" fmla="*/ 5317332 h 12195044"/>
              <a:gd name="connsiteX10" fmla="*/ 6860977 w 6860977"/>
              <a:gd name="connsiteY10" fmla="*/ 5317332 h 12195044"/>
              <a:gd name="connsiteX11" fmla="*/ 6860977 w 6860977"/>
              <a:gd name="connsiteY11" fmla="*/ 12195044 h 12195044"/>
              <a:gd name="connsiteX12" fmla="*/ 6592255 w 6860977"/>
              <a:gd name="connsiteY12" fmla="*/ 12195044 h 12195044"/>
              <a:gd name="connsiteX13" fmla="*/ 6592255 w 6860977"/>
              <a:gd name="connsiteY13" fmla="*/ 12192815 h 12195044"/>
              <a:gd name="connsiteX14" fmla="*/ 0 w 6860977"/>
              <a:gd name="connsiteY14" fmla="*/ 12192815 h 12195044"/>
              <a:gd name="connsiteX15" fmla="*/ 0 w 6860977"/>
              <a:gd name="connsiteY15" fmla="*/ 12175331 h 1219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60977" h="12195044">
                <a:moveTo>
                  <a:pt x="233084" y="11623130"/>
                </a:moveTo>
                <a:lnTo>
                  <a:pt x="6592255" y="11623130"/>
                </a:lnTo>
                <a:lnTo>
                  <a:pt x="6592255" y="6036573"/>
                </a:lnTo>
                <a:lnTo>
                  <a:pt x="233084" y="6036573"/>
                </a:lnTo>
                <a:close/>
                <a:moveTo>
                  <a:pt x="0" y="12175331"/>
                </a:moveTo>
                <a:lnTo>
                  <a:pt x="0" y="5317331"/>
                </a:lnTo>
                <a:lnTo>
                  <a:pt x="0" y="5317331"/>
                </a:lnTo>
                <a:lnTo>
                  <a:pt x="0" y="0"/>
                </a:lnTo>
                <a:lnTo>
                  <a:pt x="6858000" y="0"/>
                </a:lnTo>
                <a:lnTo>
                  <a:pt x="6858000" y="5317332"/>
                </a:lnTo>
                <a:lnTo>
                  <a:pt x="6860977" y="5317332"/>
                </a:lnTo>
                <a:lnTo>
                  <a:pt x="6860977" y="12195044"/>
                </a:lnTo>
                <a:lnTo>
                  <a:pt x="6592255" y="12195044"/>
                </a:lnTo>
                <a:lnTo>
                  <a:pt x="6592255" y="12192815"/>
                </a:lnTo>
                <a:lnTo>
                  <a:pt x="0" y="12192815"/>
                </a:lnTo>
                <a:lnTo>
                  <a:pt x="0" y="121753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dirty="0"/>
          </a:p>
        </p:txBody>
      </p:sp>
      <p:sp>
        <p:nvSpPr>
          <p:cNvPr id="6" name="Espace réservé du texte 9">
            <a:extLst>
              <a:ext uri="{FF2B5EF4-FFF2-40B4-BE49-F238E27FC236}">
                <a16:creationId xmlns:a16="http://schemas.microsoft.com/office/drawing/2014/main" id="{844751B8-954C-E047-2D77-AE1A328715D2}"/>
              </a:ext>
            </a:extLst>
          </p:cNvPr>
          <p:cNvSpPr>
            <a:spLocks noGrp="1"/>
          </p:cNvSpPr>
          <p:nvPr>
            <p:ph type="body" sz="quarter" idx="10" hasCustomPrompt="1"/>
          </p:nvPr>
        </p:nvSpPr>
        <p:spPr>
          <a:xfrm>
            <a:off x="1075011" y="871537"/>
            <a:ext cx="4685223" cy="3376663"/>
          </a:xfrm>
          <a:prstGeom prst="rect">
            <a:avLst/>
          </a:prstGeom>
        </p:spPr>
        <p:txBody>
          <a:bodyPr bIns="72000" anchor="b">
            <a:normAutofit/>
          </a:bodyPr>
          <a:lstStyle>
            <a:lvl1pPr marL="0" indent="0">
              <a:buNone/>
              <a:defRPr sz="4400" b="0">
                <a:solidFill>
                  <a:schemeClr val="bg1"/>
                </a:solidFill>
              </a:defRPr>
            </a:lvl1pPr>
          </a:lstStyle>
          <a:p>
            <a:pPr lvl="0"/>
            <a:r>
              <a:rPr noProof="0" dirty="0"/>
              <a:t>Quote / Question</a:t>
            </a:r>
          </a:p>
        </p:txBody>
      </p:sp>
      <p:sp>
        <p:nvSpPr>
          <p:cNvPr id="7" name="Espace réservé du texte 9">
            <a:extLst>
              <a:ext uri="{FF2B5EF4-FFF2-40B4-BE49-F238E27FC236}">
                <a16:creationId xmlns:a16="http://schemas.microsoft.com/office/drawing/2014/main" id="{D1C5CFE5-0B4C-AEC7-490A-3AF76BEDE664}"/>
              </a:ext>
            </a:extLst>
          </p:cNvPr>
          <p:cNvSpPr>
            <a:spLocks noGrp="1"/>
          </p:cNvSpPr>
          <p:nvPr>
            <p:ph type="body" sz="quarter" idx="11" hasCustomPrompt="1"/>
          </p:nvPr>
        </p:nvSpPr>
        <p:spPr>
          <a:xfrm>
            <a:off x="1075011" y="4248200"/>
            <a:ext cx="4685223" cy="1946225"/>
          </a:xfrm>
          <a:prstGeom prst="rect">
            <a:avLst/>
          </a:prstGeom>
        </p:spPr>
        <p:txBody>
          <a:bodyPr tIns="72000" anchor="t">
            <a:normAutofit/>
          </a:bodyPr>
          <a:lstStyle>
            <a:lvl1pPr marL="0" indent="0">
              <a:buNone/>
              <a:defRPr sz="1600" b="0">
                <a:solidFill>
                  <a:schemeClr val="bg1">
                    <a:alpha val="50000"/>
                  </a:schemeClr>
                </a:solidFill>
              </a:defRPr>
            </a:lvl1pPr>
          </a:lstStyle>
          <a:p>
            <a:pPr marL="0" marR="0" lvl="0" indent="0" algn="l" defTabSz="914400" rtl="0" eaLnBrk="1" fontAlgn="auto" latinLnBrk="0" hangingPunct="1">
              <a:lnSpc>
                <a:spcPct val="90000"/>
              </a:lnSpc>
              <a:spcBef>
                <a:spcPts val="900"/>
              </a:spcBef>
              <a:spcAft>
                <a:spcPts val="0"/>
              </a:spcAft>
              <a:buClr>
                <a:schemeClr val="tx2"/>
              </a:buClr>
              <a:buSzPct val="120000"/>
              <a:buFont typeface="Segoe UI" panose="020B0502040204020203" pitchFamily="34" charset="0"/>
              <a:buNone/>
              <a:tabLst/>
              <a:defRPr/>
            </a:pPr>
            <a:r>
              <a:rPr noProof="0" dirty="0"/>
              <a:t>Name</a:t>
            </a:r>
          </a:p>
          <a:p>
            <a:pPr lvl="0"/>
            <a:endParaRPr noProof="0" dirty="0"/>
          </a:p>
        </p:txBody>
      </p:sp>
      <p:sp>
        <p:nvSpPr>
          <p:cNvPr id="9" name="Rectangle 8">
            <a:extLst>
              <a:ext uri="{FF2B5EF4-FFF2-40B4-BE49-F238E27FC236}">
                <a16:creationId xmlns:a16="http://schemas.microsoft.com/office/drawing/2014/main" id="{7DEF182C-D361-45A4-850D-C29DA7B62E1C}"/>
              </a:ext>
            </a:extLst>
          </p:cNvPr>
          <p:cNvSpPr/>
          <p:nvPr userDrawn="1"/>
        </p:nvSpPr>
        <p:spPr>
          <a:xfrm>
            <a:off x="11721561" y="6503801"/>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5" name="Rectangle 14">
            <a:extLst>
              <a:ext uri="{FF2B5EF4-FFF2-40B4-BE49-F238E27FC236}">
                <a16:creationId xmlns:a16="http://schemas.microsoft.com/office/drawing/2014/main" id="{BBAA570A-A1E8-6783-009B-9D98B2E7CD21}"/>
              </a:ext>
            </a:extLst>
          </p:cNvPr>
          <p:cNvSpPr/>
          <p:nvPr userDrawn="1"/>
        </p:nvSpPr>
        <p:spPr>
          <a:xfrm>
            <a:off x="11721561" y="341248"/>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9" name="Image 18">
            <a:extLst>
              <a:ext uri="{FF2B5EF4-FFF2-40B4-BE49-F238E27FC236}">
                <a16:creationId xmlns:a16="http://schemas.microsoft.com/office/drawing/2014/main" id="{51FC74EC-3D79-70DC-1255-31B30B1527D3}"/>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3146" y="1060667"/>
            <a:ext cx="1725935" cy="136090"/>
          </a:xfrm>
          <a:prstGeom prst="rect">
            <a:avLst/>
          </a:prstGeom>
        </p:spPr>
      </p:pic>
      <p:sp>
        <p:nvSpPr>
          <p:cNvPr id="21" name="Espace réservé pour une image  2">
            <a:extLst>
              <a:ext uri="{FF2B5EF4-FFF2-40B4-BE49-F238E27FC236}">
                <a16:creationId xmlns:a16="http://schemas.microsoft.com/office/drawing/2014/main" id="{253E62CD-8372-CA03-2625-A6B496754623}"/>
              </a:ext>
            </a:extLst>
          </p:cNvPr>
          <p:cNvSpPr>
            <a:spLocks noGrp="1"/>
          </p:cNvSpPr>
          <p:nvPr>
            <p:ph type="pic" sz="quarter" idx="12" hasCustomPrompt="1"/>
          </p:nvPr>
        </p:nvSpPr>
        <p:spPr>
          <a:xfrm>
            <a:off x="6148044" y="236658"/>
            <a:ext cx="5505090" cy="6345307"/>
          </a:xfrm>
          <a:prstGeom prst="rect">
            <a:avLst/>
          </a:prstGeom>
        </p:spPr>
        <p:txBody>
          <a:bodyPr/>
          <a:lstStyle>
            <a:lvl1pPr marL="0" indent="0">
              <a:buNone/>
              <a:defRPr>
                <a:noFill/>
              </a:defRPr>
            </a:lvl1pPr>
          </a:lstStyle>
          <a:p>
            <a:r>
              <a:rPr dirty="0"/>
              <a:t>.</a:t>
            </a:r>
          </a:p>
        </p:txBody>
      </p:sp>
      <p:sp>
        <p:nvSpPr>
          <p:cNvPr id="3" name="TextBox 2">
            <a:extLst>
              <a:ext uri="{FF2B5EF4-FFF2-40B4-BE49-F238E27FC236}">
                <a16:creationId xmlns:a16="http://schemas.microsoft.com/office/drawing/2014/main" id="{B2345403-045F-2CEB-9366-145BBF74C296}"/>
              </a:ext>
            </a:extLst>
          </p:cNvPr>
          <p:cNvSpPr txBox="1"/>
          <p:nvPr userDrawn="1"/>
        </p:nvSpPr>
        <p:spPr>
          <a:xfrm>
            <a:off x="-3300719" y="-2187624"/>
            <a:ext cx="1595309" cy="369332"/>
          </a:xfrm>
          <a:prstGeom prst="rect">
            <a:avLst/>
          </a:prstGeom>
          <a:noFill/>
        </p:spPr>
        <p:txBody>
          <a:bodyPr wrap="none" rtlCol="0">
            <a:spAutoFit/>
          </a:bodyPr>
          <a:lstStyle/>
          <a:p>
            <a:r>
              <a:rPr dirty="0">
                <a:solidFill>
                  <a:srgbClr val="FF0000"/>
                </a:solidFill>
                <a:latin typeface="Verdana" pitchFamily="2" charset="0"/>
              </a:rPr>
              <a:t>ELCA Group</a:t>
            </a:r>
          </a:p>
        </p:txBody>
      </p:sp>
      <p:sp>
        <p:nvSpPr>
          <p:cNvPr id="4" name="Hexagon 34">
            <a:extLst>
              <a:ext uri="{FF2B5EF4-FFF2-40B4-BE49-F238E27FC236}">
                <a16:creationId xmlns:a16="http://schemas.microsoft.com/office/drawing/2014/main" id="{519EC49F-06A1-89E6-AA60-A7FA0CED1C2A}"/>
              </a:ext>
            </a:extLst>
          </p:cNvPr>
          <p:cNvSpPr/>
          <p:nvPr userDrawn="1"/>
        </p:nvSpPr>
        <p:spPr>
          <a:xfrm>
            <a:off x="-3324506" y="-163462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5" name="Group 4">
            <a:extLst>
              <a:ext uri="{FF2B5EF4-FFF2-40B4-BE49-F238E27FC236}">
                <a16:creationId xmlns:a16="http://schemas.microsoft.com/office/drawing/2014/main" id="{38F6387D-6156-97D1-53CC-E710FBD41834}"/>
              </a:ext>
            </a:extLst>
          </p:cNvPr>
          <p:cNvGrpSpPr/>
          <p:nvPr userDrawn="1"/>
        </p:nvGrpSpPr>
        <p:grpSpPr>
          <a:xfrm>
            <a:off x="-3295214" y="-1132958"/>
            <a:ext cx="1548392" cy="442988"/>
            <a:chOff x="-3411790" y="-1707010"/>
            <a:chExt cx="1548392" cy="442988"/>
          </a:xfrm>
        </p:grpSpPr>
        <p:sp>
          <p:nvSpPr>
            <p:cNvPr id="8" name="Hexagon 34">
              <a:extLst>
                <a:ext uri="{FF2B5EF4-FFF2-40B4-BE49-F238E27FC236}">
                  <a16:creationId xmlns:a16="http://schemas.microsoft.com/office/drawing/2014/main" id="{3011ED62-9DC2-AAF9-042E-1633BF8D6225}"/>
                </a:ext>
              </a:extLst>
            </p:cNvPr>
            <p:cNvSpPr/>
            <p:nvPr userDrawn="1"/>
          </p:nvSpPr>
          <p:spPr>
            <a:xfrm>
              <a:off x="-341179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4" name="Hexagon 34">
              <a:extLst>
                <a:ext uri="{FF2B5EF4-FFF2-40B4-BE49-F238E27FC236}">
                  <a16:creationId xmlns:a16="http://schemas.microsoft.com/office/drawing/2014/main" id="{AFC77FC0-4B0A-4A51-A380-32592C935E1B}"/>
                </a:ext>
              </a:extLst>
            </p:cNvPr>
            <p:cNvSpPr/>
            <p:nvPr userDrawn="1"/>
          </p:nvSpPr>
          <p:spPr>
            <a:xfrm>
              <a:off x="-2882960" y="-1707010"/>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CA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0" name="Hexagon 34">
              <a:extLst>
                <a:ext uri="{FF2B5EF4-FFF2-40B4-BE49-F238E27FC236}">
                  <a16:creationId xmlns:a16="http://schemas.microsoft.com/office/drawing/2014/main" id="{50B5E677-106D-DCE4-1471-0789FE1BDD63}"/>
                </a:ext>
              </a:extLst>
            </p:cNvPr>
            <p:cNvSpPr/>
            <p:nvPr userDrawn="1"/>
          </p:nvSpPr>
          <p:spPr>
            <a:xfrm>
              <a:off x="-2337175" y="-170093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AF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61" name="TextBox 60">
            <a:extLst>
              <a:ext uri="{FF2B5EF4-FFF2-40B4-BE49-F238E27FC236}">
                <a16:creationId xmlns:a16="http://schemas.microsoft.com/office/drawing/2014/main" id="{F2838B0E-B8CF-0663-A72C-826F4E88D442}"/>
              </a:ext>
            </a:extLst>
          </p:cNvPr>
          <p:cNvSpPr txBox="1"/>
          <p:nvPr userDrawn="1"/>
        </p:nvSpPr>
        <p:spPr>
          <a:xfrm>
            <a:off x="-3300719" y="908720"/>
            <a:ext cx="990977" cy="369332"/>
          </a:xfrm>
          <a:prstGeom prst="rect">
            <a:avLst/>
          </a:prstGeom>
          <a:noFill/>
        </p:spPr>
        <p:txBody>
          <a:bodyPr wrap="none" rtlCol="0">
            <a:spAutoFit/>
          </a:bodyPr>
          <a:lstStyle/>
          <a:p>
            <a:r>
              <a:rPr dirty="0" err="1">
                <a:solidFill>
                  <a:srgbClr val="FF0000"/>
                </a:solidFill>
                <a:latin typeface="Verdana" pitchFamily="2" charset="0"/>
              </a:rPr>
              <a:t>Sumex</a:t>
            </a:r>
            <a:endParaRPr dirty="0">
              <a:solidFill>
                <a:srgbClr val="FF0000"/>
              </a:solidFill>
              <a:latin typeface="Verdana" pitchFamily="2" charset="0"/>
            </a:endParaRPr>
          </a:p>
        </p:txBody>
      </p:sp>
      <p:sp>
        <p:nvSpPr>
          <p:cNvPr id="62" name="Hexagon 34">
            <a:extLst>
              <a:ext uri="{FF2B5EF4-FFF2-40B4-BE49-F238E27FC236}">
                <a16:creationId xmlns:a16="http://schemas.microsoft.com/office/drawing/2014/main" id="{59DE71BF-F797-A082-071D-98C9B6127E7E}"/>
              </a:ext>
            </a:extLst>
          </p:cNvPr>
          <p:cNvSpPr/>
          <p:nvPr userDrawn="1"/>
        </p:nvSpPr>
        <p:spPr>
          <a:xfrm>
            <a:off x="-3286877" y="146134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738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63" name="Group 62">
            <a:extLst>
              <a:ext uri="{FF2B5EF4-FFF2-40B4-BE49-F238E27FC236}">
                <a16:creationId xmlns:a16="http://schemas.microsoft.com/office/drawing/2014/main" id="{0FA37AF9-5F83-20BB-C755-536C6E7CA2A7}"/>
              </a:ext>
            </a:extLst>
          </p:cNvPr>
          <p:cNvGrpSpPr/>
          <p:nvPr userDrawn="1"/>
        </p:nvGrpSpPr>
        <p:grpSpPr>
          <a:xfrm>
            <a:off x="-3291571" y="1977900"/>
            <a:ext cx="1582363" cy="442988"/>
            <a:chOff x="-3567586" y="1544252"/>
            <a:chExt cx="1582363" cy="442988"/>
          </a:xfrm>
        </p:grpSpPr>
        <p:sp>
          <p:nvSpPr>
            <p:cNvPr id="64" name="Hexagon 34">
              <a:extLst>
                <a:ext uri="{FF2B5EF4-FFF2-40B4-BE49-F238E27FC236}">
                  <a16:creationId xmlns:a16="http://schemas.microsoft.com/office/drawing/2014/main" id="{1F1EEBC9-EB8A-1A7D-0922-F097BF4D9085}"/>
                </a:ext>
              </a:extLst>
            </p:cNvPr>
            <p:cNvSpPr/>
            <p:nvPr userDrawn="1"/>
          </p:nvSpPr>
          <p:spPr>
            <a:xfrm>
              <a:off x="-3567586"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C4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5" name="Hexagon 34">
              <a:extLst>
                <a:ext uri="{FF2B5EF4-FFF2-40B4-BE49-F238E27FC236}">
                  <a16:creationId xmlns:a16="http://schemas.microsoft.com/office/drawing/2014/main" id="{11AA74C6-3182-08B0-EB19-5130BDC9693A}"/>
                </a:ext>
              </a:extLst>
            </p:cNvPr>
            <p:cNvSpPr/>
            <p:nvPr userDrawn="1"/>
          </p:nvSpPr>
          <p:spPr>
            <a:xfrm>
              <a:off x="-2991522" y="1544252"/>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C9D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6" name="Hexagon 34">
              <a:extLst>
                <a:ext uri="{FF2B5EF4-FFF2-40B4-BE49-F238E27FC236}">
                  <a16:creationId xmlns:a16="http://schemas.microsoft.com/office/drawing/2014/main" id="{AC389F29-F509-7977-2B16-1C3B02BC578B}"/>
                </a:ext>
              </a:extLst>
            </p:cNvPr>
            <p:cNvSpPr/>
            <p:nvPr userDrawn="1"/>
          </p:nvSpPr>
          <p:spPr>
            <a:xfrm>
              <a:off x="-2459000" y="155032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B9B4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67" name="Group 66">
            <a:extLst>
              <a:ext uri="{FF2B5EF4-FFF2-40B4-BE49-F238E27FC236}">
                <a16:creationId xmlns:a16="http://schemas.microsoft.com/office/drawing/2014/main" id="{FAE4D7C6-B11D-A66C-4595-552B2BCA7E5A}"/>
              </a:ext>
            </a:extLst>
          </p:cNvPr>
          <p:cNvGrpSpPr/>
          <p:nvPr userDrawn="1"/>
        </p:nvGrpSpPr>
        <p:grpSpPr>
          <a:xfrm>
            <a:off x="-3286877" y="2449354"/>
            <a:ext cx="2087091" cy="442988"/>
            <a:chOff x="-4115294" y="1029294"/>
            <a:chExt cx="2087091" cy="442988"/>
          </a:xfrm>
          <a:solidFill>
            <a:srgbClr val="B9B414"/>
          </a:solidFill>
        </p:grpSpPr>
        <p:sp>
          <p:nvSpPr>
            <p:cNvPr id="68" name="Hexagon 34">
              <a:extLst>
                <a:ext uri="{FF2B5EF4-FFF2-40B4-BE49-F238E27FC236}">
                  <a16:creationId xmlns:a16="http://schemas.microsoft.com/office/drawing/2014/main" id="{A1437D1D-D58F-1C03-F2B9-E504135A082F}"/>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9A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69" name="Hexagon 34">
              <a:extLst>
                <a:ext uri="{FF2B5EF4-FFF2-40B4-BE49-F238E27FC236}">
                  <a16:creationId xmlns:a16="http://schemas.microsoft.com/office/drawing/2014/main" id="{7A86D0A9-859E-F3A2-F9F9-C3B3DD64F1FB}"/>
                </a:ext>
              </a:extLst>
            </p:cNvPr>
            <p:cNvSpPr/>
            <p:nvPr userDrawn="1"/>
          </p:nvSpPr>
          <p:spPr>
            <a:xfrm>
              <a:off x="-358210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5A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0" name="Hexagon 34">
              <a:extLst>
                <a:ext uri="{FF2B5EF4-FFF2-40B4-BE49-F238E27FC236}">
                  <a16:creationId xmlns:a16="http://schemas.microsoft.com/office/drawing/2014/main" id="{681EADD5-D9B2-1A7C-1417-71A0F3510FF2}"/>
                </a:ext>
              </a:extLst>
            </p:cNvPr>
            <p:cNvSpPr/>
            <p:nvPr userDrawn="1"/>
          </p:nvSpPr>
          <p:spPr>
            <a:xfrm>
              <a:off x="-3042108"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A4B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1" name="Hexagon 34">
              <a:extLst>
                <a:ext uri="{FF2B5EF4-FFF2-40B4-BE49-F238E27FC236}">
                  <a16:creationId xmlns:a16="http://schemas.microsoft.com/office/drawing/2014/main" id="{8A561F94-B79E-2D19-581F-95833E5D265D}"/>
                </a:ext>
              </a:extLst>
            </p:cNvPr>
            <p:cNvSpPr/>
            <p:nvPr userDrawn="1"/>
          </p:nvSpPr>
          <p:spPr>
            <a:xfrm>
              <a:off x="-2501980"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82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72" name="Group 71">
            <a:extLst>
              <a:ext uri="{FF2B5EF4-FFF2-40B4-BE49-F238E27FC236}">
                <a16:creationId xmlns:a16="http://schemas.microsoft.com/office/drawing/2014/main" id="{68588ADC-926F-BD43-2CA0-A20E95C21A53}"/>
              </a:ext>
            </a:extLst>
          </p:cNvPr>
          <p:cNvGrpSpPr/>
          <p:nvPr userDrawn="1"/>
        </p:nvGrpSpPr>
        <p:grpSpPr>
          <a:xfrm>
            <a:off x="-3286877" y="2952848"/>
            <a:ext cx="2058063" cy="442988"/>
            <a:chOff x="-4115294" y="1029294"/>
            <a:chExt cx="2058063" cy="442988"/>
          </a:xfrm>
          <a:solidFill>
            <a:srgbClr val="D70F3C"/>
          </a:solidFill>
        </p:grpSpPr>
        <p:sp>
          <p:nvSpPr>
            <p:cNvPr id="73" name="Hexagon 34">
              <a:extLst>
                <a:ext uri="{FF2B5EF4-FFF2-40B4-BE49-F238E27FC236}">
                  <a16:creationId xmlns:a16="http://schemas.microsoft.com/office/drawing/2014/main" id="{CCBCFFA6-5C38-4FB9-D88C-8DC7ED959773}"/>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4" name="Hexagon 34">
              <a:extLst>
                <a:ext uri="{FF2B5EF4-FFF2-40B4-BE49-F238E27FC236}">
                  <a16:creationId xmlns:a16="http://schemas.microsoft.com/office/drawing/2014/main" id="{AA735282-4713-A535-883D-0D3AF3E06C5F}"/>
                </a:ext>
              </a:extLst>
            </p:cNvPr>
            <p:cNvSpPr/>
            <p:nvPr userDrawn="1"/>
          </p:nvSpPr>
          <p:spPr>
            <a:xfrm>
              <a:off x="-359480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9369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5" name="Hexagon 34">
              <a:extLst>
                <a:ext uri="{FF2B5EF4-FFF2-40B4-BE49-F238E27FC236}">
                  <a16:creationId xmlns:a16="http://schemas.microsoft.com/office/drawing/2014/main" id="{52520F70-C1EA-D5CA-4CFF-8EB8124C75B3}"/>
                </a:ext>
              </a:extLst>
            </p:cNvPr>
            <p:cNvSpPr/>
            <p:nvPr userDrawn="1"/>
          </p:nvSpPr>
          <p:spPr>
            <a:xfrm>
              <a:off x="-306353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6" name="Hexagon 34">
              <a:extLst>
                <a:ext uri="{FF2B5EF4-FFF2-40B4-BE49-F238E27FC236}">
                  <a16:creationId xmlns:a16="http://schemas.microsoft.com/office/drawing/2014/main" id="{297E4DCE-6148-CC3B-97E6-E2EA47B984F2}"/>
                </a:ext>
              </a:extLst>
            </p:cNvPr>
            <p:cNvSpPr/>
            <p:nvPr userDrawn="1"/>
          </p:nvSpPr>
          <p:spPr>
            <a:xfrm>
              <a:off x="-2531008"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7D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77" name="Hexagon 34">
            <a:extLst>
              <a:ext uri="{FF2B5EF4-FFF2-40B4-BE49-F238E27FC236}">
                <a16:creationId xmlns:a16="http://schemas.microsoft.com/office/drawing/2014/main" id="{9C132580-50F8-AE89-72F6-09F8B5FCAE8F}"/>
              </a:ext>
            </a:extLst>
          </p:cNvPr>
          <p:cNvSpPr/>
          <p:nvPr userDrawn="1"/>
        </p:nvSpPr>
        <p:spPr>
          <a:xfrm>
            <a:off x="-3270440" y="463075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1AA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8" name="Group 77">
            <a:extLst>
              <a:ext uri="{FF2B5EF4-FFF2-40B4-BE49-F238E27FC236}">
                <a16:creationId xmlns:a16="http://schemas.microsoft.com/office/drawing/2014/main" id="{85B35858-CCD9-BED8-7924-50C4A75000B5}"/>
              </a:ext>
            </a:extLst>
          </p:cNvPr>
          <p:cNvGrpSpPr/>
          <p:nvPr userDrawn="1"/>
        </p:nvGrpSpPr>
        <p:grpSpPr>
          <a:xfrm>
            <a:off x="-3266531" y="5099698"/>
            <a:ext cx="1526931" cy="442988"/>
            <a:chOff x="-3425632" y="4294521"/>
            <a:chExt cx="1526931" cy="442988"/>
          </a:xfrm>
        </p:grpSpPr>
        <p:sp>
          <p:nvSpPr>
            <p:cNvPr id="79" name="Hexagon 34">
              <a:extLst>
                <a:ext uri="{FF2B5EF4-FFF2-40B4-BE49-F238E27FC236}">
                  <a16:creationId xmlns:a16="http://schemas.microsoft.com/office/drawing/2014/main" id="{674204CB-9C9E-9B09-A9CF-BC416B9634DF}"/>
                </a:ext>
              </a:extLst>
            </p:cNvPr>
            <p:cNvSpPr/>
            <p:nvPr userDrawn="1"/>
          </p:nvSpPr>
          <p:spPr>
            <a:xfrm>
              <a:off x="-3425632"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00AD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80" name="Hexagon 34">
              <a:extLst>
                <a:ext uri="{FF2B5EF4-FFF2-40B4-BE49-F238E27FC236}">
                  <a16:creationId xmlns:a16="http://schemas.microsoft.com/office/drawing/2014/main" id="{0D5E573E-E4DB-96DC-0E3E-E95BBBC14F6A}"/>
                </a:ext>
              </a:extLst>
            </p:cNvPr>
            <p:cNvSpPr/>
            <p:nvPr userDrawn="1"/>
          </p:nvSpPr>
          <p:spPr>
            <a:xfrm>
              <a:off x="-2905000" y="4294521"/>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BD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1" name="Hexagon 34">
              <a:extLst>
                <a:ext uri="{FF2B5EF4-FFF2-40B4-BE49-F238E27FC236}">
                  <a16:creationId xmlns:a16="http://schemas.microsoft.com/office/drawing/2014/main" id="{7F68464C-E5CB-CBC2-699E-C4C7F61D9B2F}"/>
                </a:ext>
              </a:extLst>
            </p:cNvPr>
            <p:cNvSpPr/>
            <p:nvPr userDrawn="1"/>
          </p:nvSpPr>
          <p:spPr>
            <a:xfrm>
              <a:off x="-2372478" y="4300595"/>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2" name="Group 81">
            <a:extLst>
              <a:ext uri="{FF2B5EF4-FFF2-40B4-BE49-F238E27FC236}">
                <a16:creationId xmlns:a16="http://schemas.microsoft.com/office/drawing/2014/main" id="{D84C9BD5-C7FE-CA61-0CE7-0AE7889B1569}"/>
              </a:ext>
            </a:extLst>
          </p:cNvPr>
          <p:cNvGrpSpPr/>
          <p:nvPr userDrawn="1"/>
        </p:nvGrpSpPr>
        <p:grpSpPr>
          <a:xfrm>
            <a:off x="-3286877" y="5596852"/>
            <a:ext cx="1511027" cy="436914"/>
            <a:chOff x="-4115294" y="5524844"/>
            <a:chExt cx="1511027" cy="436914"/>
          </a:xfrm>
        </p:grpSpPr>
        <p:sp>
          <p:nvSpPr>
            <p:cNvPr id="83" name="Hexagon 34">
              <a:extLst>
                <a:ext uri="{FF2B5EF4-FFF2-40B4-BE49-F238E27FC236}">
                  <a16:creationId xmlns:a16="http://schemas.microsoft.com/office/drawing/2014/main" id="{D04B2C1C-D8D0-FAE9-130E-01F03DF152A3}"/>
                </a:ext>
              </a:extLst>
            </p:cNvPr>
            <p:cNvSpPr/>
            <p:nvPr userDrawn="1"/>
          </p:nvSpPr>
          <p:spPr>
            <a:xfrm>
              <a:off x="-411529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4" name="Hexagon 34">
              <a:extLst>
                <a:ext uri="{FF2B5EF4-FFF2-40B4-BE49-F238E27FC236}">
                  <a16:creationId xmlns:a16="http://schemas.microsoft.com/office/drawing/2014/main" id="{F30209A1-11BB-F066-F467-1BA79B24248F}"/>
                </a:ext>
              </a:extLst>
            </p:cNvPr>
            <p:cNvSpPr/>
            <p:nvPr userDrawn="1"/>
          </p:nvSpPr>
          <p:spPr>
            <a:xfrm>
              <a:off x="-359661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64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5" name="Hexagon 34">
              <a:extLst>
                <a:ext uri="{FF2B5EF4-FFF2-40B4-BE49-F238E27FC236}">
                  <a16:creationId xmlns:a16="http://schemas.microsoft.com/office/drawing/2014/main" id="{0093D00D-4C8E-C019-46AC-70BA5CCA06F6}"/>
                </a:ext>
              </a:extLst>
            </p:cNvPr>
            <p:cNvSpPr/>
            <p:nvPr userDrawn="1"/>
          </p:nvSpPr>
          <p:spPr>
            <a:xfrm>
              <a:off x="-3078044" y="552484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64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86" name="Group 85">
            <a:extLst>
              <a:ext uri="{FF2B5EF4-FFF2-40B4-BE49-F238E27FC236}">
                <a16:creationId xmlns:a16="http://schemas.microsoft.com/office/drawing/2014/main" id="{02E2B76B-D4F0-F6BE-57E2-901CF240C1EA}"/>
              </a:ext>
            </a:extLst>
          </p:cNvPr>
          <p:cNvGrpSpPr/>
          <p:nvPr userDrawn="1"/>
        </p:nvGrpSpPr>
        <p:grpSpPr>
          <a:xfrm>
            <a:off x="-3286877" y="6087932"/>
            <a:ext cx="1517905" cy="447214"/>
            <a:chOff x="-4115294" y="6015924"/>
            <a:chExt cx="1517905" cy="447214"/>
          </a:xfrm>
        </p:grpSpPr>
        <p:sp>
          <p:nvSpPr>
            <p:cNvPr id="87" name="Hexagon 34">
              <a:extLst>
                <a:ext uri="{FF2B5EF4-FFF2-40B4-BE49-F238E27FC236}">
                  <a16:creationId xmlns:a16="http://schemas.microsoft.com/office/drawing/2014/main" id="{14294D70-787C-7BB7-F789-718CC7685DF6}"/>
                </a:ext>
              </a:extLst>
            </p:cNvPr>
            <p:cNvSpPr/>
            <p:nvPr userDrawn="1"/>
          </p:nvSpPr>
          <p:spPr>
            <a:xfrm>
              <a:off x="-4115294" y="602622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8" name="Group 87">
              <a:extLst>
                <a:ext uri="{FF2B5EF4-FFF2-40B4-BE49-F238E27FC236}">
                  <a16:creationId xmlns:a16="http://schemas.microsoft.com/office/drawing/2014/main" id="{B3EC091C-D82F-7A7E-78B5-D6B8B020D112}"/>
                </a:ext>
              </a:extLst>
            </p:cNvPr>
            <p:cNvGrpSpPr/>
            <p:nvPr userDrawn="1"/>
          </p:nvGrpSpPr>
          <p:grpSpPr>
            <a:xfrm>
              <a:off x="-3603689" y="6015924"/>
              <a:ext cx="1006300" cy="436914"/>
              <a:chOff x="-4129137" y="5622699"/>
              <a:chExt cx="1006300" cy="436914"/>
            </a:xfrm>
          </p:grpSpPr>
          <p:sp>
            <p:nvSpPr>
              <p:cNvPr id="89" name="Hexagon 34">
                <a:extLst>
                  <a:ext uri="{FF2B5EF4-FFF2-40B4-BE49-F238E27FC236}">
                    <a16:creationId xmlns:a16="http://schemas.microsoft.com/office/drawing/2014/main" id="{22A73268-9CD0-47BD-8D5E-60DEBD322B2D}"/>
                  </a:ext>
                </a:extLst>
              </p:cNvPr>
              <p:cNvSpPr/>
              <p:nvPr userDrawn="1"/>
            </p:nvSpPr>
            <p:spPr>
              <a:xfrm>
                <a:off x="-4129137"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64A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0" name="Hexagon 34">
                <a:extLst>
                  <a:ext uri="{FF2B5EF4-FFF2-40B4-BE49-F238E27FC236}">
                    <a16:creationId xmlns:a16="http://schemas.microsoft.com/office/drawing/2014/main" id="{0D9874EA-64FA-15CA-7FAB-5CD65E7B0693}"/>
                  </a:ext>
                </a:extLst>
              </p:cNvPr>
              <p:cNvSpPr/>
              <p:nvPr userDrawn="1"/>
            </p:nvSpPr>
            <p:spPr>
              <a:xfrm>
                <a:off x="-3596614" y="5622699"/>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77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1" name="TextBox 90">
            <a:extLst>
              <a:ext uri="{FF2B5EF4-FFF2-40B4-BE49-F238E27FC236}">
                <a16:creationId xmlns:a16="http://schemas.microsoft.com/office/drawing/2014/main" id="{0787882F-2B70-541E-6E94-465A9DBA328A}"/>
              </a:ext>
            </a:extLst>
          </p:cNvPr>
          <p:cNvSpPr txBox="1"/>
          <p:nvPr userDrawn="1"/>
        </p:nvSpPr>
        <p:spPr>
          <a:xfrm>
            <a:off x="-3304566" y="6885384"/>
            <a:ext cx="942887" cy="369332"/>
          </a:xfrm>
          <a:prstGeom prst="rect">
            <a:avLst/>
          </a:prstGeom>
          <a:noFill/>
        </p:spPr>
        <p:txBody>
          <a:bodyPr wrap="none" rtlCol="0">
            <a:spAutoFit/>
          </a:bodyPr>
          <a:lstStyle/>
          <a:p>
            <a:r>
              <a:rPr dirty="0" err="1">
                <a:solidFill>
                  <a:srgbClr val="FF0000"/>
                </a:solidFill>
                <a:latin typeface="Verdana" pitchFamily="2" charset="0"/>
              </a:rPr>
              <a:t>Neosis</a:t>
            </a:r>
            <a:endParaRPr dirty="0">
              <a:solidFill>
                <a:srgbClr val="FF0000"/>
              </a:solidFill>
              <a:latin typeface="Verdana" pitchFamily="2" charset="0"/>
            </a:endParaRPr>
          </a:p>
        </p:txBody>
      </p:sp>
      <p:grpSp>
        <p:nvGrpSpPr>
          <p:cNvPr id="92" name="Group 91">
            <a:extLst>
              <a:ext uri="{FF2B5EF4-FFF2-40B4-BE49-F238E27FC236}">
                <a16:creationId xmlns:a16="http://schemas.microsoft.com/office/drawing/2014/main" id="{5287FFA2-3353-95B2-A6E0-BDFBBD30747F}"/>
              </a:ext>
            </a:extLst>
          </p:cNvPr>
          <p:cNvGrpSpPr/>
          <p:nvPr userDrawn="1"/>
        </p:nvGrpSpPr>
        <p:grpSpPr>
          <a:xfrm>
            <a:off x="-3241629" y="7317432"/>
            <a:ext cx="1546813" cy="436914"/>
            <a:chOff x="-4129137" y="6934996"/>
            <a:chExt cx="1546813" cy="436914"/>
          </a:xfrm>
        </p:grpSpPr>
        <p:sp>
          <p:nvSpPr>
            <p:cNvPr id="93" name="Hexagon 34">
              <a:extLst>
                <a:ext uri="{FF2B5EF4-FFF2-40B4-BE49-F238E27FC236}">
                  <a16:creationId xmlns:a16="http://schemas.microsoft.com/office/drawing/2014/main" id="{E3708F27-FC3F-01A0-EB02-10879F8D32BA}"/>
                </a:ext>
              </a:extLst>
            </p:cNvPr>
            <p:cNvSpPr/>
            <p:nvPr userDrawn="1"/>
          </p:nvSpPr>
          <p:spPr>
            <a:xfrm>
              <a:off x="-3592619"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1FA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94" name="Group 93">
              <a:extLst>
                <a:ext uri="{FF2B5EF4-FFF2-40B4-BE49-F238E27FC236}">
                  <a16:creationId xmlns:a16="http://schemas.microsoft.com/office/drawing/2014/main" id="{A0BB5B50-17C4-6B11-976B-832046F530C7}"/>
                </a:ext>
              </a:extLst>
            </p:cNvPr>
            <p:cNvGrpSpPr/>
            <p:nvPr userDrawn="1"/>
          </p:nvGrpSpPr>
          <p:grpSpPr>
            <a:xfrm>
              <a:off x="-4129137" y="6934996"/>
              <a:ext cx="1546813" cy="436914"/>
              <a:chOff x="-4129137" y="6934996"/>
              <a:chExt cx="1546813" cy="436914"/>
            </a:xfrm>
          </p:grpSpPr>
          <p:sp>
            <p:nvSpPr>
              <p:cNvPr id="95" name="Hexagon 34">
                <a:extLst>
                  <a:ext uri="{FF2B5EF4-FFF2-40B4-BE49-F238E27FC236}">
                    <a16:creationId xmlns:a16="http://schemas.microsoft.com/office/drawing/2014/main" id="{42C69DCC-AF59-7806-62B8-68AD9E3BA416}"/>
                  </a:ext>
                </a:extLst>
              </p:cNvPr>
              <p:cNvSpPr/>
              <p:nvPr userDrawn="1"/>
            </p:nvSpPr>
            <p:spPr>
              <a:xfrm>
                <a:off x="-4129137"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62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Hexagon 34">
                <a:extLst>
                  <a:ext uri="{FF2B5EF4-FFF2-40B4-BE49-F238E27FC236}">
                    <a16:creationId xmlns:a16="http://schemas.microsoft.com/office/drawing/2014/main" id="{CF3B2785-6DAE-2777-65B0-49F1DCC06B20}"/>
                  </a:ext>
                </a:extLst>
              </p:cNvPr>
              <p:cNvSpPr/>
              <p:nvPr userDrawn="1"/>
            </p:nvSpPr>
            <p:spPr>
              <a:xfrm>
                <a:off x="-3056101" y="6934996"/>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333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97" name="TextBox 96">
            <a:extLst>
              <a:ext uri="{FF2B5EF4-FFF2-40B4-BE49-F238E27FC236}">
                <a16:creationId xmlns:a16="http://schemas.microsoft.com/office/drawing/2014/main" id="{5655A56C-8390-2C51-E394-498D9572A28C}"/>
              </a:ext>
            </a:extLst>
          </p:cNvPr>
          <p:cNvSpPr txBox="1"/>
          <p:nvPr userDrawn="1"/>
        </p:nvSpPr>
        <p:spPr>
          <a:xfrm>
            <a:off x="9737" y="-1488180"/>
            <a:ext cx="12189024" cy="1138773"/>
          </a:xfrm>
          <a:prstGeom prst="rect">
            <a:avLst/>
          </a:prstGeom>
          <a:solidFill>
            <a:srgbClr val="FFFF00"/>
          </a:solidFill>
        </p:spPr>
        <p:txBody>
          <a:bodyPr wrap="square" rtlCol="0">
            <a:spAutoFit/>
          </a:bodyPr>
          <a:lstStyle/>
          <a:p>
            <a:pPr marL="0" algn="l" rtl="0" eaLnBrk="1" latinLnBrk="0" hangingPunct="1">
              <a:spcBef>
                <a:spcPts val="0"/>
              </a:spcBef>
              <a:spcAft>
                <a:spcPts val="0"/>
              </a:spcAft>
            </a:pPr>
            <a:r>
              <a:rPr sz="1800" b="1" kern="1200" noProof="0">
                <a:solidFill>
                  <a:srgbClr val="000000"/>
                </a:solidFill>
                <a:effectLst/>
                <a:latin typeface="Verdana" panose="020B0502040204020203" pitchFamily="34" charset="0"/>
                <a:ea typeface="+mn-ea"/>
                <a:cs typeface="+mn-cs"/>
              </a:rPr>
              <a:t>Change Slide Color</a:t>
            </a:r>
            <a:r>
              <a:rPr sz="1800" kern="1200" noProof="0">
                <a:solidFill>
                  <a:srgbClr val="000000"/>
                </a:solidFill>
                <a:effectLst/>
                <a:latin typeface="Verdana" panose="020B0502040204020203" pitchFamily="34" charset="0"/>
                <a:ea typeface="+mn-ea"/>
                <a:cs typeface="+mn-cs"/>
              </a:rPr>
              <a:t>:</a:t>
            </a:r>
            <a:endParaRPr noProof="0">
              <a:effectLst/>
            </a:endParaRPr>
          </a:p>
          <a:p>
            <a:pPr marL="347472" indent="-347472" algn="l" rtl="0" eaLnBrk="1" latinLnBrk="0" hangingPunct="1">
              <a:spcBef>
                <a:spcPts val="0"/>
              </a:spcBef>
              <a:spcAft>
                <a:spcPts val="0"/>
              </a:spcAft>
            </a:pPr>
            <a:r>
              <a:rPr sz="1800" kern="1200" noProof="0" dirty="0">
                <a:solidFill>
                  <a:srgbClr val="000000"/>
                </a:solidFill>
                <a:effectLst/>
                <a:latin typeface="Verdana" panose="020B0502040204020203" pitchFamily="34" charset="0"/>
                <a:ea typeface="+mn-ea"/>
                <a:cs typeface="+mn-cs"/>
              </a:rPr>
              <a:t>1</a:t>
            </a:r>
            <a:r>
              <a:rPr sz="1600" kern="1200" noProof="0" dirty="0">
                <a:solidFill>
                  <a:srgbClr val="000000"/>
                </a:solidFill>
                <a:effectLst/>
                <a:latin typeface="+mn-lt"/>
                <a:ea typeface="+mn-ea"/>
                <a:cs typeface="+mn-cs"/>
              </a:rPr>
              <a:t>. Right click the colored shape (</a:t>
            </a:r>
            <a:r>
              <a:rPr sz="1600" b="1" kern="1200" noProof="0" dirty="0">
                <a:solidFill>
                  <a:srgbClr val="000000"/>
                </a:solidFill>
                <a:effectLst/>
                <a:latin typeface="+mn-lt"/>
                <a:ea typeface="+mn-ea"/>
                <a:cs typeface="+mn-cs"/>
              </a:rPr>
              <a:t>outside of the textbox</a:t>
            </a:r>
            <a:r>
              <a:rPr sz="1600" kern="1200" noProof="0" dirty="0">
                <a:solidFill>
                  <a:srgbClr val="000000"/>
                </a:solidFill>
                <a:effectLst/>
                <a:latin typeface="+mn-lt"/>
                <a:ea typeface="+mn-ea"/>
                <a:cs typeface="+mn-cs"/>
              </a:rPr>
              <a:t>)</a:t>
            </a:r>
            <a:endParaRPr sz="1600" noProof="0" dirty="0">
              <a:effectLst/>
              <a:latin typeface="+mn-lt"/>
            </a:endParaRPr>
          </a:p>
          <a:p>
            <a:pPr marL="347472" indent="-347472" algn="l" rtl="0" eaLnBrk="1" latinLnBrk="0" hangingPunct="1">
              <a:spcBef>
                <a:spcPts val="0"/>
              </a:spcBef>
              <a:spcAft>
                <a:spcPts val="0"/>
              </a:spcAft>
            </a:pPr>
            <a:r>
              <a:rPr sz="1600" kern="1200" noProof="0" dirty="0">
                <a:solidFill>
                  <a:srgbClr val="000000"/>
                </a:solidFill>
                <a:effectLst/>
                <a:latin typeface="+mn-lt"/>
                <a:ea typeface="+mn-ea"/>
                <a:cs typeface="+mn-cs"/>
              </a:rPr>
              <a:t>2. Select </a:t>
            </a:r>
            <a:r>
              <a:rPr sz="1600" b="1" kern="1200" noProof="0" dirty="0">
                <a:solidFill>
                  <a:srgbClr val="000000"/>
                </a:solidFill>
                <a:effectLst/>
                <a:latin typeface="+mn-lt"/>
                <a:ea typeface="+mn-ea"/>
                <a:cs typeface="+mn-cs"/>
              </a:rPr>
              <a:t>«Format Background»</a:t>
            </a:r>
            <a:endParaRPr sz="1600" noProof="0" dirty="0">
              <a:effectLst/>
              <a:latin typeface="+mn-lt"/>
            </a:endParaRPr>
          </a:p>
          <a:p>
            <a:pPr marL="347472" indent="-347472" algn="l" rtl="0" eaLnBrk="1" latinLnBrk="0" hangingPunct="1">
              <a:spcBef>
                <a:spcPts val="0"/>
              </a:spcBef>
              <a:spcAft>
                <a:spcPts val="0"/>
              </a:spcAft>
            </a:pPr>
            <a:r>
              <a:rPr sz="1600" kern="1200" noProof="0" dirty="0">
                <a:solidFill>
                  <a:srgbClr val="000000"/>
                </a:solidFill>
                <a:effectLst/>
                <a:latin typeface="+mn-lt"/>
                <a:ea typeface="+mn-ea"/>
                <a:cs typeface="+mn-cs"/>
              </a:rPr>
              <a:t>3. Select </a:t>
            </a:r>
            <a:r>
              <a:rPr sz="1600" b="0" kern="1200" noProof="0" dirty="0">
                <a:solidFill>
                  <a:srgbClr val="000000"/>
                </a:solidFill>
                <a:effectLst/>
                <a:latin typeface="+mn-lt"/>
                <a:ea typeface="+mn-ea"/>
                <a:cs typeface="+mn-cs"/>
              </a:rPr>
              <a:t>the </a:t>
            </a:r>
            <a:r>
              <a:rPr sz="1600" b="1" kern="1200" noProof="0" dirty="0">
                <a:solidFill>
                  <a:srgbClr val="000000"/>
                </a:solidFill>
                <a:effectLst/>
                <a:latin typeface="+mn-lt"/>
                <a:ea typeface="+mn-ea"/>
                <a:cs typeface="+mn-cs"/>
              </a:rPr>
              <a:t>«Color» </a:t>
            </a:r>
            <a:r>
              <a:rPr sz="1600" b="0" kern="1200" noProof="0" dirty="0">
                <a:solidFill>
                  <a:srgbClr val="000000"/>
                </a:solidFill>
                <a:effectLst/>
                <a:latin typeface="+mn-lt"/>
                <a:ea typeface="+mn-ea"/>
                <a:cs typeface="+mn-cs"/>
              </a:rPr>
              <a:t>function </a:t>
            </a:r>
            <a:r>
              <a:rPr sz="1600" kern="1200" noProof="0" dirty="0">
                <a:solidFill>
                  <a:srgbClr val="000000"/>
                </a:solidFill>
                <a:effectLst/>
                <a:latin typeface="+mn-lt"/>
                <a:ea typeface="+mn-ea"/>
                <a:cs typeface="+mn-cs"/>
              </a:rPr>
              <a:t>and use the </a:t>
            </a:r>
            <a:r>
              <a:rPr sz="1600" b="1" kern="1200" noProof="0" dirty="0">
                <a:solidFill>
                  <a:srgbClr val="000000"/>
                </a:solidFill>
                <a:effectLst/>
                <a:latin typeface="+mn-lt"/>
                <a:ea typeface="+mn-ea"/>
                <a:cs typeface="+mn-cs"/>
              </a:rPr>
              <a:t>eyedropper tool </a:t>
            </a:r>
            <a:r>
              <a:rPr sz="1600" kern="1200" noProof="0" dirty="0">
                <a:solidFill>
                  <a:srgbClr val="000000"/>
                </a:solidFill>
                <a:effectLst/>
                <a:latin typeface="+mn-lt"/>
                <a:ea typeface="+mn-ea"/>
                <a:cs typeface="+mn-cs"/>
              </a:rPr>
              <a:t>to select your preferred color from the color palette on the left side</a:t>
            </a:r>
            <a:endParaRPr sz="1600" noProof="0" dirty="0">
              <a:effectLst/>
              <a:latin typeface="+mn-lt"/>
            </a:endParaRPr>
          </a:p>
        </p:txBody>
      </p:sp>
      <p:grpSp>
        <p:nvGrpSpPr>
          <p:cNvPr id="98" name="Group 97">
            <a:extLst>
              <a:ext uri="{FF2B5EF4-FFF2-40B4-BE49-F238E27FC236}">
                <a16:creationId xmlns:a16="http://schemas.microsoft.com/office/drawing/2014/main" id="{F99BC12A-98EF-380D-A5A2-037151968E1A}"/>
              </a:ext>
            </a:extLst>
          </p:cNvPr>
          <p:cNvGrpSpPr/>
          <p:nvPr userDrawn="1"/>
        </p:nvGrpSpPr>
        <p:grpSpPr>
          <a:xfrm>
            <a:off x="-3304566" y="-618524"/>
            <a:ext cx="1989792" cy="442988"/>
            <a:chOff x="-4115294" y="1029294"/>
            <a:chExt cx="1989792" cy="442988"/>
          </a:xfrm>
        </p:grpSpPr>
        <p:sp>
          <p:nvSpPr>
            <p:cNvPr id="99" name="Hexagon 34">
              <a:extLst>
                <a:ext uri="{FF2B5EF4-FFF2-40B4-BE49-F238E27FC236}">
                  <a16:creationId xmlns:a16="http://schemas.microsoft.com/office/drawing/2014/main" id="{8479B82C-9086-8D98-0D59-12357CA5A5EE}"/>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641E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0" name="Hexagon 34">
              <a:extLst>
                <a:ext uri="{FF2B5EF4-FFF2-40B4-BE49-F238E27FC236}">
                  <a16:creationId xmlns:a16="http://schemas.microsoft.com/office/drawing/2014/main" id="{B4E66EE0-D2AD-8FDF-B968-95768B73EE6B}"/>
                </a:ext>
              </a:extLst>
            </p:cNvPr>
            <p:cNvSpPr/>
            <p:nvPr userDrawn="1"/>
          </p:nvSpPr>
          <p:spPr>
            <a:xfrm>
              <a:off x="-3607391"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8C181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1" name="Hexagon 34">
              <a:extLst>
                <a:ext uri="{FF2B5EF4-FFF2-40B4-BE49-F238E27FC236}">
                  <a16:creationId xmlns:a16="http://schemas.microsoft.com/office/drawing/2014/main" id="{31F83A5F-0FFC-91C1-7B74-A2925D47981D}"/>
                </a:ext>
              </a:extLst>
            </p:cNvPr>
            <p:cNvSpPr/>
            <p:nvPr userDrawn="1"/>
          </p:nvSpPr>
          <p:spPr>
            <a:xfrm>
              <a:off x="-31033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F2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2" name="Hexagon 34">
              <a:extLst>
                <a:ext uri="{FF2B5EF4-FFF2-40B4-BE49-F238E27FC236}">
                  <a16:creationId xmlns:a16="http://schemas.microsoft.com/office/drawing/2014/main" id="{D462B589-1DDD-558E-D71E-6EF469788B43}"/>
                </a:ext>
              </a:extLst>
            </p:cNvPr>
            <p:cNvSpPr/>
            <p:nvPr userDrawn="1"/>
          </p:nvSpPr>
          <p:spPr>
            <a:xfrm>
              <a:off x="-2599279" y="1035368"/>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CC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nvGrpSpPr>
          <p:cNvPr id="103" name="Group 102">
            <a:extLst>
              <a:ext uri="{FF2B5EF4-FFF2-40B4-BE49-F238E27FC236}">
                <a16:creationId xmlns:a16="http://schemas.microsoft.com/office/drawing/2014/main" id="{41214F68-B609-3FF3-915A-6AF73C1BAA2F}"/>
              </a:ext>
            </a:extLst>
          </p:cNvPr>
          <p:cNvGrpSpPr/>
          <p:nvPr userDrawn="1"/>
        </p:nvGrpSpPr>
        <p:grpSpPr>
          <a:xfrm>
            <a:off x="-3304743" y="-114468"/>
            <a:ext cx="1557921" cy="436914"/>
            <a:chOff x="-4115294" y="1029294"/>
            <a:chExt cx="1557921" cy="436914"/>
          </a:xfrm>
        </p:grpSpPr>
        <p:sp>
          <p:nvSpPr>
            <p:cNvPr id="104" name="Hexagon 34">
              <a:extLst>
                <a:ext uri="{FF2B5EF4-FFF2-40B4-BE49-F238E27FC236}">
                  <a16:creationId xmlns:a16="http://schemas.microsoft.com/office/drawing/2014/main" id="{6C90A2B0-5E19-08B5-AECE-1E671B4CCCCC}"/>
                </a:ext>
              </a:extLst>
            </p:cNvPr>
            <p:cNvSpPr/>
            <p:nvPr userDrawn="1"/>
          </p:nvSpPr>
          <p:spPr>
            <a:xfrm>
              <a:off x="-4115294"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FF48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5" name="Hexagon 34">
              <a:extLst>
                <a:ext uri="{FF2B5EF4-FFF2-40B4-BE49-F238E27FC236}">
                  <a16:creationId xmlns:a16="http://schemas.microsoft.com/office/drawing/2014/main" id="{02917921-4843-9482-D620-6A01EA3A5ADE}"/>
                </a:ext>
              </a:extLst>
            </p:cNvPr>
            <p:cNvSpPr/>
            <p:nvPr userDrawn="1"/>
          </p:nvSpPr>
          <p:spPr>
            <a:xfrm>
              <a:off x="-3576935"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4143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6" name="Hexagon 34">
              <a:extLst>
                <a:ext uri="{FF2B5EF4-FFF2-40B4-BE49-F238E27FC236}">
                  <a16:creationId xmlns:a16="http://schemas.microsoft.com/office/drawing/2014/main" id="{13A1CEAA-EF5D-C2BC-1E4F-0F64C4A5F079}"/>
                </a:ext>
              </a:extLst>
            </p:cNvPr>
            <p:cNvSpPr/>
            <p:nvPr userDrawn="1"/>
          </p:nvSpPr>
          <p:spPr>
            <a:xfrm>
              <a:off x="-3031150" y="1029294"/>
              <a:ext cx="473777" cy="436914"/>
            </a:xfrm>
            <a:custGeom>
              <a:avLst/>
              <a:gdLst>
                <a:gd name="connsiteX0" fmla="*/ 0 w 864096"/>
                <a:gd name="connsiteY0" fmla="*/ 426670 h 853340"/>
                <a:gd name="connsiteX1" fmla="*/ 213335 w 864096"/>
                <a:gd name="connsiteY1" fmla="*/ 0 h 853340"/>
                <a:gd name="connsiteX2" fmla="*/ 650761 w 864096"/>
                <a:gd name="connsiteY2" fmla="*/ 0 h 853340"/>
                <a:gd name="connsiteX3" fmla="*/ 864096 w 864096"/>
                <a:gd name="connsiteY3" fmla="*/ 426670 h 853340"/>
                <a:gd name="connsiteX4" fmla="*/ 650761 w 864096"/>
                <a:gd name="connsiteY4" fmla="*/ 853340 h 853340"/>
                <a:gd name="connsiteX5" fmla="*/ 213335 w 864096"/>
                <a:gd name="connsiteY5" fmla="*/ 853340 h 853340"/>
                <a:gd name="connsiteX6" fmla="*/ 0 w 864096"/>
                <a:gd name="connsiteY6" fmla="*/ 426670 h 853340"/>
                <a:gd name="connsiteX0" fmla="*/ 150996 w 1015092"/>
                <a:gd name="connsiteY0" fmla="*/ 426670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150996 w 1015092"/>
                <a:gd name="connsiteY6" fmla="*/ 426670 h 1089084"/>
                <a:gd name="connsiteX0" fmla="*/ 29552 w 1015092"/>
                <a:gd name="connsiteY0" fmla="*/ 190926 h 1089084"/>
                <a:gd name="connsiteX1" fmla="*/ 364331 w 1015092"/>
                <a:gd name="connsiteY1" fmla="*/ 0 h 1089084"/>
                <a:gd name="connsiteX2" fmla="*/ 801757 w 1015092"/>
                <a:gd name="connsiteY2" fmla="*/ 0 h 1089084"/>
                <a:gd name="connsiteX3" fmla="*/ 1015092 w 1015092"/>
                <a:gd name="connsiteY3" fmla="*/ 426670 h 1089084"/>
                <a:gd name="connsiteX4" fmla="*/ 801757 w 1015092"/>
                <a:gd name="connsiteY4" fmla="*/ 853340 h 1089084"/>
                <a:gd name="connsiteX5" fmla="*/ 0 w 1015092"/>
                <a:gd name="connsiteY5" fmla="*/ 1089084 h 1089084"/>
                <a:gd name="connsiteX6" fmla="*/ 29552 w 1015092"/>
                <a:gd name="connsiteY6" fmla="*/ 190926 h 1089084"/>
                <a:gd name="connsiteX0" fmla="*/ 29552 w 1015092"/>
                <a:gd name="connsiteY0" fmla="*/ 371901 h 1270059"/>
                <a:gd name="connsiteX1" fmla="*/ 192881 w 1015092"/>
                <a:gd name="connsiteY1" fmla="*/ 0 h 1270059"/>
                <a:gd name="connsiteX2" fmla="*/ 801757 w 1015092"/>
                <a:gd name="connsiteY2" fmla="*/ 180975 h 1270059"/>
                <a:gd name="connsiteX3" fmla="*/ 1015092 w 1015092"/>
                <a:gd name="connsiteY3" fmla="*/ 607645 h 1270059"/>
                <a:gd name="connsiteX4" fmla="*/ 801757 w 1015092"/>
                <a:gd name="connsiteY4" fmla="*/ 1034315 h 1270059"/>
                <a:gd name="connsiteX5" fmla="*/ 0 w 1015092"/>
                <a:gd name="connsiteY5" fmla="*/ 1270059 h 1270059"/>
                <a:gd name="connsiteX6" fmla="*/ 29552 w 1015092"/>
                <a:gd name="connsiteY6" fmla="*/ 371901 h 1270059"/>
                <a:gd name="connsiteX0" fmla="*/ 29552 w 1418501"/>
                <a:gd name="connsiteY0" fmla="*/ 436195 h 1334353"/>
                <a:gd name="connsiteX1" fmla="*/ 192881 w 1418501"/>
                <a:gd name="connsiteY1" fmla="*/ 64294 h 1334353"/>
                <a:gd name="connsiteX2" fmla="*/ 1418501 w 1418501"/>
                <a:gd name="connsiteY2" fmla="*/ 0 h 1334353"/>
                <a:gd name="connsiteX3" fmla="*/ 1015092 w 1418501"/>
                <a:gd name="connsiteY3" fmla="*/ 671939 h 1334353"/>
                <a:gd name="connsiteX4" fmla="*/ 801757 w 1418501"/>
                <a:gd name="connsiteY4" fmla="*/ 1098609 h 1334353"/>
                <a:gd name="connsiteX5" fmla="*/ 0 w 1418501"/>
                <a:gd name="connsiteY5" fmla="*/ 1334353 h 1334353"/>
                <a:gd name="connsiteX6" fmla="*/ 29552 w 1418501"/>
                <a:gd name="connsiteY6" fmla="*/ 436195 h 1334353"/>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801757 w 1467529"/>
                <a:gd name="connsiteY4" fmla="*/ 1098609 h 1357739"/>
                <a:gd name="connsiteX5" fmla="*/ 0 w 1467529"/>
                <a:gd name="connsiteY5" fmla="*/ 1334353 h 1357739"/>
                <a:gd name="connsiteX6" fmla="*/ 29552 w 1467529"/>
                <a:gd name="connsiteY6" fmla="*/ 436195 h 1357739"/>
                <a:gd name="connsiteX0" fmla="*/ 29552 w 1467529"/>
                <a:gd name="connsiteY0" fmla="*/ 436195 h 1357739"/>
                <a:gd name="connsiteX1" fmla="*/ 192881 w 1467529"/>
                <a:gd name="connsiteY1" fmla="*/ 64294 h 1357739"/>
                <a:gd name="connsiteX2" fmla="*/ 1418501 w 1467529"/>
                <a:gd name="connsiteY2" fmla="*/ 0 h 1357739"/>
                <a:gd name="connsiteX3" fmla="*/ 1467529 w 1467529"/>
                <a:gd name="connsiteY3" fmla="*/ 1357739 h 1357739"/>
                <a:gd name="connsiteX4" fmla="*/ 787470 w 1467529"/>
                <a:gd name="connsiteY4" fmla="*/ 1346259 h 1357739"/>
                <a:gd name="connsiteX5" fmla="*/ 0 w 1467529"/>
                <a:gd name="connsiteY5" fmla="*/ 1334353 h 1357739"/>
                <a:gd name="connsiteX6" fmla="*/ 29552 w 1467529"/>
                <a:gd name="connsiteY6" fmla="*/ 436195 h 1357739"/>
                <a:gd name="connsiteX0" fmla="*/ 34315 w 1472292"/>
                <a:gd name="connsiteY0" fmla="*/ 436195 h 1357739"/>
                <a:gd name="connsiteX1" fmla="*/ 197644 w 1472292"/>
                <a:gd name="connsiteY1" fmla="*/ 64294 h 1357739"/>
                <a:gd name="connsiteX2" fmla="*/ 1423264 w 1472292"/>
                <a:gd name="connsiteY2" fmla="*/ 0 h 1357739"/>
                <a:gd name="connsiteX3" fmla="*/ 1472292 w 1472292"/>
                <a:gd name="connsiteY3" fmla="*/ 1357739 h 1357739"/>
                <a:gd name="connsiteX4" fmla="*/ 792233 w 1472292"/>
                <a:gd name="connsiteY4" fmla="*/ 1346259 h 1357739"/>
                <a:gd name="connsiteX5" fmla="*/ 0 w 1472292"/>
                <a:gd name="connsiteY5" fmla="*/ 1339115 h 1357739"/>
                <a:gd name="connsiteX6" fmla="*/ 34315 w 1472292"/>
                <a:gd name="connsiteY6" fmla="*/ 436195 h 13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2292" h="1357739">
                  <a:moveTo>
                    <a:pt x="34315" y="436195"/>
                  </a:moveTo>
                  <a:lnTo>
                    <a:pt x="197644" y="64294"/>
                  </a:lnTo>
                  <a:lnTo>
                    <a:pt x="1423264" y="0"/>
                  </a:lnTo>
                  <a:lnTo>
                    <a:pt x="1472292" y="1357739"/>
                  </a:lnTo>
                  <a:lnTo>
                    <a:pt x="792233" y="1346259"/>
                  </a:lnTo>
                  <a:lnTo>
                    <a:pt x="0" y="1339115"/>
                  </a:lnTo>
                  <a:lnTo>
                    <a:pt x="34315" y="436195"/>
                  </a:lnTo>
                  <a:close/>
                </a:path>
              </a:pathLst>
            </a:custGeom>
            <a:solidFill>
              <a:srgbClr val="A0A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07" name="TextBox 106">
            <a:extLst>
              <a:ext uri="{FF2B5EF4-FFF2-40B4-BE49-F238E27FC236}">
                <a16:creationId xmlns:a16="http://schemas.microsoft.com/office/drawing/2014/main" id="{6534190A-6896-FACD-9E6E-3E0712F1792C}"/>
              </a:ext>
            </a:extLst>
          </p:cNvPr>
          <p:cNvSpPr txBox="1"/>
          <p:nvPr userDrawn="1"/>
        </p:nvSpPr>
        <p:spPr>
          <a:xfrm>
            <a:off x="-2182985" y="1482945"/>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08" name="Right Brace 107">
            <a:extLst>
              <a:ext uri="{FF2B5EF4-FFF2-40B4-BE49-F238E27FC236}">
                <a16:creationId xmlns:a16="http://schemas.microsoft.com/office/drawing/2014/main" id="{D363EFCD-3590-A5D9-C262-2512C95E2AB3}"/>
              </a:ext>
            </a:extLst>
          </p:cNvPr>
          <p:cNvSpPr/>
          <p:nvPr userDrawn="1"/>
        </p:nvSpPr>
        <p:spPr>
          <a:xfrm>
            <a:off x="-1039604" y="1977900"/>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09" name="TextBox 108">
            <a:extLst>
              <a:ext uri="{FF2B5EF4-FFF2-40B4-BE49-F238E27FC236}">
                <a16:creationId xmlns:a16="http://schemas.microsoft.com/office/drawing/2014/main" id="{020A57F8-6957-ECB6-45C8-E10E9879C927}"/>
              </a:ext>
            </a:extLst>
          </p:cNvPr>
          <p:cNvSpPr txBox="1"/>
          <p:nvPr userDrawn="1"/>
        </p:nvSpPr>
        <p:spPr>
          <a:xfrm>
            <a:off x="-2343857" y="-1556831"/>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0" name="Right Brace 109">
            <a:extLst>
              <a:ext uri="{FF2B5EF4-FFF2-40B4-BE49-F238E27FC236}">
                <a16:creationId xmlns:a16="http://schemas.microsoft.com/office/drawing/2014/main" id="{BB32A3D5-3BA1-1633-D48E-2CA729997E7A}"/>
              </a:ext>
            </a:extLst>
          </p:cNvPr>
          <p:cNvSpPr/>
          <p:nvPr userDrawn="1"/>
        </p:nvSpPr>
        <p:spPr>
          <a:xfrm>
            <a:off x="-1060902" y="-1109761"/>
            <a:ext cx="209748" cy="1419387"/>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1" name="TextBox 110">
            <a:extLst>
              <a:ext uri="{FF2B5EF4-FFF2-40B4-BE49-F238E27FC236}">
                <a16:creationId xmlns:a16="http://schemas.microsoft.com/office/drawing/2014/main" id="{D5C03ADB-2F30-FF7A-9F5C-76254324E8E3}"/>
              </a:ext>
            </a:extLst>
          </p:cNvPr>
          <p:cNvSpPr txBox="1"/>
          <p:nvPr userDrawn="1"/>
        </p:nvSpPr>
        <p:spPr>
          <a:xfrm rot="16200000">
            <a:off x="-1205883" y="-553956"/>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sp>
        <p:nvSpPr>
          <p:cNvPr id="112" name="Right Brace 111">
            <a:extLst>
              <a:ext uri="{FF2B5EF4-FFF2-40B4-BE49-F238E27FC236}">
                <a16:creationId xmlns:a16="http://schemas.microsoft.com/office/drawing/2014/main" id="{590C3F61-E153-01B6-E69C-84EA1ECF530E}"/>
              </a:ext>
            </a:extLst>
          </p:cNvPr>
          <p:cNvSpPr/>
          <p:nvPr userDrawn="1"/>
        </p:nvSpPr>
        <p:spPr>
          <a:xfrm>
            <a:off x="-956287" y="5147831"/>
            <a:ext cx="307778" cy="1411862"/>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3" name="TextBox 112">
            <a:extLst>
              <a:ext uri="{FF2B5EF4-FFF2-40B4-BE49-F238E27FC236}">
                <a16:creationId xmlns:a16="http://schemas.microsoft.com/office/drawing/2014/main" id="{C7CA3E97-1DD2-B411-A8C7-0665F20258F5}"/>
              </a:ext>
            </a:extLst>
          </p:cNvPr>
          <p:cNvSpPr txBox="1"/>
          <p:nvPr userDrawn="1"/>
        </p:nvSpPr>
        <p:spPr>
          <a:xfrm>
            <a:off x="-2284299" y="4665822"/>
            <a:ext cx="1420582" cy="307777"/>
          </a:xfrm>
          <a:prstGeom prst="rect">
            <a:avLst/>
          </a:prstGeom>
          <a:noFill/>
        </p:spPr>
        <p:txBody>
          <a:bodyPr wrap="none" rtlCol="0">
            <a:spAutoFit/>
          </a:bodyPr>
          <a:lstStyle/>
          <a:p>
            <a:r>
              <a:rPr sz="1400" dirty="0">
                <a:solidFill>
                  <a:srgbClr val="FF0000"/>
                </a:solidFill>
                <a:latin typeface="Verdana" pitchFamily="2" charset="0"/>
              </a:rPr>
              <a:t>Primary Color</a:t>
            </a:r>
          </a:p>
        </p:txBody>
      </p:sp>
      <p:sp>
        <p:nvSpPr>
          <p:cNvPr id="114" name="Right Brace 113">
            <a:extLst>
              <a:ext uri="{FF2B5EF4-FFF2-40B4-BE49-F238E27FC236}">
                <a16:creationId xmlns:a16="http://schemas.microsoft.com/office/drawing/2014/main" id="{6E7A6191-D265-FB2F-6C6E-87DB2590EAF6}"/>
              </a:ext>
            </a:extLst>
          </p:cNvPr>
          <p:cNvSpPr/>
          <p:nvPr userDrawn="1"/>
        </p:nvSpPr>
        <p:spPr>
          <a:xfrm>
            <a:off x="-2718373" y="4629234"/>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5" name="Right Brace 114">
            <a:extLst>
              <a:ext uri="{FF2B5EF4-FFF2-40B4-BE49-F238E27FC236}">
                <a16:creationId xmlns:a16="http://schemas.microsoft.com/office/drawing/2014/main" id="{6848AA35-157D-3121-4622-7BE79CCD0DA3}"/>
              </a:ext>
            </a:extLst>
          </p:cNvPr>
          <p:cNvSpPr/>
          <p:nvPr userDrawn="1"/>
        </p:nvSpPr>
        <p:spPr>
          <a:xfrm>
            <a:off x="-2610468" y="1429215"/>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6" name="Right Brace 115">
            <a:extLst>
              <a:ext uri="{FF2B5EF4-FFF2-40B4-BE49-F238E27FC236}">
                <a16:creationId xmlns:a16="http://schemas.microsoft.com/office/drawing/2014/main" id="{0BD4913C-7700-5E4D-03E1-E33E1921CA46}"/>
              </a:ext>
            </a:extLst>
          </p:cNvPr>
          <p:cNvSpPr/>
          <p:nvPr userDrawn="1"/>
        </p:nvSpPr>
        <p:spPr>
          <a:xfrm>
            <a:off x="-2746914" y="-1596568"/>
            <a:ext cx="338346" cy="392393"/>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a:p>
        </p:txBody>
      </p:sp>
      <p:sp>
        <p:nvSpPr>
          <p:cNvPr id="117" name="TextBox 116">
            <a:extLst>
              <a:ext uri="{FF2B5EF4-FFF2-40B4-BE49-F238E27FC236}">
                <a16:creationId xmlns:a16="http://schemas.microsoft.com/office/drawing/2014/main" id="{994950B3-4DA1-F934-2057-48D9DD30DA00}"/>
              </a:ext>
            </a:extLst>
          </p:cNvPr>
          <p:cNvSpPr txBox="1"/>
          <p:nvPr userDrawn="1"/>
        </p:nvSpPr>
        <p:spPr>
          <a:xfrm>
            <a:off x="-3286877" y="4077072"/>
            <a:ext cx="3198311" cy="369332"/>
          </a:xfrm>
          <a:prstGeom prst="rect">
            <a:avLst/>
          </a:prstGeom>
          <a:noFill/>
        </p:spPr>
        <p:txBody>
          <a:bodyPr wrap="none" rtlCol="0">
            <a:spAutoFit/>
          </a:bodyPr>
          <a:lstStyle/>
          <a:p>
            <a:r>
              <a:rPr dirty="0">
                <a:solidFill>
                  <a:srgbClr val="FF0000"/>
                </a:solidFill>
                <a:latin typeface="Verdana" pitchFamily="2" charset="0"/>
              </a:rPr>
              <a:t>ELCA Security / </a:t>
            </a:r>
            <a:r>
              <a:rPr dirty="0" err="1">
                <a:solidFill>
                  <a:srgbClr val="FF0000"/>
                </a:solidFill>
                <a:latin typeface="Verdana" pitchFamily="2" charset="0"/>
              </a:rPr>
              <a:t>Senthorus</a:t>
            </a:r>
            <a:endParaRPr dirty="0">
              <a:solidFill>
                <a:srgbClr val="FF0000"/>
              </a:solidFill>
              <a:latin typeface="Verdana" pitchFamily="2" charset="0"/>
            </a:endParaRPr>
          </a:p>
        </p:txBody>
      </p:sp>
      <p:sp>
        <p:nvSpPr>
          <p:cNvPr id="2" name="TextBox 1">
            <a:extLst>
              <a:ext uri="{FF2B5EF4-FFF2-40B4-BE49-F238E27FC236}">
                <a16:creationId xmlns:a16="http://schemas.microsoft.com/office/drawing/2014/main" id="{44D61EB1-E3ED-4407-F168-AB16C53EAEAF}"/>
              </a:ext>
            </a:extLst>
          </p:cNvPr>
          <p:cNvSpPr txBox="1"/>
          <p:nvPr userDrawn="1"/>
        </p:nvSpPr>
        <p:spPr>
          <a:xfrm rot="16200000">
            <a:off x="-1051995" y="5692815"/>
            <a:ext cx="1319592" cy="307777"/>
          </a:xfrm>
          <a:prstGeom prst="rect">
            <a:avLst/>
          </a:prstGeom>
          <a:noFill/>
        </p:spPr>
        <p:txBody>
          <a:bodyPr wrap="none" rtlCol="0">
            <a:spAutoFit/>
          </a:bodyPr>
          <a:lstStyle/>
          <a:p>
            <a:r>
              <a:rPr sz="1400" dirty="0">
                <a:solidFill>
                  <a:srgbClr val="FF0000"/>
                </a:solidFill>
                <a:latin typeface="Verdana" pitchFamily="2" charset="0"/>
              </a:rPr>
              <a:t>Other Colors</a:t>
            </a:r>
          </a:p>
        </p:txBody>
      </p:sp>
      <p:pic>
        <p:nvPicPr>
          <p:cNvPr id="11" name="Graphic 10">
            <a:extLst>
              <a:ext uri="{FF2B5EF4-FFF2-40B4-BE49-F238E27FC236}">
                <a16:creationId xmlns:a16="http://schemas.microsoft.com/office/drawing/2014/main" id="{D5CFC28F-C6C0-AA10-E67B-3B8C1BECED7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12" name="Footer Placeholder 4">
            <a:extLst>
              <a:ext uri="{FF2B5EF4-FFF2-40B4-BE49-F238E27FC236}">
                <a16:creationId xmlns:a16="http://schemas.microsoft.com/office/drawing/2014/main" id="{026B330A-B690-65EC-7D5B-D3C8481433E1}"/>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208942386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Question 3">
    <p:bg>
      <p:bgPr>
        <a:solidFill>
          <a:schemeClr val="bg1"/>
        </a:solidFill>
        <a:effectLst/>
      </p:bgPr>
    </p:bg>
    <p:spTree>
      <p:nvGrpSpPr>
        <p:cNvPr id="1" name=""/>
        <p:cNvGrpSpPr/>
        <p:nvPr/>
      </p:nvGrpSpPr>
      <p:grpSpPr>
        <a:xfrm>
          <a:off x="0" y="0"/>
          <a:ext cx="0" cy="0"/>
          <a:chOff x="0" y="0"/>
          <a:chExt cx="0" cy="0"/>
        </a:xfrm>
      </p:grpSpPr>
      <p:sp>
        <p:nvSpPr>
          <p:cNvPr id="4" name="Espace réservé du texte 8">
            <a:extLst>
              <a:ext uri="{FF2B5EF4-FFF2-40B4-BE49-F238E27FC236}">
                <a16:creationId xmlns:a16="http://schemas.microsoft.com/office/drawing/2014/main" id="{FFA44DA0-3F90-B922-F587-3F69B37772C5}"/>
              </a:ext>
            </a:extLst>
          </p:cNvPr>
          <p:cNvSpPr>
            <a:spLocks noGrp="1"/>
          </p:cNvSpPr>
          <p:nvPr>
            <p:ph type="body" sz="quarter" idx="13" hasCustomPrompt="1"/>
          </p:nvPr>
        </p:nvSpPr>
        <p:spPr>
          <a:xfrm>
            <a:off x="1606377" y="2088931"/>
            <a:ext cx="8970103" cy="3137338"/>
          </a:xfrm>
          <a:prstGeom prst="rect">
            <a:avLst/>
          </a:prstGeom>
        </p:spPr>
        <p:txBody>
          <a:bodyPr anchor="ctr">
            <a:normAutofit/>
          </a:bodyPr>
          <a:lstStyle>
            <a:lvl1pPr marL="0" indent="0" algn="ctr">
              <a:lnSpc>
                <a:spcPct val="120000"/>
              </a:lnSpc>
              <a:buNone/>
              <a:defRPr sz="3200">
                <a:solidFill>
                  <a:schemeClr val="accent2"/>
                </a:solidFill>
                <a:latin typeface="Verdana" pitchFamily="2" charset="77"/>
              </a:defRPr>
            </a:lvl1pPr>
            <a:lvl2pPr marL="311150" indent="0" algn="ctr">
              <a:buNone/>
              <a:defRPr>
                <a:latin typeface="+mj-lt"/>
              </a:defRPr>
            </a:lvl2pPr>
            <a:lvl3pPr marL="666750" indent="0" algn="ctr">
              <a:buNone/>
              <a:defRPr>
                <a:latin typeface="+mj-lt"/>
              </a:defRPr>
            </a:lvl3pPr>
            <a:lvl4pPr marL="1028700" indent="0" algn="ctr">
              <a:buNone/>
              <a:defRPr>
                <a:latin typeface="+mj-lt"/>
              </a:defRPr>
            </a:lvl4pPr>
            <a:lvl5pPr marL="1384300" indent="0" algn="ctr">
              <a:buNone/>
              <a:defRPr>
                <a:latin typeface="+mj-lt"/>
              </a:defRPr>
            </a:lvl5pPr>
          </a:lstStyle>
          <a:p>
            <a:pPr lvl="0"/>
            <a:r>
              <a:rPr noProof="0" dirty="0"/>
              <a:t>Click to insert text or several lines, highlighting certain words in bold/</a:t>
            </a:r>
            <a:r>
              <a:rPr noProof="0" dirty="0" err="1"/>
              <a:t>colour</a:t>
            </a:r>
            <a:r>
              <a:rPr noProof="0" dirty="0"/>
              <a:t>.</a:t>
            </a:r>
          </a:p>
        </p:txBody>
      </p:sp>
      <p:sp>
        <p:nvSpPr>
          <p:cNvPr id="6" name="Text Placeholder 11">
            <a:extLst>
              <a:ext uri="{FF2B5EF4-FFF2-40B4-BE49-F238E27FC236}">
                <a16:creationId xmlns:a16="http://schemas.microsoft.com/office/drawing/2014/main" id="{17D6A64B-3B84-6CA4-6FE0-77ED803F1D3B}"/>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7" name="Text Placeholder 11">
            <a:extLst>
              <a:ext uri="{FF2B5EF4-FFF2-40B4-BE49-F238E27FC236}">
                <a16:creationId xmlns:a16="http://schemas.microsoft.com/office/drawing/2014/main" id="{C2E306E9-3169-EA55-EE7C-F4470D9CF8AE}"/>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3" name="Image 3">
            <a:extLst>
              <a:ext uri="{FF2B5EF4-FFF2-40B4-BE49-F238E27FC236}">
                <a16:creationId xmlns:a16="http://schemas.microsoft.com/office/drawing/2014/main" id="{23FAE356-3C08-66DF-DBEE-194594B018B4}"/>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5" name="Titre 2">
            <a:extLst>
              <a:ext uri="{FF2B5EF4-FFF2-40B4-BE49-F238E27FC236}">
                <a16:creationId xmlns:a16="http://schemas.microsoft.com/office/drawing/2014/main" id="{19CA9E44-B989-267D-9CC0-C4604D348D48}"/>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FB0AE347-CC94-6D0F-632E-75A19A1523F8}"/>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161760267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Quote/Question 4">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A6036F-0227-EBA1-8A93-58B5081B075C}"/>
              </a:ext>
            </a:extLst>
          </p:cNvPr>
          <p:cNvSpPr/>
          <p:nvPr userDrawn="1"/>
        </p:nvSpPr>
        <p:spPr>
          <a:xfrm>
            <a:off x="-4572" y="0"/>
            <a:ext cx="12192000" cy="6858000"/>
          </a:xfrm>
          <a:prstGeom prst="rect">
            <a:avLst/>
          </a:prstGeom>
          <a:solidFill>
            <a:schemeClr val="accent2">
              <a:alpha val="8035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9" name="Espace réservé du texte 8">
            <a:extLst>
              <a:ext uri="{FF2B5EF4-FFF2-40B4-BE49-F238E27FC236}">
                <a16:creationId xmlns:a16="http://schemas.microsoft.com/office/drawing/2014/main" id="{E1AC4AA0-E054-7E78-92FA-EF079C2888F2}"/>
              </a:ext>
            </a:extLst>
          </p:cNvPr>
          <p:cNvSpPr>
            <a:spLocks noGrp="1"/>
          </p:cNvSpPr>
          <p:nvPr>
            <p:ph type="body" sz="quarter" idx="13" hasCustomPrompt="1"/>
          </p:nvPr>
        </p:nvSpPr>
        <p:spPr>
          <a:xfrm>
            <a:off x="1606377" y="1860331"/>
            <a:ext cx="8970103" cy="3137338"/>
          </a:xfrm>
          <a:prstGeom prst="rect">
            <a:avLst/>
          </a:prstGeom>
        </p:spPr>
        <p:txBody>
          <a:bodyPr anchor="ctr">
            <a:normAutofit/>
          </a:bodyPr>
          <a:lstStyle>
            <a:lvl1pPr marL="0" indent="0" algn="ctr">
              <a:lnSpc>
                <a:spcPct val="120000"/>
              </a:lnSpc>
              <a:buNone/>
              <a:defRPr sz="3200">
                <a:solidFill>
                  <a:schemeClr val="bg1"/>
                </a:solidFill>
                <a:latin typeface="Verdana" pitchFamily="2" charset="77"/>
              </a:defRPr>
            </a:lvl1pPr>
            <a:lvl2pPr marL="311150" indent="0" algn="ctr">
              <a:buNone/>
              <a:defRPr>
                <a:latin typeface="+mj-lt"/>
              </a:defRPr>
            </a:lvl2pPr>
            <a:lvl3pPr marL="666750" indent="0" algn="ctr">
              <a:buNone/>
              <a:defRPr>
                <a:latin typeface="+mj-lt"/>
              </a:defRPr>
            </a:lvl3pPr>
            <a:lvl4pPr marL="1028700" indent="0" algn="ctr">
              <a:buNone/>
              <a:defRPr>
                <a:latin typeface="+mj-lt"/>
              </a:defRPr>
            </a:lvl4pPr>
            <a:lvl5pPr marL="1384300" indent="0" algn="ctr">
              <a:buNone/>
              <a:defRPr>
                <a:latin typeface="+mj-lt"/>
              </a:defRPr>
            </a:lvl5pPr>
          </a:lstStyle>
          <a:p>
            <a:pPr lvl="0"/>
            <a:r>
              <a:rPr noProof="0" dirty="0"/>
              <a:t>Click to insert text or several lines, highlighting certain words in bold/color.</a:t>
            </a:r>
          </a:p>
        </p:txBody>
      </p:sp>
      <p:pic>
        <p:nvPicPr>
          <p:cNvPr id="3" name="Image 2">
            <a:extLst>
              <a:ext uri="{FF2B5EF4-FFF2-40B4-BE49-F238E27FC236}">
                <a16:creationId xmlns:a16="http://schemas.microsoft.com/office/drawing/2014/main" id="{F148107D-7494-0183-5B96-8E3324CEF95F}"/>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82" y="1057814"/>
            <a:ext cx="1725961" cy="136091"/>
          </a:xfrm>
          <a:prstGeom prst="rect">
            <a:avLst/>
          </a:prstGeom>
        </p:spPr>
      </p:pic>
      <p:sp>
        <p:nvSpPr>
          <p:cNvPr id="7" name="Text Placeholder 11">
            <a:extLst>
              <a:ext uri="{FF2B5EF4-FFF2-40B4-BE49-F238E27FC236}">
                <a16:creationId xmlns:a16="http://schemas.microsoft.com/office/drawing/2014/main" id="{802B11D2-D67F-1FEF-66E0-09A02F46FDF4}"/>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bg1"/>
                </a:solidFill>
                <a:latin typeface="Verdana" pitchFamily="2" charset="77"/>
                <a:ea typeface="+mn-ea"/>
                <a:cs typeface="+mn-cs"/>
              </a:defRPr>
            </a:lvl1pPr>
          </a:lstStyle>
          <a:p>
            <a:pPr lvl="0"/>
            <a:r>
              <a:rPr dirty="0"/>
              <a:t>Footnote 1</a:t>
            </a:r>
          </a:p>
        </p:txBody>
      </p:sp>
      <p:sp>
        <p:nvSpPr>
          <p:cNvPr id="8" name="Text Placeholder 11">
            <a:extLst>
              <a:ext uri="{FF2B5EF4-FFF2-40B4-BE49-F238E27FC236}">
                <a16:creationId xmlns:a16="http://schemas.microsoft.com/office/drawing/2014/main" id="{C04ACB6E-6F4C-2BCC-9CF7-9D0CFF99391E}"/>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bg1"/>
                </a:solidFill>
                <a:latin typeface="Verdana" panose="00000500000000000000" pitchFamily="2" charset="0"/>
                <a:ea typeface="+mn-ea"/>
                <a:cs typeface="+mn-cs"/>
              </a:defRPr>
            </a:lvl1pPr>
          </a:lstStyle>
          <a:p>
            <a:pPr lvl="0"/>
            <a:r>
              <a:rPr dirty="0"/>
              <a:t>Footnote 2</a:t>
            </a:r>
          </a:p>
        </p:txBody>
      </p:sp>
      <p:pic>
        <p:nvPicPr>
          <p:cNvPr id="5" name="Graphic 4">
            <a:extLst>
              <a:ext uri="{FF2B5EF4-FFF2-40B4-BE49-F238E27FC236}">
                <a16:creationId xmlns:a16="http://schemas.microsoft.com/office/drawing/2014/main" id="{EBC416B2-59AB-6BD3-195B-1DB8B290706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4" name="Footer Placeholder 4">
            <a:extLst>
              <a:ext uri="{FF2B5EF4-FFF2-40B4-BE49-F238E27FC236}">
                <a16:creationId xmlns:a16="http://schemas.microsoft.com/office/drawing/2014/main" id="{320EFA49-C7A0-23B9-AB54-77F13B42E07E}"/>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16207332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ext on the right 1">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11721561" y="6503801"/>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userDrawn="1"/>
        </p:nvSpPr>
        <p:spPr>
          <a:xfrm>
            <a:off x="11721561" y="341248"/>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4" name="Title 6">
            <a:extLst>
              <a:ext uri="{FF2B5EF4-FFF2-40B4-BE49-F238E27FC236}">
                <a16:creationId xmlns:a16="http://schemas.microsoft.com/office/drawing/2014/main" id="{00D0A476-04AF-662A-C036-818A248BA659}"/>
              </a:ext>
            </a:extLst>
          </p:cNvPr>
          <p:cNvSpPr>
            <a:spLocks noGrp="1"/>
          </p:cNvSpPr>
          <p:nvPr>
            <p:ph type="title" hasCustomPrompt="1"/>
          </p:nvPr>
        </p:nvSpPr>
        <p:spPr>
          <a:xfrm>
            <a:off x="6444102" y="813368"/>
            <a:ext cx="3900369" cy="1406102"/>
          </a:xfrm>
          <a:prstGeom prst="rect">
            <a:avLst/>
          </a:prstGeom>
        </p:spPr>
        <p:txBody>
          <a:bodyPr tIns="36000" bIns="0">
            <a:noAutofit/>
          </a:bodyPr>
          <a:lstStyle>
            <a:lvl1pPr algn="l">
              <a:defRPr sz="2000" b="0" i="0">
                <a:solidFill>
                  <a:schemeClr val="accent2"/>
                </a:solidFill>
                <a:latin typeface="Verdana" pitchFamily="2" charset="77"/>
              </a:defRPr>
            </a:lvl1pPr>
          </a:lstStyle>
          <a:p>
            <a:pPr algn="l"/>
            <a:r>
              <a:rPr noProof="0" dirty="0">
                <a:effectLst/>
              </a:rPr>
              <a:t>Click to insert a text of 4-5 lines</a:t>
            </a:r>
            <a:endParaRPr noProof="0" dirty="0"/>
          </a:p>
        </p:txBody>
      </p:sp>
      <p:sp>
        <p:nvSpPr>
          <p:cNvPr id="15" name="Sous-titre 2">
            <a:extLst>
              <a:ext uri="{FF2B5EF4-FFF2-40B4-BE49-F238E27FC236}">
                <a16:creationId xmlns:a16="http://schemas.microsoft.com/office/drawing/2014/main" id="{989465A7-D4DA-3A28-416C-A1CD0BEB6E79}"/>
              </a:ext>
            </a:extLst>
          </p:cNvPr>
          <p:cNvSpPr>
            <a:spLocks noGrp="1"/>
          </p:cNvSpPr>
          <p:nvPr>
            <p:ph type="subTitle" idx="1" hasCustomPrompt="1"/>
          </p:nvPr>
        </p:nvSpPr>
        <p:spPr>
          <a:xfrm>
            <a:off x="597103" y="260648"/>
            <a:ext cx="11076127" cy="365760"/>
          </a:xfrm>
          <a:prstGeom prst="rect">
            <a:avLst/>
          </a:prstGeom>
        </p:spPr>
        <p:txBody>
          <a:bodyPr tIns="0" bIns="0">
            <a:normAutofit/>
          </a:bodyPr>
          <a:lstStyle>
            <a:lvl1pPr marL="0" indent="0" algn="l">
              <a:lnSpc>
                <a:spcPct val="100000"/>
              </a:lnSpc>
              <a:buNone/>
              <a:defRPr sz="2000" b="0" i="0">
                <a:solidFill>
                  <a:schemeClr val="accent2"/>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l">
              <a:buNone/>
            </a:pPr>
            <a:r>
              <a:rPr sz="1400" i="1" noProof="0" dirty="0">
                <a:latin typeface="Verdana"/>
              </a:rPr>
              <a:t>Insert title</a:t>
            </a:r>
          </a:p>
        </p:txBody>
      </p:sp>
      <p:sp>
        <p:nvSpPr>
          <p:cNvPr id="17" name="Espace réservé du texte 7">
            <a:extLst>
              <a:ext uri="{FF2B5EF4-FFF2-40B4-BE49-F238E27FC236}">
                <a16:creationId xmlns:a16="http://schemas.microsoft.com/office/drawing/2014/main" id="{68AF2052-37EF-3A56-972E-3BE502DB1A41}"/>
              </a:ext>
            </a:extLst>
          </p:cNvPr>
          <p:cNvSpPr>
            <a:spLocks noGrp="1"/>
          </p:cNvSpPr>
          <p:nvPr>
            <p:ph type="body" sz="quarter" idx="14" hasCustomPrompt="1"/>
          </p:nvPr>
        </p:nvSpPr>
        <p:spPr>
          <a:xfrm>
            <a:off x="6444102" y="2452911"/>
            <a:ext cx="3900369" cy="193899"/>
          </a:xfrm>
          <a:prstGeom prst="rect">
            <a:avLst/>
          </a:prstGeom>
        </p:spPr>
        <p:txBody>
          <a:bodyPr wrap="square" tIns="0" bIns="0" anchor="ctr">
            <a:spAutoFit/>
          </a:bodyPr>
          <a:lstStyle>
            <a:lvl1pPr marL="0" indent="0" algn="l">
              <a:buNone/>
              <a:defRPr sz="1400" b="0" baseline="0">
                <a:solidFill>
                  <a:schemeClr val="accent2"/>
                </a:solidFill>
                <a:latin typeface="Verdana" pitchFamily="2" charset="77"/>
              </a:defRPr>
            </a:lvl1pPr>
          </a:lstStyle>
          <a:p>
            <a:pPr lvl="0"/>
            <a:r>
              <a:rPr noProof="0" dirty="0">
                <a:effectLst/>
              </a:rPr>
              <a:t>Click to insert a text of 8-12 lines</a:t>
            </a:r>
            <a:endParaRPr noProof="0" dirty="0"/>
          </a:p>
        </p:txBody>
      </p:sp>
      <p:pic>
        <p:nvPicPr>
          <p:cNvPr id="22" name="Image 21">
            <a:extLst>
              <a:ext uri="{FF2B5EF4-FFF2-40B4-BE49-F238E27FC236}">
                <a16:creationId xmlns:a16="http://schemas.microsoft.com/office/drawing/2014/main" id="{CD1E35DD-5E53-6DAE-02B0-4563B075D95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3146" y="1060667"/>
            <a:ext cx="1725935" cy="136090"/>
          </a:xfrm>
          <a:prstGeom prst="rect">
            <a:avLst/>
          </a:prstGeom>
        </p:spPr>
      </p:pic>
      <p:sp>
        <p:nvSpPr>
          <p:cNvPr id="24" name="Espace réservé pour une image  2">
            <a:extLst>
              <a:ext uri="{FF2B5EF4-FFF2-40B4-BE49-F238E27FC236}">
                <a16:creationId xmlns:a16="http://schemas.microsoft.com/office/drawing/2014/main" id="{051427A6-8148-636D-7BBA-EB55F5CEFAE1}"/>
              </a:ext>
            </a:extLst>
          </p:cNvPr>
          <p:cNvSpPr>
            <a:spLocks noGrp="1"/>
          </p:cNvSpPr>
          <p:nvPr>
            <p:ph type="pic" sz="quarter" idx="17" hasCustomPrompt="1"/>
          </p:nvPr>
        </p:nvSpPr>
        <p:spPr>
          <a:xfrm>
            <a:off x="597318" y="260647"/>
            <a:ext cx="5570690" cy="6336703"/>
          </a:xfrm>
          <a:prstGeom prst="rect">
            <a:avLst/>
          </a:prstGeom>
        </p:spPr>
        <p:txBody>
          <a:bodyPr/>
          <a:lstStyle>
            <a:lvl1pPr marL="0" indent="0">
              <a:buNone/>
              <a:defRPr>
                <a:noFill/>
              </a:defRPr>
            </a:lvl1pPr>
          </a:lstStyle>
          <a:p>
            <a:r>
              <a:rPr dirty="0"/>
              <a:t>.</a:t>
            </a:r>
          </a:p>
        </p:txBody>
      </p:sp>
      <p:pic>
        <p:nvPicPr>
          <p:cNvPr id="2" name="Graphic 1">
            <a:extLst>
              <a:ext uri="{FF2B5EF4-FFF2-40B4-BE49-F238E27FC236}">
                <a16:creationId xmlns:a16="http://schemas.microsoft.com/office/drawing/2014/main" id="{FFE04C69-04B9-6597-D553-F847CD3767A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3" name="Footer Placeholder 4">
            <a:extLst>
              <a:ext uri="{FF2B5EF4-FFF2-40B4-BE49-F238E27FC236}">
                <a16:creationId xmlns:a16="http://schemas.microsoft.com/office/drawing/2014/main" id="{652396D8-7CCB-C39F-474D-21346E480421}"/>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116909928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ext on the left 1">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11721561" y="6503801"/>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userDrawn="1"/>
        </p:nvSpPr>
        <p:spPr>
          <a:xfrm>
            <a:off x="11721561" y="341248"/>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2" name="Image 1">
            <a:extLst>
              <a:ext uri="{FF2B5EF4-FFF2-40B4-BE49-F238E27FC236}">
                <a16:creationId xmlns:a16="http://schemas.microsoft.com/office/drawing/2014/main" id="{CCB7E368-1523-B970-F6F5-4D7063C56ADB}"/>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18" name="Espace réservé pour une image  2">
            <a:extLst>
              <a:ext uri="{FF2B5EF4-FFF2-40B4-BE49-F238E27FC236}">
                <a16:creationId xmlns:a16="http://schemas.microsoft.com/office/drawing/2014/main" id="{9826A08E-5B6C-4424-2DBF-EB4F93CADB36}"/>
              </a:ext>
            </a:extLst>
          </p:cNvPr>
          <p:cNvSpPr>
            <a:spLocks noGrp="1"/>
          </p:cNvSpPr>
          <p:nvPr>
            <p:ph type="pic" sz="quarter" idx="17" hasCustomPrompt="1"/>
          </p:nvPr>
        </p:nvSpPr>
        <p:spPr>
          <a:xfrm>
            <a:off x="5924722" y="260647"/>
            <a:ext cx="5594051" cy="6336703"/>
          </a:xfrm>
          <a:prstGeom prst="rect">
            <a:avLst/>
          </a:prstGeom>
        </p:spPr>
        <p:txBody>
          <a:bodyPr/>
          <a:lstStyle>
            <a:lvl1pPr marL="0" indent="0">
              <a:buNone/>
              <a:defRPr>
                <a:noFill/>
              </a:defRPr>
            </a:lvl1pPr>
          </a:lstStyle>
          <a:p>
            <a:r>
              <a:rPr dirty="0"/>
              <a:t>.</a:t>
            </a:r>
          </a:p>
        </p:txBody>
      </p:sp>
      <p:sp>
        <p:nvSpPr>
          <p:cNvPr id="4" name="Title 6">
            <a:extLst>
              <a:ext uri="{FF2B5EF4-FFF2-40B4-BE49-F238E27FC236}">
                <a16:creationId xmlns:a16="http://schemas.microsoft.com/office/drawing/2014/main" id="{B1BD4A48-1803-96A5-22F1-6D9F14D16940}"/>
              </a:ext>
            </a:extLst>
          </p:cNvPr>
          <p:cNvSpPr>
            <a:spLocks noGrp="1"/>
          </p:cNvSpPr>
          <p:nvPr>
            <p:ph type="title" hasCustomPrompt="1"/>
          </p:nvPr>
        </p:nvSpPr>
        <p:spPr>
          <a:xfrm>
            <a:off x="727223" y="813368"/>
            <a:ext cx="3900369" cy="1406102"/>
          </a:xfrm>
          <a:prstGeom prst="rect">
            <a:avLst/>
          </a:prstGeom>
        </p:spPr>
        <p:txBody>
          <a:bodyPr tIns="36000" bIns="0">
            <a:noAutofit/>
          </a:bodyPr>
          <a:lstStyle>
            <a:lvl1pPr algn="l">
              <a:defRPr sz="2000" b="0" i="0">
                <a:solidFill>
                  <a:schemeClr val="accent2"/>
                </a:solidFill>
                <a:latin typeface="Verdana" pitchFamily="2" charset="77"/>
              </a:defRPr>
            </a:lvl1pPr>
          </a:lstStyle>
          <a:p>
            <a:pPr algn="l"/>
            <a:r>
              <a:rPr noProof="0" dirty="0">
                <a:effectLst/>
              </a:rPr>
              <a:t>Click to insert a text of 4-5 lines</a:t>
            </a:r>
            <a:endParaRPr noProof="0" dirty="0"/>
          </a:p>
        </p:txBody>
      </p:sp>
      <p:sp>
        <p:nvSpPr>
          <p:cNvPr id="5" name="Sous-titre 2">
            <a:extLst>
              <a:ext uri="{FF2B5EF4-FFF2-40B4-BE49-F238E27FC236}">
                <a16:creationId xmlns:a16="http://schemas.microsoft.com/office/drawing/2014/main" id="{2731B34E-42FA-B1ED-3CB3-3EA6443452B9}"/>
              </a:ext>
            </a:extLst>
          </p:cNvPr>
          <p:cNvSpPr>
            <a:spLocks noGrp="1"/>
          </p:cNvSpPr>
          <p:nvPr>
            <p:ph type="subTitle" idx="1" hasCustomPrompt="1"/>
          </p:nvPr>
        </p:nvSpPr>
        <p:spPr>
          <a:xfrm>
            <a:off x="597103" y="260648"/>
            <a:ext cx="11076127" cy="365760"/>
          </a:xfrm>
          <a:prstGeom prst="rect">
            <a:avLst/>
          </a:prstGeom>
        </p:spPr>
        <p:txBody>
          <a:bodyPr tIns="0" bIns="0">
            <a:normAutofit/>
          </a:bodyPr>
          <a:lstStyle>
            <a:lvl1pPr marL="0" indent="0" algn="l">
              <a:lnSpc>
                <a:spcPct val="100000"/>
              </a:lnSpc>
              <a:buNone/>
              <a:defRPr sz="2400" b="0" i="0">
                <a:solidFill>
                  <a:schemeClr val="accent2"/>
                </a:solidFill>
                <a:latin typeface="Verdana"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l">
              <a:buNone/>
            </a:pPr>
            <a:r>
              <a:rPr sz="1400" i="1" noProof="0" dirty="0">
                <a:latin typeface="Verdana"/>
              </a:rPr>
              <a:t>Insert title</a:t>
            </a:r>
          </a:p>
        </p:txBody>
      </p:sp>
      <p:sp>
        <p:nvSpPr>
          <p:cNvPr id="6" name="Espace réservé du texte 7">
            <a:extLst>
              <a:ext uri="{FF2B5EF4-FFF2-40B4-BE49-F238E27FC236}">
                <a16:creationId xmlns:a16="http://schemas.microsoft.com/office/drawing/2014/main" id="{42196091-604F-1A81-074F-8933779603D1}"/>
              </a:ext>
            </a:extLst>
          </p:cNvPr>
          <p:cNvSpPr>
            <a:spLocks noGrp="1"/>
          </p:cNvSpPr>
          <p:nvPr>
            <p:ph type="body" sz="quarter" idx="14" hasCustomPrompt="1"/>
          </p:nvPr>
        </p:nvSpPr>
        <p:spPr>
          <a:xfrm>
            <a:off x="727223" y="2452911"/>
            <a:ext cx="3900369" cy="193899"/>
          </a:xfrm>
          <a:prstGeom prst="rect">
            <a:avLst/>
          </a:prstGeom>
        </p:spPr>
        <p:txBody>
          <a:bodyPr wrap="square" tIns="0" bIns="0" anchor="ctr">
            <a:spAutoFit/>
          </a:bodyPr>
          <a:lstStyle>
            <a:lvl1pPr marL="0" indent="0" algn="l">
              <a:buNone/>
              <a:defRPr sz="1400" b="0" baseline="0">
                <a:solidFill>
                  <a:schemeClr val="accent2"/>
                </a:solidFill>
                <a:latin typeface="Verdana" pitchFamily="2" charset="77"/>
              </a:defRPr>
            </a:lvl1pPr>
          </a:lstStyle>
          <a:p>
            <a:pPr lvl="0"/>
            <a:r>
              <a:rPr noProof="0" dirty="0">
                <a:effectLst/>
              </a:rPr>
              <a:t>Click to insert a text of 8-12 lines</a:t>
            </a:r>
            <a:endParaRPr noProof="0" dirty="0"/>
          </a:p>
        </p:txBody>
      </p:sp>
      <p:sp>
        <p:nvSpPr>
          <p:cNvPr id="14" name="Text Placeholder 11">
            <a:extLst>
              <a:ext uri="{FF2B5EF4-FFF2-40B4-BE49-F238E27FC236}">
                <a16:creationId xmlns:a16="http://schemas.microsoft.com/office/drawing/2014/main" id="{85A869A6-FADA-6647-D54C-C66F7E31D2E7}"/>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15" name="Text Placeholder 11">
            <a:extLst>
              <a:ext uri="{FF2B5EF4-FFF2-40B4-BE49-F238E27FC236}">
                <a16:creationId xmlns:a16="http://schemas.microsoft.com/office/drawing/2014/main" id="{66287E51-BE6E-A06F-D2FC-56C0B507B760}"/>
              </a:ext>
            </a:extLst>
          </p:cNvPr>
          <p:cNvSpPr>
            <a:spLocks noGrp="1"/>
          </p:cNvSpPr>
          <p:nvPr>
            <p:ph type="body" sz="quarter" idx="18"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7" name="Graphic 6">
            <a:extLst>
              <a:ext uri="{FF2B5EF4-FFF2-40B4-BE49-F238E27FC236}">
                <a16:creationId xmlns:a16="http://schemas.microsoft.com/office/drawing/2014/main" id="{BD125C48-D005-A419-37C9-52F4CD0D9A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3" name="Footer Placeholder 4">
            <a:extLst>
              <a:ext uri="{FF2B5EF4-FFF2-40B4-BE49-F238E27FC236}">
                <a16:creationId xmlns:a16="http://schemas.microsoft.com/office/drawing/2014/main" id="{3194ACD4-A531-E12C-2092-3DA893A8CE8D}"/>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203047174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icture Slide">
    <p:bg>
      <p:bgPr>
        <a:solidFill>
          <a:schemeClr val="bg1"/>
        </a:solidFill>
        <a:effectLst/>
      </p:bgPr>
    </p:bg>
    <p:spTree>
      <p:nvGrpSpPr>
        <p:cNvPr id="1" name=""/>
        <p:cNvGrpSpPr/>
        <p:nvPr/>
      </p:nvGrpSpPr>
      <p:grpSpPr>
        <a:xfrm>
          <a:off x="0" y="0"/>
          <a:ext cx="0" cy="0"/>
          <a:chOff x="0" y="0"/>
          <a:chExt cx="0" cy="0"/>
        </a:xfrm>
      </p:grpSpPr>
      <p:sp>
        <p:nvSpPr>
          <p:cNvPr id="9" name="Rectangle 8"/>
          <p:cNvSpPr/>
          <p:nvPr userDrawn="1"/>
        </p:nvSpPr>
        <p:spPr>
          <a:xfrm>
            <a:off x="11721561" y="6503801"/>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0" name="Rectangle 9"/>
          <p:cNvSpPr/>
          <p:nvPr userDrawn="1"/>
        </p:nvSpPr>
        <p:spPr>
          <a:xfrm>
            <a:off x="11721561" y="341248"/>
            <a:ext cx="25200" cy="2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22" name="Image 21">
            <a:extLst>
              <a:ext uri="{FF2B5EF4-FFF2-40B4-BE49-F238E27FC236}">
                <a16:creationId xmlns:a16="http://schemas.microsoft.com/office/drawing/2014/main" id="{CD1E35DD-5E53-6DAE-02B0-4563B075D95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3146" y="1060667"/>
            <a:ext cx="1725935" cy="136090"/>
          </a:xfrm>
          <a:prstGeom prst="rect">
            <a:avLst/>
          </a:prstGeom>
        </p:spPr>
      </p:pic>
      <p:sp>
        <p:nvSpPr>
          <p:cNvPr id="4" name="Espace réservé pour une image  2">
            <a:extLst>
              <a:ext uri="{FF2B5EF4-FFF2-40B4-BE49-F238E27FC236}">
                <a16:creationId xmlns:a16="http://schemas.microsoft.com/office/drawing/2014/main" id="{F4F963CF-B9E7-A95A-FA11-A3819938F990}"/>
              </a:ext>
            </a:extLst>
          </p:cNvPr>
          <p:cNvSpPr>
            <a:spLocks noGrp="1"/>
          </p:cNvSpPr>
          <p:nvPr>
            <p:ph type="pic" sz="quarter" idx="12" hasCustomPrompt="1"/>
          </p:nvPr>
        </p:nvSpPr>
        <p:spPr>
          <a:xfrm>
            <a:off x="597318" y="959119"/>
            <a:ext cx="11070767" cy="5350201"/>
          </a:xfrm>
          <a:prstGeom prst="rect">
            <a:avLst/>
          </a:prstGeom>
        </p:spPr>
        <p:txBody>
          <a:bodyPr/>
          <a:lstStyle>
            <a:lvl1pPr marL="0" indent="0">
              <a:buNone/>
              <a:defRPr>
                <a:noFill/>
              </a:defRPr>
            </a:lvl1pPr>
          </a:lstStyle>
          <a:p>
            <a:r>
              <a:rPr noProof="0" dirty="0"/>
              <a:t>.</a:t>
            </a:r>
          </a:p>
        </p:txBody>
      </p:sp>
      <p:sp>
        <p:nvSpPr>
          <p:cNvPr id="7" name="Text Placeholder 11">
            <a:extLst>
              <a:ext uri="{FF2B5EF4-FFF2-40B4-BE49-F238E27FC236}">
                <a16:creationId xmlns:a16="http://schemas.microsoft.com/office/drawing/2014/main" id="{3E62DC93-EC8F-77AA-AE4D-B50BE06224FB}"/>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8" name="Text Placeholder 11">
            <a:extLst>
              <a:ext uri="{FF2B5EF4-FFF2-40B4-BE49-F238E27FC236}">
                <a16:creationId xmlns:a16="http://schemas.microsoft.com/office/drawing/2014/main" id="{EA6B9119-F7E8-C81D-57C1-B935C9F7D043}"/>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2" name="Graphic 1">
            <a:extLst>
              <a:ext uri="{FF2B5EF4-FFF2-40B4-BE49-F238E27FC236}">
                <a16:creationId xmlns:a16="http://schemas.microsoft.com/office/drawing/2014/main" id="{60B12BC9-DAE7-04D7-457E-C5B2434C0B4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3" name="Footer Placeholder 4">
            <a:extLst>
              <a:ext uri="{FF2B5EF4-FFF2-40B4-BE49-F238E27FC236}">
                <a16:creationId xmlns:a16="http://schemas.microsoft.com/office/drawing/2014/main" id="{AB24A7F1-8A7C-190E-E7E7-431EC2CC63BE}"/>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
        <p:nvSpPr>
          <p:cNvPr id="11" name="Titre 2">
            <a:extLst>
              <a:ext uri="{FF2B5EF4-FFF2-40B4-BE49-F238E27FC236}">
                <a16:creationId xmlns:a16="http://schemas.microsoft.com/office/drawing/2014/main" id="{282A560D-F73F-4763-DAE0-70D2C49E25D9}"/>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13" name="Subtitle">
            <a:extLst>
              <a:ext uri="{FF2B5EF4-FFF2-40B4-BE49-F238E27FC236}">
                <a16:creationId xmlns:a16="http://schemas.microsoft.com/office/drawing/2014/main" id="{F752B4F0-3095-832C-050A-3CE64833BCFC}"/>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279087729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s 1">
    <p:spTree>
      <p:nvGrpSpPr>
        <p:cNvPr id="1" name=""/>
        <p:cNvGrpSpPr/>
        <p:nvPr/>
      </p:nvGrpSpPr>
      <p:grpSpPr>
        <a:xfrm>
          <a:off x="0" y="0"/>
          <a:ext cx="0" cy="0"/>
          <a:chOff x="0" y="0"/>
          <a:chExt cx="0" cy="0"/>
        </a:xfrm>
      </p:grpSpPr>
      <p:sp>
        <p:nvSpPr>
          <p:cNvPr id="15" name="Espace réservé du contenu 2">
            <a:extLst>
              <a:ext uri="{FF2B5EF4-FFF2-40B4-BE49-F238E27FC236}">
                <a16:creationId xmlns:a16="http://schemas.microsoft.com/office/drawing/2014/main" id="{CEB97D72-B373-DF19-B1AD-ED306C114E9B}"/>
              </a:ext>
            </a:extLst>
          </p:cNvPr>
          <p:cNvSpPr>
            <a:spLocks noGrp="1"/>
          </p:cNvSpPr>
          <p:nvPr>
            <p:ph idx="24" hasCustomPrompt="1"/>
          </p:nvPr>
        </p:nvSpPr>
        <p:spPr>
          <a:xfrm>
            <a:off x="627690" y="2070942"/>
            <a:ext cx="1961762" cy="226591"/>
          </a:xfrm>
          <a:prstGeom prst="rect">
            <a:avLst/>
          </a:prstGeom>
        </p:spPr>
        <p:txBody>
          <a:bodyPr vert="horz" wrap="square" lIns="0" tIns="36000" rIns="0" bIns="36000" rtlCol="0" anchor="t" anchorCtr="0">
            <a:spAutoFit/>
          </a:bodyPr>
          <a:lstStyle>
            <a:lvl1pPr marL="0" indent="0" algn="l">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25" name="Text Placeholder 24">
            <a:extLst>
              <a:ext uri="{FF2B5EF4-FFF2-40B4-BE49-F238E27FC236}">
                <a16:creationId xmlns:a16="http://schemas.microsoft.com/office/drawing/2014/main" id="{F4E5400F-A78E-E852-4528-14FE5AD7D686}"/>
              </a:ext>
            </a:extLst>
          </p:cNvPr>
          <p:cNvSpPr>
            <a:spLocks noGrp="1"/>
          </p:cNvSpPr>
          <p:nvPr>
            <p:ph type="body" sz="quarter" idx="31"/>
          </p:nvPr>
        </p:nvSpPr>
        <p:spPr>
          <a:xfrm>
            <a:off x="597318" y="1484784"/>
            <a:ext cx="1992134" cy="324901"/>
          </a:xfrm>
          <a:prstGeom prst="roundRect">
            <a:avLst/>
          </a:prstGeom>
          <a:solidFill>
            <a:srgbClr val="E23615"/>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t>Click to edit Master text styles</a:t>
            </a:r>
          </a:p>
        </p:txBody>
      </p:sp>
      <p:sp>
        <p:nvSpPr>
          <p:cNvPr id="28" name="Text Placeholder 24">
            <a:extLst>
              <a:ext uri="{FF2B5EF4-FFF2-40B4-BE49-F238E27FC236}">
                <a16:creationId xmlns:a16="http://schemas.microsoft.com/office/drawing/2014/main" id="{1EF11391-16D4-F74E-7D2A-B53DB8FE8C13}"/>
              </a:ext>
            </a:extLst>
          </p:cNvPr>
          <p:cNvSpPr>
            <a:spLocks noGrp="1"/>
          </p:cNvSpPr>
          <p:nvPr>
            <p:ph type="body" sz="quarter" idx="32"/>
          </p:nvPr>
        </p:nvSpPr>
        <p:spPr>
          <a:xfrm>
            <a:off x="2877260" y="1484784"/>
            <a:ext cx="2048765" cy="324901"/>
          </a:xfrm>
          <a:prstGeom prst="roundRect">
            <a:avLst/>
          </a:prstGeom>
          <a:solidFill>
            <a:srgbClr val="00B0F0"/>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t>Click to edit Master text styles</a:t>
            </a:r>
          </a:p>
        </p:txBody>
      </p:sp>
      <p:sp>
        <p:nvSpPr>
          <p:cNvPr id="29" name="Text Placeholder 24">
            <a:extLst>
              <a:ext uri="{FF2B5EF4-FFF2-40B4-BE49-F238E27FC236}">
                <a16:creationId xmlns:a16="http://schemas.microsoft.com/office/drawing/2014/main" id="{F9EA98B2-28D8-A4DE-BAEB-6C29B442C4CE}"/>
              </a:ext>
            </a:extLst>
          </p:cNvPr>
          <p:cNvSpPr>
            <a:spLocks noGrp="1"/>
          </p:cNvSpPr>
          <p:nvPr>
            <p:ph type="body" sz="quarter" idx="33"/>
          </p:nvPr>
        </p:nvSpPr>
        <p:spPr>
          <a:xfrm>
            <a:off x="5176809" y="1484784"/>
            <a:ext cx="2048765" cy="324901"/>
          </a:xfrm>
          <a:prstGeom prst="roundRect">
            <a:avLst/>
          </a:prstGeom>
          <a:solidFill>
            <a:srgbClr val="FFCA4B"/>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30" name="Text Placeholder 24">
            <a:extLst>
              <a:ext uri="{FF2B5EF4-FFF2-40B4-BE49-F238E27FC236}">
                <a16:creationId xmlns:a16="http://schemas.microsoft.com/office/drawing/2014/main" id="{05F6250E-C5F3-A021-F803-9C082AD6F96C}"/>
              </a:ext>
            </a:extLst>
          </p:cNvPr>
          <p:cNvSpPr>
            <a:spLocks noGrp="1"/>
          </p:cNvSpPr>
          <p:nvPr>
            <p:ph type="body" sz="quarter" idx="34"/>
          </p:nvPr>
        </p:nvSpPr>
        <p:spPr>
          <a:xfrm>
            <a:off x="7467366" y="1484783"/>
            <a:ext cx="2048765" cy="324901"/>
          </a:xfrm>
          <a:prstGeom prst="roundRect">
            <a:avLst/>
          </a:prstGeom>
          <a:solidFill>
            <a:srgbClr val="28AF91"/>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31" name="Text Placeholder 24">
            <a:extLst>
              <a:ext uri="{FF2B5EF4-FFF2-40B4-BE49-F238E27FC236}">
                <a16:creationId xmlns:a16="http://schemas.microsoft.com/office/drawing/2014/main" id="{91CB1AF2-A8F2-81C3-C9C5-20C417768CC7}"/>
              </a:ext>
            </a:extLst>
          </p:cNvPr>
          <p:cNvSpPr>
            <a:spLocks noGrp="1"/>
          </p:cNvSpPr>
          <p:nvPr>
            <p:ph type="body" sz="quarter" idx="35"/>
          </p:nvPr>
        </p:nvSpPr>
        <p:spPr>
          <a:xfrm>
            <a:off x="9755755" y="1481285"/>
            <a:ext cx="2048765" cy="324901"/>
          </a:xfrm>
          <a:prstGeom prst="roundRect">
            <a:avLst/>
          </a:prstGeom>
          <a:solidFill>
            <a:srgbClr val="414344"/>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34" name="Text Placeholder 24">
            <a:extLst>
              <a:ext uri="{FF2B5EF4-FFF2-40B4-BE49-F238E27FC236}">
                <a16:creationId xmlns:a16="http://schemas.microsoft.com/office/drawing/2014/main" id="{67DEBF7B-A28F-BB30-D3C2-C2ECC1F8E781}"/>
              </a:ext>
            </a:extLst>
          </p:cNvPr>
          <p:cNvSpPr>
            <a:spLocks noGrp="1"/>
          </p:cNvSpPr>
          <p:nvPr>
            <p:ph type="body" sz="quarter" idx="36"/>
          </p:nvPr>
        </p:nvSpPr>
        <p:spPr>
          <a:xfrm>
            <a:off x="597317" y="4784459"/>
            <a:ext cx="11205035" cy="324901"/>
          </a:xfrm>
          <a:prstGeom prst="roundRect">
            <a:avLst/>
          </a:prstGeom>
          <a:solidFill>
            <a:srgbClr val="A0A0A0"/>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36" name="Espace réservé du contenu 2">
            <a:extLst>
              <a:ext uri="{FF2B5EF4-FFF2-40B4-BE49-F238E27FC236}">
                <a16:creationId xmlns:a16="http://schemas.microsoft.com/office/drawing/2014/main" id="{2C6B8BEC-A30C-B556-D1E0-54473262F008}"/>
              </a:ext>
            </a:extLst>
          </p:cNvPr>
          <p:cNvSpPr>
            <a:spLocks noGrp="1"/>
          </p:cNvSpPr>
          <p:nvPr>
            <p:ph idx="38" hasCustomPrompt="1"/>
          </p:nvPr>
        </p:nvSpPr>
        <p:spPr>
          <a:xfrm>
            <a:off x="2871200" y="2067444"/>
            <a:ext cx="2094773" cy="226591"/>
          </a:xfrm>
          <a:prstGeom prst="rect">
            <a:avLst/>
          </a:prstGeom>
        </p:spPr>
        <p:txBody>
          <a:bodyPr vert="horz" wrap="square" lIns="0" tIns="36000" rIns="0" bIns="36000" rtlCol="0" anchor="t" anchorCtr="0">
            <a:spAutoFit/>
          </a:bodyPr>
          <a:lstStyle>
            <a:lvl1pPr marL="0" indent="0" algn="l">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37" name="Espace réservé du contenu 2">
            <a:extLst>
              <a:ext uri="{FF2B5EF4-FFF2-40B4-BE49-F238E27FC236}">
                <a16:creationId xmlns:a16="http://schemas.microsoft.com/office/drawing/2014/main" id="{2E26F03C-AB8B-20C9-A86A-41D114527C00}"/>
              </a:ext>
            </a:extLst>
          </p:cNvPr>
          <p:cNvSpPr>
            <a:spLocks noGrp="1"/>
          </p:cNvSpPr>
          <p:nvPr>
            <p:ph idx="39" hasCustomPrompt="1"/>
          </p:nvPr>
        </p:nvSpPr>
        <p:spPr>
          <a:xfrm>
            <a:off x="7467365" y="2067444"/>
            <a:ext cx="2048763" cy="226591"/>
          </a:xfrm>
          <a:prstGeom prst="rect">
            <a:avLst/>
          </a:prstGeom>
        </p:spPr>
        <p:txBody>
          <a:bodyPr vert="horz" wrap="square" lIns="0" tIns="36000" rIns="0" bIns="36000" rtlCol="0" anchor="t" anchorCtr="0">
            <a:spAutoFit/>
          </a:bodyPr>
          <a:lstStyle>
            <a:lvl1pPr marL="0" indent="0" algn="l">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38" name="Espace réservé du contenu 2">
            <a:extLst>
              <a:ext uri="{FF2B5EF4-FFF2-40B4-BE49-F238E27FC236}">
                <a16:creationId xmlns:a16="http://schemas.microsoft.com/office/drawing/2014/main" id="{6CF67EE7-4180-EA60-95AD-0A808A8A364E}"/>
              </a:ext>
            </a:extLst>
          </p:cNvPr>
          <p:cNvSpPr>
            <a:spLocks noGrp="1"/>
          </p:cNvSpPr>
          <p:nvPr>
            <p:ph idx="40" hasCustomPrompt="1"/>
          </p:nvPr>
        </p:nvSpPr>
        <p:spPr>
          <a:xfrm>
            <a:off x="9755754" y="2062295"/>
            <a:ext cx="2046597" cy="226591"/>
          </a:xfrm>
          <a:prstGeom prst="rect">
            <a:avLst/>
          </a:prstGeom>
        </p:spPr>
        <p:txBody>
          <a:bodyPr vert="horz" wrap="square" lIns="0" tIns="36000" rIns="0" bIns="36000" rtlCol="0" anchor="t" anchorCtr="0">
            <a:spAutoFit/>
          </a:bodyPr>
          <a:lstStyle>
            <a:lvl1pPr marL="0" indent="0" algn="l">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39" name="Espace réservé du contenu 2">
            <a:extLst>
              <a:ext uri="{FF2B5EF4-FFF2-40B4-BE49-F238E27FC236}">
                <a16:creationId xmlns:a16="http://schemas.microsoft.com/office/drawing/2014/main" id="{1EF814D5-5CF2-3FEC-3F9C-14564D0C8A43}"/>
              </a:ext>
            </a:extLst>
          </p:cNvPr>
          <p:cNvSpPr>
            <a:spLocks noGrp="1"/>
          </p:cNvSpPr>
          <p:nvPr>
            <p:ph idx="41" hasCustomPrompt="1"/>
          </p:nvPr>
        </p:nvSpPr>
        <p:spPr>
          <a:xfrm>
            <a:off x="5176809" y="2067444"/>
            <a:ext cx="2048764" cy="226591"/>
          </a:xfrm>
          <a:prstGeom prst="rect">
            <a:avLst/>
          </a:prstGeom>
        </p:spPr>
        <p:txBody>
          <a:bodyPr vert="horz" wrap="square" lIns="0" tIns="36000" rIns="0" bIns="36000" rtlCol="0" anchor="t" anchorCtr="0">
            <a:spAutoFit/>
          </a:bodyPr>
          <a:lstStyle>
            <a:lvl1pPr marL="0" indent="0" algn="l">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40" name="Espace réservé du contenu 2">
            <a:extLst>
              <a:ext uri="{FF2B5EF4-FFF2-40B4-BE49-F238E27FC236}">
                <a16:creationId xmlns:a16="http://schemas.microsoft.com/office/drawing/2014/main" id="{CEB37307-B023-3D59-E2E1-771AF486CE28}"/>
              </a:ext>
            </a:extLst>
          </p:cNvPr>
          <p:cNvSpPr>
            <a:spLocks noGrp="1"/>
          </p:cNvSpPr>
          <p:nvPr>
            <p:ph idx="42" hasCustomPrompt="1"/>
          </p:nvPr>
        </p:nvSpPr>
        <p:spPr>
          <a:xfrm>
            <a:off x="627690" y="5445224"/>
            <a:ext cx="11205035" cy="241980"/>
          </a:xfrm>
          <a:prstGeom prst="rect">
            <a:avLst/>
          </a:prstGeom>
        </p:spPr>
        <p:txBody>
          <a:bodyPr vert="horz" wrap="square" lIns="0" tIns="36000" rIns="0" bIns="36000" rtlCol="0" anchor="t" anchorCtr="0">
            <a:spAutoFit/>
          </a:bodyPr>
          <a:lstStyle>
            <a:lvl1pPr marL="0" indent="0" algn="ctr">
              <a:buNone/>
              <a:defRPr lang="fr-FR" sz="12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5" name="Text Placeholder 24">
            <a:extLst>
              <a:ext uri="{FF2B5EF4-FFF2-40B4-BE49-F238E27FC236}">
                <a16:creationId xmlns:a16="http://schemas.microsoft.com/office/drawing/2014/main" id="{C0FE821E-AF40-0C24-55D1-73E76BB92196}"/>
              </a:ext>
            </a:extLst>
          </p:cNvPr>
          <p:cNvSpPr>
            <a:spLocks noGrp="1"/>
          </p:cNvSpPr>
          <p:nvPr>
            <p:ph type="body" sz="quarter" idx="44"/>
          </p:nvPr>
        </p:nvSpPr>
        <p:spPr>
          <a:xfrm>
            <a:off x="597318" y="1487383"/>
            <a:ext cx="1992134" cy="324901"/>
          </a:xfrm>
          <a:prstGeom prst="roundRect">
            <a:avLst/>
          </a:prstGeom>
          <a:solidFill>
            <a:srgbClr val="E23615"/>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6" name="Text Placeholder 24">
            <a:extLst>
              <a:ext uri="{FF2B5EF4-FFF2-40B4-BE49-F238E27FC236}">
                <a16:creationId xmlns:a16="http://schemas.microsoft.com/office/drawing/2014/main" id="{4A0F2C5E-7A27-7476-C1E0-F19DA23495E5}"/>
              </a:ext>
            </a:extLst>
          </p:cNvPr>
          <p:cNvSpPr>
            <a:spLocks noGrp="1"/>
          </p:cNvSpPr>
          <p:nvPr>
            <p:ph type="body" sz="quarter" idx="45"/>
          </p:nvPr>
        </p:nvSpPr>
        <p:spPr>
          <a:xfrm>
            <a:off x="2877260" y="1487383"/>
            <a:ext cx="2048765" cy="324901"/>
          </a:xfrm>
          <a:prstGeom prst="roundRect">
            <a:avLst/>
          </a:prstGeom>
          <a:solidFill>
            <a:srgbClr val="00B0F0"/>
          </a:solidFill>
        </p:spPr>
        <p:txBody>
          <a:bodyPr/>
          <a:lstStyle>
            <a:lvl1pPr marL="0" indent="0" algn="ctr">
              <a:buNone/>
              <a:defRPr kumimoji="0" lang="en-US" sz="1200" b="1" u="none" strike="noStrike" kern="1200" cap="none" normalizeH="0" baseline="0" noProof="0" dirty="0" smtClean="0">
                <a:ln>
                  <a:noFill/>
                </a:ln>
                <a:solidFill>
                  <a:schemeClr val="bg1"/>
                </a:solidFill>
                <a:effectLst/>
                <a:uLnTx/>
                <a:uFillTx/>
                <a:latin typeface="Verdana" pitchFamily="2" charset="77"/>
                <a:ea typeface="Verdana" panose="020B0604030504040204" pitchFamily="34" charset="0"/>
                <a:cs typeface="+mn-cs"/>
              </a:defRPr>
            </a:lvl1pPr>
          </a:lstStyle>
          <a:p>
            <a:pPr lvl="0"/>
            <a:r>
              <a:rPr noProof="0"/>
              <a:t>Click to edit Master text styles</a:t>
            </a:r>
          </a:p>
        </p:txBody>
      </p:sp>
      <p:sp>
        <p:nvSpPr>
          <p:cNvPr id="3" name="Text Placeholder 11">
            <a:extLst>
              <a:ext uri="{FF2B5EF4-FFF2-40B4-BE49-F238E27FC236}">
                <a16:creationId xmlns:a16="http://schemas.microsoft.com/office/drawing/2014/main" id="{CB00B730-9960-05A5-9225-6047D11F8428}"/>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9" name="Text Placeholder 11">
            <a:extLst>
              <a:ext uri="{FF2B5EF4-FFF2-40B4-BE49-F238E27FC236}">
                <a16:creationId xmlns:a16="http://schemas.microsoft.com/office/drawing/2014/main" id="{7EF833A7-036C-7698-1988-BBB2703B203B}"/>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2" name="Image 3">
            <a:extLst>
              <a:ext uri="{FF2B5EF4-FFF2-40B4-BE49-F238E27FC236}">
                <a16:creationId xmlns:a16="http://schemas.microsoft.com/office/drawing/2014/main" id="{2AC17478-BEBD-0AED-10FC-A752A596C507}"/>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7" name="Titre 2">
            <a:extLst>
              <a:ext uri="{FF2B5EF4-FFF2-40B4-BE49-F238E27FC236}">
                <a16:creationId xmlns:a16="http://schemas.microsoft.com/office/drawing/2014/main" id="{A4A35683-B1D2-EB43-0DA5-E885FC74BC3E}"/>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8EA94573-2234-0EAE-424A-CF5B38D6D9E9}"/>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319377612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s 2">
    <p:spTree>
      <p:nvGrpSpPr>
        <p:cNvPr id="1" name=""/>
        <p:cNvGrpSpPr/>
        <p:nvPr/>
      </p:nvGrpSpPr>
      <p:grpSpPr>
        <a:xfrm>
          <a:off x="0" y="0"/>
          <a:ext cx="0" cy="0"/>
          <a:chOff x="0" y="0"/>
          <a:chExt cx="0" cy="0"/>
        </a:xfrm>
      </p:grpSpPr>
      <p:sp>
        <p:nvSpPr>
          <p:cNvPr id="53" name="Espace réservé du contenu 2">
            <a:extLst>
              <a:ext uri="{FF2B5EF4-FFF2-40B4-BE49-F238E27FC236}">
                <a16:creationId xmlns:a16="http://schemas.microsoft.com/office/drawing/2014/main" id="{9F9B747B-3B77-571E-E531-809E681F0351}"/>
              </a:ext>
            </a:extLst>
          </p:cNvPr>
          <p:cNvSpPr>
            <a:spLocks noGrp="1"/>
          </p:cNvSpPr>
          <p:nvPr>
            <p:ph idx="24" hasCustomPrompt="1"/>
          </p:nvPr>
        </p:nvSpPr>
        <p:spPr>
          <a:xfrm>
            <a:off x="1305038" y="3435097"/>
            <a:ext cx="2342690" cy="318924"/>
          </a:xfrm>
          <a:prstGeom prst="rect">
            <a:avLst/>
          </a:prstGeom>
        </p:spPr>
        <p:txBody>
          <a:bodyPr vert="horz" wrap="square" lIns="0" tIns="36000" rIns="0" bIns="36000" rtlCol="0" anchor="ctr" anchorCtr="0">
            <a:spAutoFit/>
          </a:bodyPr>
          <a:lstStyle>
            <a:lvl1pPr marL="0" indent="0" algn="l">
              <a:buNone/>
              <a:defRPr lang="fr-FR" sz="16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54" name="Espace réservé du contenu 2">
            <a:extLst>
              <a:ext uri="{FF2B5EF4-FFF2-40B4-BE49-F238E27FC236}">
                <a16:creationId xmlns:a16="http://schemas.microsoft.com/office/drawing/2014/main" id="{8B30D945-367C-0524-0984-79A9E764F057}"/>
              </a:ext>
            </a:extLst>
          </p:cNvPr>
          <p:cNvSpPr>
            <a:spLocks noGrp="1"/>
          </p:cNvSpPr>
          <p:nvPr>
            <p:ph idx="25" hasCustomPrompt="1"/>
          </p:nvPr>
        </p:nvSpPr>
        <p:spPr>
          <a:xfrm>
            <a:off x="10142219" y="3447184"/>
            <a:ext cx="1930445" cy="318924"/>
          </a:xfrm>
          <a:prstGeom prst="rect">
            <a:avLst/>
          </a:prstGeom>
        </p:spPr>
        <p:txBody>
          <a:bodyPr vert="horz" wrap="square" lIns="0" tIns="36000" rIns="0" bIns="36000" rtlCol="0" anchor="ctr" anchorCtr="0">
            <a:spAutoFit/>
          </a:bodyPr>
          <a:lstStyle>
            <a:lvl1pPr marL="0" indent="0" algn="l">
              <a:buNone/>
              <a:defRPr lang="fr-FR" sz="16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55" name="Espace réservé du contenu 2">
            <a:extLst>
              <a:ext uri="{FF2B5EF4-FFF2-40B4-BE49-F238E27FC236}">
                <a16:creationId xmlns:a16="http://schemas.microsoft.com/office/drawing/2014/main" id="{B20461BC-B202-B5EF-EED9-8274BD8369FB}"/>
              </a:ext>
            </a:extLst>
          </p:cNvPr>
          <p:cNvSpPr>
            <a:spLocks noGrp="1"/>
          </p:cNvSpPr>
          <p:nvPr>
            <p:ph idx="26" hasCustomPrompt="1"/>
          </p:nvPr>
        </p:nvSpPr>
        <p:spPr>
          <a:xfrm>
            <a:off x="7329918" y="3428035"/>
            <a:ext cx="2006442" cy="318924"/>
          </a:xfrm>
          <a:prstGeom prst="rect">
            <a:avLst/>
          </a:prstGeom>
        </p:spPr>
        <p:txBody>
          <a:bodyPr vert="horz" wrap="square" lIns="0" tIns="36000" rIns="0" bIns="36000" rtlCol="0" anchor="ctr" anchorCtr="0">
            <a:spAutoFit/>
          </a:bodyPr>
          <a:lstStyle>
            <a:lvl1pPr marL="0" indent="0" algn="l">
              <a:buNone/>
              <a:defRPr lang="fr-FR" sz="16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56" name="Espace réservé du contenu 2">
            <a:extLst>
              <a:ext uri="{FF2B5EF4-FFF2-40B4-BE49-F238E27FC236}">
                <a16:creationId xmlns:a16="http://schemas.microsoft.com/office/drawing/2014/main" id="{E3D524BC-02E5-9BC5-6A78-E7AEF6C38DA2}"/>
              </a:ext>
            </a:extLst>
          </p:cNvPr>
          <p:cNvSpPr>
            <a:spLocks noGrp="1"/>
          </p:cNvSpPr>
          <p:nvPr>
            <p:ph idx="27" hasCustomPrompt="1"/>
          </p:nvPr>
        </p:nvSpPr>
        <p:spPr>
          <a:xfrm>
            <a:off x="4512625" y="3433168"/>
            <a:ext cx="2015423" cy="318924"/>
          </a:xfrm>
          <a:prstGeom prst="rect">
            <a:avLst/>
          </a:prstGeom>
        </p:spPr>
        <p:txBody>
          <a:bodyPr vert="horz" wrap="square" lIns="0" tIns="36000" rIns="0" bIns="36000" rtlCol="0" anchor="ctr" anchorCtr="0">
            <a:spAutoFit/>
          </a:bodyPr>
          <a:lstStyle>
            <a:lvl1pPr marL="0" indent="0" algn="l">
              <a:buNone/>
              <a:defRPr lang="fr-FR" sz="1600" baseline="0" dirty="0">
                <a:latin typeface="Verdana" panose="00000500000000000000" pitchFamily="2" charset="0"/>
              </a:defRPr>
            </a:lvl1pPr>
            <a:lvl2pPr algn="l">
              <a:defRPr lang="fr-FR" sz="1400" baseline="0" dirty="0"/>
            </a:lvl2pPr>
            <a:lvl3pPr algn="l">
              <a:buFont typeface="Symbol" panose="05050102010706020507" pitchFamily="18" charset="2"/>
              <a:buChar char="-"/>
              <a:defRPr lang="fr-FR" sz="1200" dirty="0"/>
            </a:lvl3pPr>
          </a:lstStyle>
          <a:p>
            <a:pPr marL="266700" lvl="0" indent="-266700" algn="just">
              <a:lnSpc>
                <a:spcPct val="100000"/>
              </a:lnSpc>
              <a:spcBef>
                <a:spcPts val="600"/>
              </a:spcBef>
            </a:pPr>
            <a:r>
              <a:rPr noProof="0" dirty="0"/>
              <a:t>Insert text</a:t>
            </a:r>
          </a:p>
        </p:txBody>
      </p:sp>
      <p:sp>
        <p:nvSpPr>
          <p:cNvPr id="58" name="Text Placeholder 57">
            <a:extLst>
              <a:ext uri="{FF2B5EF4-FFF2-40B4-BE49-F238E27FC236}">
                <a16:creationId xmlns:a16="http://schemas.microsoft.com/office/drawing/2014/main" id="{A80ADBCA-5B71-E09B-F69C-9770CFDB7D1C}"/>
              </a:ext>
            </a:extLst>
          </p:cNvPr>
          <p:cNvSpPr>
            <a:spLocks noGrp="1"/>
          </p:cNvSpPr>
          <p:nvPr>
            <p:ph type="body" sz="quarter" idx="28"/>
          </p:nvPr>
        </p:nvSpPr>
        <p:spPr>
          <a:xfrm>
            <a:off x="600986" y="1974429"/>
            <a:ext cx="598470" cy="3038748"/>
          </a:xfrm>
          <a:prstGeom prst="flowChartOffpageConnector">
            <a:avLst/>
          </a:prstGeom>
          <a:solidFill>
            <a:srgbClr val="28AF91"/>
          </a:solidFill>
        </p:spPr>
        <p:txBody>
          <a:bodyPr vert="vert" anchor="ctr" anchorCtr="1"/>
          <a:lstStyle>
            <a:lvl1pPr marL="0" indent="0">
              <a:buNone/>
              <a:defRPr sz="1800">
                <a:solidFill>
                  <a:schemeClr val="bg1"/>
                </a:solidFill>
                <a:latin typeface="Verdana" panose="00000500000000000000" pitchFamily="2" charset="0"/>
              </a:defRPr>
            </a:lvl1pPr>
          </a:lstStyle>
          <a:p>
            <a:pPr lvl="0"/>
            <a:r>
              <a:rPr noProof="0"/>
              <a:t>Click to edit Master text styles</a:t>
            </a:r>
          </a:p>
        </p:txBody>
      </p:sp>
      <p:sp>
        <p:nvSpPr>
          <p:cNvPr id="59" name="Espace réservé pour une image  6">
            <a:extLst>
              <a:ext uri="{FF2B5EF4-FFF2-40B4-BE49-F238E27FC236}">
                <a16:creationId xmlns:a16="http://schemas.microsoft.com/office/drawing/2014/main" id="{22A0C698-D09A-A8FD-70E2-1AB6215BDDEF}"/>
              </a:ext>
            </a:extLst>
          </p:cNvPr>
          <p:cNvSpPr>
            <a:spLocks noGrp="1"/>
          </p:cNvSpPr>
          <p:nvPr>
            <p:ph type="pic" sz="quarter" idx="16" hasCustomPrompt="1"/>
          </p:nvPr>
        </p:nvSpPr>
        <p:spPr>
          <a:xfrm>
            <a:off x="1430893" y="1987039"/>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60" name="Espace réservé pour une image  6">
            <a:extLst>
              <a:ext uri="{FF2B5EF4-FFF2-40B4-BE49-F238E27FC236}">
                <a16:creationId xmlns:a16="http://schemas.microsoft.com/office/drawing/2014/main" id="{C93C4EFA-7EE1-A88F-48D8-331A8FBA0A9C}"/>
              </a:ext>
            </a:extLst>
          </p:cNvPr>
          <p:cNvSpPr>
            <a:spLocks noGrp="1"/>
          </p:cNvSpPr>
          <p:nvPr>
            <p:ph type="pic" sz="quarter" idx="29" hasCustomPrompt="1"/>
          </p:nvPr>
        </p:nvSpPr>
        <p:spPr>
          <a:xfrm>
            <a:off x="4623526" y="1978286"/>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61" name="Espace réservé pour une image  6">
            <a:extLst>
              <a:ext uri="{FF2B5EF4-FFF2-40B4-BE49-F238E27FC236}">
                <a16:creationId xmlns:a16="http://schemas.microsoft.com/office/drawing/2014/main" id="{8DEBDA2B-B272-0DC4-2DB0-088A653B0789}"/>
              </a:ext>
            </a:extLst>
          </p:cNvPr>
          <p:cNvSpPr>
            <a:spLocks noGrp="1"/>
          </p:cNvSpPr>
          <p:nvPr>
            <p:ph type="pic" sz="quarter" idx="30" hasCustomPrompt="1"/>
          </p:nvPr>
        </p:nvSpPr>
        <p:spPr>
          <a:xfrm>
            <a:off x="7434154" y="2016979"/>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62" name="Espace réservé pour une image  6">
            <a:extLst>
              <a:ext uri="{FF2B5EF4-FFF2-40B4-BE49-F238E27FC236}">
                <a16:creationId xmlns:a16="http://schemas.microsoft.com/office/drawing/2014/main" id="{E9A40FD8-6DD5-5F8B-D0D9-E5F783CB9D30}"/>
              </a:ext>
            </a:extLst>
          </p:cNvPr>
          <p:cNvSpPr>
            <a:spLocks noGrp="1"/>
          </p:cNvSpPr>
          <p:nvPr>
            <p:ph type="pic" sz="quarter" idx="31" hasCustomPrompt="1"/>
          </p:nvPr>
        </p:nvSpPr>
        <p:spPr>
          <a:xfrm>
            <a:off x="10200456" y="1997372"/>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63" name="Text Placeholder 57">
            <a:extLst>
              <a:ext uri="{FF2B5EF4-FFF2-40B4-BE49-F238E27FC236}">
                <a16:creationId xmlns:a16="http://schemas.microsoft.com/office/drawing/2014/main" id="{184A221E-B9BD-6393-91C3-6ED48C3B98F1}"/>
              </a:ext>
            </a:extLst>
          </p:cNvPr>
          <p:cNvSpPr>
            <a:spLocks noGrp="1"/>
          </p:cNvSpPr>
          <p:nvPr>
            <p:ph type="body" sz="quarter" idx="32"/>
          </p:nvPr>
        </p:nvSpPr>
        <p:spPr>
          <a:xfrm>
            <a:off x="3802421" y="1982357"/>
            <a:ext cx="598470" cy="3038748"/>
          </a:xfrm>
          <a:prstGeom prst="flowChartOffpageConnector">
            <a:avLst/>
          </a:prstGeom>
          <a:solidFill>
            <a:srgbClr val="00B0F0"/>
          </a:solidFill>
        </p:spPr>
        <p:txBody>
          <a:bodyPr vert="vert" anchor="ctr" anchorCtr="1"/>
          <a:lstStyle>
            <a:lvl1pPr marL="0" indent="0">
              <a:buNone/>
              <a:defRPr sz="1800">
                <a:solidFill>
                  <a:schemeClr val="bg1"/>
                </a:solidFill>
                <a:latin typeface="Verdana" panose="00000500000000000000" pitchFamily="2" charset="0"/>
              </a:defRPr>
            </a:lvl1pPr>
          </a:lstStyle>
          <a:p>
            <a:pPr lvl="0"/>
            <a:r>
              <a:rPr noProof="0"/>
              <a:t>Click to edit Master text styles</a:t>
            </a:r>
          </a:p>
        </p:txBody>
      </p:sp>
      <p:sp>
        <p:nvSpPr>
          <p:cNvPr id="64" name="Text Placeholder 57">
            <a:extLst>
              <a:ext uri="{FF2B5EF4-FFF2-40B4-BE49-F238E27FC236}">
                <a16:creationId xmlns:a16="http://schemas.microsoft.com/office/drawing/2014/main" id="{273D04B5-FEA3-C087-B779-33237F3AD1DE}"/>
              </a:ext>
            </a:extLst>
          </p:cNvPr>
          <p:cNvSpPr>
            <a:spLocks noGrp="1"/>
          </p:cNvSpPr>
          <p:nvPr>
            <p:ph type="body" sz="quarter" idx="33"/>
          </p:nvPr>
        </p:nvSpPr>
        <p:spPr>
          <a:xfrm>
            <a:off x="9440042" y="1974428"/>
            <a:ext cx="598470" cy="3038748"/>
          </a:xfrm>
          <a:prstGeom prst="flowChartOffpageConnector">
            <a:avLst/>
          </a:prstGeom>
          <a:solidFill>
            <a:srgbClr val="E23615"/>
          </a:solidFill>
        </p:spPr>
        <p:txBody>
          <a:bodyPr vert="vert" anchor="ctr" anchorCtr="1"/>
          <a:lstStyle>
            <a:lvl1pPr marL="0" indent="0">
              <a:buNone/>
              <a:defRPr sz="1800">
                <a:solidFill>
                  <a:schemeClr val="bg1"/>
                </a:solidFill>
                <a:latin typeface="Verdana" panose="00000500000000000000" pitchFamily="2" charset="0"/>
              </a:defRPr>
            </a:lvl1pPr>
          </a:lstStyle>
          <a:p>
            <a:pPr lvl="0"/>
            <a:r>
              <a:rPr noProof="0"/>
              <a:t>Click to edit Master text styles</a:t>
            </a:r>
          </a:p>
        </p:txBody>
      </p:sp>
      <p:sp>
        <p:nvSpPr>
          <p:cNvPr id="65" name="Text Placeholder 57">
            <a:extLst>
              <a:ext uri="{FF2B5EF4-FFF2-40B4-BE49-F238E27FC236}">
                <a16:creationId xmlns:a16="http://schemas.microsoft.com/office/drawing/2014/main" id="{79CBCE7A-31F5-2B13-30B8-09BB6FF389E2}"/>
              </a:ext>
            </a:extLst>
          </p:cNvPr>
          <p:cNvSpPr>
            <a:spLocks noGrp="1"/>
          </p:cNvSpPr>
          <p:nvPr>
            <p:ph type="body" sz="quarter" idx="34"/>
          </p:nvPr>
        </p:nvSpPr>
        <p:spPr>
          <a:xfrm>
            <a:off x="6645219" y="1997373"/>
            <a:ext cx="598470" cy="3038748"/>
          </a:xfrm>
          <a:prstGeom prst="flowChartOffpageConnector">
            <a:avLst/>
          </a:prstGeom>
          <a:solidFill>
            <a:srgbClr val="FFCA4B"/>
          </a:solidFill>
        </p:spPr>
        <p:txBody>
          <a:bodyPr vert="vert" anchor="ctr" anchorCtr="1"/>
          <a:lstStyle>
            <a:lvl1pPr marL="0" indent="0">
              <a:buNone/>
              <a:defRPr sz="1800">
                <a:solidFill>
                  <a:schemeClr val="bg1"/>
                </a:solidFill>
                <a:latin typeface="Verdana" panose="00000500000000000000" pitchFamily="2" charset="0"/>
              </a:defRPr>
            </a:lvl1pPr>
          </a:lstStyle>
          <a:p>
            <a:pPr lvl="0"/>
            <a:r>
              <a:rPr noProof="0"/>
              <a:t>Click to edit Master text styles</a:t>
            </a:r>
          </a:p>
        </p:txBody>
      </p:sp>
      <p:sp>
        <p:nvSpPr>
          <p:cNvPr id="5" name="Text Placeholder 11">
            <a:extLst>
              <a:ext uri="{FF2B5EF4-FFF2-40B4-BE49-F238E27FC236}">
                <a16:creationId xmlns:a16="http://schemas.microsoft.com/office/drawing/2014/main" id="{40BA9951-4929-C4C3-CAF4-E5B12BE637E9}"/>
              </a:ext>
            </a:extLst>
          </p:cNvPr>
          <p:cNvSpPr>
            <a:spLocks noGrp="1"/>
          </p:cNvSpPr>
          <p:nvPr>
            <p:ph type="body" sz="quarter" idx="35"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6" name="Text Placeholder 11">
            <a:extLst>
              <a:ext uri="{FF2B5EF4-FFF2-40B4-BE49-F238E27FC236}">
                <a16:creationId xmlns:a16="http://schemas.microsoft.com/office/drawing/2014/main" id="{A6E0C25A-E19C-4EEB-B131-1965D3D333BA}"/>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3" name="Image 3">
            <a:extLst>
              <a:ext uri="{FF2B5EF4-FFF2-40B4-BE49-F238E27FC236}">
                <a16:creationId xmlns:a16="http://schemas.microsoft.com/office/drawing/2014/main" id="{1E62B0BC-5E9E-092D-0F36-E1FFE3A788B5}"/>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4" name="Titre 2">
            <a:extLst>
              <a:ext uri="{FF2B5EF4-FFF2-40B4-BE49-F238E27FC236}">
                <a16:creationId xmlns:a16="http://schemas.microsoft.com/office/drawing/2014/main" id="{E5DCD38B-F633-E6C6-A855-04D781D71DBC}"/>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7" name="Subtitle">
            <a:extLst>
              <a:ext uri="{FF2B5EF4-FFF2-40B4-BE49-F238E27FC236}">
                <a16:creationId xmlns:a16="http://schemas.microsoft.com/office/drawing/2014/main" id="{606F0B39-2616-D1D6-5646-04E4778B8FB4}"/>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82381097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s 3">
    <p:bg>
      <p:bgPr>
        <a:solidFill>
          <a:schemeClr val="bg1"/>
        </a:solidFill>
        <a:effectLst/>
      </p:bgPr>
    </p:bg>
    <p:spTree>
      <p:nvGrpSpPr>
        <p:cNvPr id="1" name=""/>
        <p:cNvGrpSpPr/>
        <p:nvPr/>
      </p:nvGrpSpPr>
      <p:grpSpPr>
        <a:xfrm>
          <a:off x="0" y="0"/>
          <a:ext cx="0" cy="0"/>
          <a:chOff x="0" y="0"/>
          <a:chExt cx="0" cy="0"/>
        </a:xfrm>
      </p:grpSpPr>
      <p:sp>
        <p:nvSpPr>
          <p:cNvPr id="4" name="Espace réservé pour une image  2">
            <a:extLst>
              <a:ext uri="{FF2B5EF4-FFF2-40B4-BE49-F238E27FC236}">
                <a16:creationId xmlns:a16="http://schemas.microsoft.com/office/drawing/2014/main" id="{12F80777-CFC9-C33E-0043-98B0A7DB4CD0}"/>
              </a:ext>
            </a:extLst>
          </p:cNvPr>
          <p:cNvSpPr>
            <a:spLocks noGrp="1"/>
          </p:cNvSpPr>
          <p:nvPr>
            <p:ph type="pic" sz="quarter" idx="12" hasCustomPrompt="1"/>
          </p:nvPr>
        </p:nvSpPr>
        <p:spPr>
          <a:xfrm>
            <a:off x="623392" y="230286"/>
            <a:ext cx="11053744" cy="3211729"/>
          </a:xfrm>
          <a:prstGeom prst="rect">
            <a:avLst/>
          </a:prstGeom>
        </p:spPr>
        <p:txBody>
          <a:bodyPr/>
          <a:lstStyle>
            <a:lvl1pPr marL="0" indent="0">
              <a:buNone/>
              <a:defRPr>
                <a:noFill/>
              </a:defRPr>
            </a:lvl1pPr>
          </a:lstStyle>
          <a:p>
            <a:r>
              <a:rPr dirty="0"/>
              <a:t>.</a:t>
            </a:r>
          </a:p>
        </p:txBody>
      </p:sp>
      <p:pic>
        <p:nvPicPr>
          <p:cNvPr id="5" name="Image 4">
            <a:extLst>
              <a:ext uri="{FF2B5EF4-FFF2-40B4-BE49-F238E27FC236}">
                <a16:creationId xmlns:a16="http://schemas.microsoft.com/office/drawing/2014/main" id="{4AAAC833-AEEC-45F9-9517-6A80DFD91DD1}"/>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53" name="Espace réservé du texte 7">
            <a:extLst>
              <a:ext uri="{FF2B5EF4-FFF2-40B4-BE49-F238E27FC236}">
                <a16:creationId xmlns:a16="http://schemas.microsoft.com/office/drawing/2014/main" id="{FF1967C7-9EF1-BBD4-EB52-B65CE20307E0}"/>
              </a:ext>
            </a:extLst>
          </p:cNvPr>
          <p:cNvSpPr>
            <a:spLocks noGrp="1"/>
          </p:cNvSpPr>
          <p:nvPr>
            <p:ph type="body" sz="quarter" idx="21" hasCustomPrompt="1"/>
          </p:nvPr>
        </p:nvSpPr>
        <p:spPr>
          <a:xfrm>
            <a:off x="2945124" y="4819010"/>
            <a:ext cx="1878582" cy="332399"/>
          </a:xfrm>
          <a:prstGeom prst="rect">
            <a:avLst/>
          </a:prstGeom>
        </p:spPr>
        <p:txBody>
          <a:bodyPr wrap="square" tIns="0" bIns="0" anchor="ctr">
            <a:spAutoFit/>
          </a:bodyPr>
          <a:lstStyle>
            <a:lvl1pPr marL="0" indent="0" algn="ctr">
              <a:buNone/>
              <a:defRPr sz="1200" b="0" baseline="0">
                <a:solidFill>
                  <a:schemeClr val="accent2"/>
                </a:solidFill>
                <a:latin typeface="Verdana" pitchFamily="2" charset="77"/>
              </a:defRPr>
            </a:lvl1pPr>
          </a:lstStyle>
          <a:p>
            <a:pPr lvl="0"/>
            <a:r>
              <a:rPr noProof="0" dirty="0">
                <a:effectLst/>
              </a:rPr>
              <a:t>Click to insert a text of 4-5 lines</a:t>
            </a:r>
            <a:endParaRPr noProof="0" dirty="0"/>
          </a:p>
        </p:txBody>
      </p:sp>
      <p:sp>
        <p:nvSpPr>
          <p:cNvPr id="54" name="Sous-titre 2">
            <a:extLst>
              <a:ext uri="{FF2B5EF4-FFF2-40B4-BE49-F238E27FC236}">
                <a16:creationId xmlns:a16="http://schemas.microsoft.com/office/drawing/2014/main" id="{FD2C2512-E4A5-CB0F-7D58-9E4B43DCA411}"/>
              </a:ext>
            </a:extLst>
          </p:cNvPr>
          <p:cNvSpPr txBox="1">
            <a:spLocks/>
          </p:cNvSpPr>
          <p:nvPr userDrawn="1"/>
        </p:nvSpPr>
        <p:spPr>
          <a:xfrm>
            <a:off x="2945125" y="4407678"/>
            <a:ext cx="1878582" cy="360040"/>
          </a:xfrm>
          <a:prstGeom prst="rect">
            <a:avLst/>
          </a:prstGeom>
        </p:spPr>
        <p:txBody>
          <a:bodyPr tIns="0" bIns="0">
            <a:normAutofit/>
          </a:bodyPr>
          <a:lstStyle>
            <a:lvl1pPr marL="0" indent="0" algn="ctr" defTabSz="914400" rtl="0" eaLnBrk="1" latinLnBrk="0" hangingPunct="1">
              <a:lnSpc>
                <a:spcPct val="100000"/>
              </a:lnSpc>
              <a:spcBef>
                <a:spcPts val="900"/>
              </a:spcBef>
              <a:buClr>
                <a:schemeClr val="tx2"/>
              </a:buClr>
              <a:buSzPct val="120000"/>
              <a:buFont typeface="Segoe UI" panose="020B0502040204020203" pitchFamily="34" charset="0"/>
              <a:buNone/>
              <a:defRPr sz="1400" b="0" i="0" kern="1200" baseline="0">
                <a:solidFill>
                  <a:schemeClr val="accent2"/>
                </a:solidFill>
                <a:latin typeface="Verdana" pitchFamily="2" charset="77"/>
                <a:ea typeface="+mn-ea"/>
                <a:cs typeface="+mn-cs"/>
              </a:defRPr>
            </a:lvl1pPr>
            <a:lvl2pPr marL="457200" indent="0" algn="ctr" defTabSz="914400" rtl="0" eaLnBrk="1" latinLnBrk="0" hangingPunct="1">
              <a:lnSpc>
                <a:spcPct val="90000"/>
              </a:lnSpc>
              <a:spcBef>
                <a:spcPts val="900"/>
              </a:spcBef>
              <a:buClr>
                <a:schemeClr val="bg1">
                  <a:lumMod val="50000"/>
                </a:schemeClr>
              </a:buClr>
              <a:buFont typeface="Arial" panose="020B0604020202020204" pitchFamily="34" charset="0"/>
              <a:buNone/>
              <a:defRPr sz="2000" kern="1200">
                <a:solidFill>
                  <a:schemeClr val="accent2"/>
                </a:solidFill>
                <a:latin typeface="Verdana" pitchFamily="2" charset="77"/>
                <a:ea typeface="+mn-ea"/>
                <a:cs typeface="+mn-cs"/>
              </a:defRPr>
            </a:lvl2pPr>
            <a:lvl3pPr marL="914400" indent="0" algn="ctr" defTabSz="914400" rtl="0" eaLnBrk="1" latinLnBrk="0" hangingPunct="1">
              <a:lnSpc>
                <a:spcPct val="90000"/>
              </a:lnSpc>
              <a:spcBef>
                <a:spcPts val="900"/>
              </a:spcBef>
              <a:buClr>
                <a:schemeClr val="bg1">
                  <a:lumMod val="65000"/>
                </a:schemeClr>
              </a:buClr>
              <a:buSzPct val="100000"/>
              <a:buFont typeface="Arial" panose="020B0604020202020204" pitchFamily="34" charset="0"/>
              <a:buNone/>
              <a:tabLst/>
              <a:defRPr lang="fr-FR" sz="1800" kern="1200" baseline="0">
                <a:solidFill>
                  <a:schemeClr val="accent2"/>
                </a:solidFill>
                <a:latin typeface="Verdana" pitchFamily="2" charset="77"/>
                <a:ea typeface="+mn-ea"/>
                <a:cs typeface="+mn-cs"/>
              </a:defRPr>
            </a:lvl3pPr>
            <a:lvl4pPr marL="1371600" indent="0" algn="ctr" defTabSz="914400" rtl="0" eaLnBrk="1" latinLnBrk="0" hangingPunct="1">
              <a:lnSpc>
                <a:spcPct val="90000"/>
              </a:lnSpc>
              <a:spcBef>
                <a:spcPts val="900"/>
              </a:spcBef>
              <a:buSzPct val="100000"/>
              <a:buFont typeface="Arial" panose="020B0604020202020204" pitchFamily="34" charset="0"/>
              <a:buNone/>
              <a:defRPr sz="1600" kern="1200">
                <a:solidFill>
                  <a:schemeClr val="bg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rtl="0" eaLnBrk="1" latinLnBrk="0" hangingPunct="1">
              <a:lnSpc>
                <a:spcPct val="90000"/>
              </a:lnSpc>
              <a:spcBef>
                <a:spcPts val="900"/>
              </a:spcBef>
              <a:spcAft>
                <a:spcPts val="0"/>
              </a:spcAft>
              <a:buClr>
                <a:schemeClr val="tx2"/>
              </a:buClr>
              <a:buSzPct val="120000"/>
              <a:buFont typeface="Segoe UI" panose="020B0502040204020203" pitchFamily="34" charset="0"/>
              <a:buNone/>
            </a:pPr>
            <a:r>
              <a:rPr sz="1400" b="0" i="0" kern="1200" baseline="0" noProof="0" dirty="0">
                <a:solidFill>
                  <a:schemeClr val="accent2"/>
                </a:solidFill>
                <a:latin typeface="Verdana" pitchFamily="2" charset="77"/>
                <a:ea typeface="+mn-ea"/>
                <a:cs typeface="+mn-cs"/>
              </a:rPr>
              <a:t>Insert title</a:t>
            </a:r>
          </a:p>
        </p:txBody>
      </p:sp>
      <p:sp>
        <p:nvSpPr>
          <p:cNvPr id="58" name="Espace réservé du texte 7">
            <a:extLst>
              <a:ext uri="{FF2B5EF4-FFF2-40B4-BE49-F238E27FC236}">
                <a16:creationId xmlns:a16="http://schemas.microsoft.com/office/drawing/2014/main" id="{53563C60-84B5-BD9D-5DE1-1EBC0DB70F76}"/>
              </a:ext>
            </a:extLst>
          </p:cNvPr>
          <p:cNvSpPr>
            <a:spLocks noGrp="1"/>
          </p:cNvSpPr>
          <p:nvPr>
            <p:ph type="body" sz="quarter" idx="23" hasCustomPrompt="1"/>
          </p:nvPr>
        </p:nvSpPr>
        <p:spPr>
          <a:xfrm>
            <a:off x="622826" y="4819010"/>
            <a:ext cx="1878582" cy="332399"/>
          </a:xfrm>
          <a:prstGeom prst="rect">
            <a:avLst/>
          </a:prstGeom>
        </p:spPr>
        <p:txBody>
          <a:bodyPr wrap="square" tIns="0" bIns="0" anchor="ctr">
            <a:spAutoFit/>
          </a:bodyPr>
          <a:lstStyle>
            <a:lvl1pPr marL="0" indent="0" algn="ctr">
              <a:buNone/>
              <a:defRPr sz="1200" b="0" baseline="0">
                <a:solidFill>
                  <a:schemeClr val="accent2"/>
                </a:solidFill>
                <a:latin typeface="Verdana" pitchFamily="2" charset="77"/>
              </a:defRPr>
            </a:lvl1pPr>
          </a:lstStyle>
          <a:p>
            <a:pPr lvl="0"/>
            <a:r>
              <a:rPr noProof="0" dirty="0">
                <a:effectLst/>
              </a:rPr>
              <a:t>Click to insert a text of 4-5 lines</a:t>
            </a:r>
            <a:endParaRPr noProof="0" dirty="0"/>
          </a:p>
        </p:txBody>
      </p:sp>
      <p:sp>
        <p:nvSpPr>
          <p:cNvPr id="59" name="Sous-titre 2">
            <a:extLst>
              <a:ext uri="{FF2B5EF4-FFF2-40B4-BE49-F238E27FC236}">
                <a16:creationId xmlns:a16="http://schemas.microsoft.com/office/drawing/2014/main" id="{6579A0CD-F57E-B70E-C708-DAA0511F416B}"/>
              </a:ext>
            </a:extLst>
          </p:cNvPr>
          <p:cNvSpPr txBox="1">
            <a:spLocks/>
          </p:cNvSpPr>
          <p:nvPr userDrawn="1"/>
        </p:nvSpPr>
        <p:spPr>
          <a:xfrm>
            <a:off x="622827" y="4407678"/>
            <a:ext cx="1878582" cy="360040"/>
          </a:xfrm>
          <a:prstGeom prst="rect">
            <a:avLst/>
          </a:prstGeom>
        </p:spPr>
        <p:txBody>
          <a:bodyPr tIns="0" bIns="0">
            <a:normAutofit/>
          </a:bodyPr>
          <a:lstStyle>
            <a:lvl1pPr marL="0" indent="0" algn="ctr" defTabSz="914400" rtl="0" eaLnBrk="1" latinLnBrk="0" hangingPunct="1">
              <a:lnSpc>
                <a:spcPct val="100000"/>
              </a:lnSpc>
              <a:spcBef>
                <a:spcPts val="900"/>
              </a:spcBef>
              <a:buClr>
                <a:schemeClr val="tx2"/>
              </a:buClr>
              <a:buSzPct val="120000"/>
              <a:buFont typeface="Segoe UI" panose="020B0502040204020203" pitchFamily="34" charset="0"/>
              <a:buNone/>
              <a:defRPr sz="1400" b="0" i="0" kern="1200" baseline="0">
                <a:solidFill>
                  <a:schemeClr val="accent2"/>
                </a:solidFill>
                <a:latin typeface="Verdana" pitchFamily="2" charset="77"/>
                <a:ea typeface="+mn-ea"/>
                <a:cs typeface="+mn-cs"/>
              </a:defRPr>
            </a:lvl1pPr>
            <a:lvl2pPr marL="457200" indent="0" algn="ctr" defTabSz="914400" rtl="0" eaLnBrk="1" latinLnBrk="0" hangingPunct="1">
              <a:lnSpc>
                <a:spcPct val="90000"/>
              </a:lnSpc>
              <a:spcBef>
                <a:spcPts val="900"/>
              </a:spcBef>
              <a:buClr>
                <a:schemeClr val="bg1">
                  <a:lumMod val="50000"/>
                </a:schemeClr>
              </a:buClr>
              <a:buFont typeface="Arial" panose="020B0604020202020204" pitchFamily="34" charset="0"/>
              <a:buNone/>
              <a:defRPr sz="2000" kern="1200">
                <a:solidFill>
                  <a:schemeClr val="accent2"/>
                </a:solidFill>
                <a:latin typeface="Verdana" pitchFamily="2" charset="77"/>
                <a:ea typeface="+mn-ea"/>
                <a:cs typeface="+mn-cs"/>
              </a:defRPr>
            </a:lvl2pPr>
            <a:lvl3pPr marL="914400" indent="0" algn="ctr" defTabSz="914400" rtl="0" eaLnBrk="1" latinLnBrk="0" hangingPunct="1">
              <a:lnSpc>
                <a:spcPct val="90000"/>
              </a:lnSpc>
              <a:spcBef>
                <a:spcPts val="900"/>
              </a:spcBef>
              <a:buClr>
                <a:schemeClr val="bg1">
                  <a:lumMod val="65000"/>
                </a:schemeClr>
              </a:buClr>
              <a:buSzPct val="100000"/>
              <a:buFont typeface="Arial" panose="020B0604020202020204" pitchFamily="34" charset="0"/>
              <a:buNone/>
              <a:tabLst/>
              <a:defRPr lang="fr-FR" sz="1800" kern="1200" baseline="0">
                <a:solidFill>
                  <a:schemeClr val="accent2"/>
                </a:solidFill>
                <a:latin typeface="Verdana" pitchFamily="2" charset="77"/>
                <a:ea typeface="+mn-ea"/>
                <a:cs typeface="+mn-cs"/>
              </a:defRPr>
            </a:lvl3pPr>
            <a:lvl4pPr marL="1371600" indent="0" algn="ctr" defTabSz="914400" rtl="0" eaLnBrk="1" latinLnBrk="0" hangingPunct="1">
              <a:lnSpc>
                <a:spcPct val="90000"/>
              </a:lnSpc>
              <a:spcBef>
                <a:spcPts val="900"/>
              </a:spcBef>
              <a:buSzPct val="100000"/>
              <a:buFont typeface="Arial" panose="020B0604020202020204" pitchFamily="34" charset="0"/>
              <a:buNone/>
              <a:defRPr sz="1600" kern="1200">
                <a:solidFill>
                  <a:schemeClr val="bg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noProof="0" dirty="0"/>
              <a:t>Insert title</a:t>
            </a:r>
          </a:p>
        </p:txBody>
      </p:sp>
      <p:sp>
        <p:nvSpPr>
          <p:cNvPr id="61" name="Espace réservé du texte 7">
            <a:extLst>
              <a:ext uri="{FF2B5EF4-FFF2-40B4-BE49-F238E27FC236}">
                <a16:creationId xmlns:a16="http://schemas.microsoft.com/office/drawing/2014/main" id="{E9023012-4094-90A5-E0E4-7E34FFAF4F21}"/>
              </a:ext>
            </a:extLst>
          </p:cNvPr>
          <p:cNvSpPr>
            <a:spLocks noGrp="1"/>
          </p:cNvSpPr>
          <p:nvPr>
            <p:ph type="body" sz="quarter" idx="25" hasCustomPrompt="1"/>
          </p:nvPr>
        </p:nvSpPr>
        <p:spPr>
          <a:xfrm>
            <a:off x="5262210" y="4819010"/>
            <a:ext cx="1878582" cy="332399"/>
          </a:xfrm>
          <a:prstGeom prst="rect">
            <a:avLst/>
          </a:prstGeom>
        </p:spPr>
        <p:txBody>
          <a:bodyPr wrap="square" tIns="0" bIns="0" anchor="ctr">
            <a:spAutoFit/>
          </a:bodyPr>
          <a:lstStyle>
            <a:lvl1pPr marL="0" indent="0" algn="ctr">
              <a:buNone/>
              <a:defRPr sz="1200" b="0" baseline="0">
                <a:solidFill>
                  <a:schemeClr val="accent2"/>
                </a:solidFill>
                <a:latin typeface="Verdana" pitchFamily="2" charset="77"/>
              </a:defRPr>
            </a:lvl1pPr>
          </a:lstStyle>
          <a:p>
            <a:pPr lvl="0"/>
            <a:r>
              <a:rPr noProof="0" dirty="0">
                <a:effectLst/>
              </a:rPr>
              <a:t>Click to insert a text of 4-5 lines</a:t>
            </a:r>
            <a:endParaRPr noProof="0" dirty="0"/>
          </a:p>
        </p:txBody>
      </p:sp>
      <p:sp>
        <p:nvSpPr>
          <p:cNvPr id="62" name="Sous-titre 2">
            <a:extLst>
              <a:ext uri="{FF2B5EF4-FFF2-40B4-BE49-F238E27FC236}">
                <a16:creationId xmlns:a16="http://schemas.microsoft.com/office/drawing/2014/main" id="{BE75E8E9-E8C3-7D61-D49B-326B4F1E8E16}"/>
              </a:ext>
            </a:extLst>
          </p:cNvPr>
          <p:cNvSpPr txBox="1">
            <a:spLocks/>
          </p:cNvSpPr>
          <p:nvPr userDrawn="1"/>
        </p:nvSpPr>
        <p:spPr>
          <a:xfrm>
            <a:off x="5262211" y="4407678"/>
            <a:ext cx="1878582" cy="360040"/>
          </a:xfrm>
          <a:prstGeom prst="rect">
            <a:avLst/>
          </a:prstGeom>
        </p:spPr>
        <p:txBody>
          <a:bodyPr tIns="0" bIns="0">
            <a:normAutofit/>
          </a:bodyPr>
          <a:lstStyle>
            <a:lvl1pPr marL="0" indent="0" algn="ctr" defTabSz="914400" rtl="0" eaLnBrk="1" latinLnBrk="0" hangingPunct="1">
              <a:lnSpc>
                <a:spcPct val="100000"/>
              </a:lnSpc>
              <a:spcBef>
                <a:spcPts val="900"/>
              </a:spcBef>
              <a:buClr>
                <a:schemeClr val="tx2"/>
              </a:buClr>
              <a:buSzPct val="120000"/>
              <a:buFont typeface="Segoe UI" panose="020B0502040204020203" pitchFamily="34" charset="0"/>
              <a:buNone/>
              <a:defRPr sz="1400" b="0" i="0" kern="1200" baseline="0">
                <a:solidFill>
                  <a:schemeClr val="accent2"/>
                </a:solidFill>
                <a:latin typeface="Verdana" pitchFamily="2" charset="77"/>
                <a:ea typeface="+mn-ea"/>
                <a:cs typeface="+mn-cs"/>
              </a:defRPr>
            </a:lvl1pPr>
            <a:lvl2pPr marL="457200" indent="0" algn="ctr" defTabSz="914400" rtl="0" eaLnBrk="1" latinLnBrk="0" hangingPunct="1">
              <a:lnSpc>
                <a:spcPct val="90000"/>
              </a:lnSpc>
              <a:spcBef>
                <a:spcPts val="900"/>
              </a:spcBef>
              <a:buClr>
                <a:schemeClr val="bg1">
                  <a:lumMod val="50000"/>
                </a:schemeClr>
              </a:buClr>
              <a:buFont typeface="Arial" panose="020B0604020202020204" pitchFamily="34" charset="0"/>
              <a:buNone/>
              <a:defRPr sz="2000" kern="1200">
                <a:solidFill>
                  <a:schemeClr val="accent2"/>
                </a:solidFill>
                <a:latin typeface="Verdana" pitchFamily="2" charset="77"/>
                <a:ea typeface="+mn-ea"/>
                <a:cs typeface="+mn-cs"/>
              </a:defRPr>
            </a:lvl2pPr>
            <a:lvl3pPr marL="914400" indent="0" algn="ctr" defTabSz="914400" rtl="0" eaLnBrk="1" latinLnBrk="0" hangingPunct="1">
              <a:lnSpc>
                <a:spcPct val="90000"/>
              </a:lnSpc>
              <a:spcBef>
                <a:spcPts val="900"/>
              </a:spcBef>
              <a:buClr>
                <a:schemeClr val="bg1">
                  <a:lumMod val="65000"/>
                </a:schemeClr>
              </a:buClr>
              <a:buSzPct val="100000"/>
              <a:buFont typeface="Arial" panose="020B0604020202020204" pitchFamily="34" charset="0"/>
              <a:buNone/>
              <a:tabLst/>
              <a:defRPr lang="fr-FR" sz="1800" kern="1200" baseline="0">
                <a:solidFill>
                  <a:schemeClr val="accent2"/>
                </a:solidFill>
                <a:latin typeface="Verdana" pitchFamily="2" charset="77"/>
                <a:ea typeface="+mn-ea"/>
                <a:cs typeface="+mn-cs"/>
              </a:defRPr>
            </a:lvl3pPr>
            <a:lvl4pPr marL="1371600" indent="0" algn="ctr" defTabSz="914400" rtl="0" eaLnBrk="1" latinLnBrk="0" hangingPunct="1">
              <a:lnSpc>
                <a:spcPct val="90000"/>
              </a:lnSpc>
              <a:spcBef>
                <a:spcPts val="900"/>
              </a:spcBef>
              <a:buSzPct val="100000"/>
              <a:buFont typeface="Arial" panose="020B0604020202020204" pitchFamily="34" charset="0"/>
              <a:buNone/>
              <a:defRPr sz="1600" kern="1200">
                <a:solidFill>
                  <a:schemeClr val="bg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defTabSz="914400" rtl="0" eaLnBrk="1" latinLnBrk="0" hangingPunct="1">
              <a:lnSpc>
                <a:spcPct val="90000"/>
              </a:lnSpc>
              <a:spcBef>
                <a:spcPts val="900"/>
              </a:spcBef>
              <a:spcAft>
                <a:spcPts val="0"/>
              </a:spcAft>
              <a:buClr>
                <a:schemeClr val="tx2"/>
              </a:buClr>
              <a:buSzPct val="120000"/>
              <a:buFont typeface="Segoe UI" panose="020B0502040204020203" pitchFamily="34" charset="0"/>
              <a:buNone/>
            </a:pPr>
            <a:r>
              <a:rPr sz="1400" b="0" i="0" kern="1200" baseline="0" noProof="0" dirty="0">
                <a:solidFill>
                  <a:schemeClr val="accent2"/>
                </a:solidFill>
                <a:latin typeface="Verdana" pitchFamily="2" charset="77"/>
                <a:ea typeface="+mn-ea"/>
                <a:cs typeface="+mn-cs"/>
              </a:rPr>
              <a:t>Insert title</a:t>
            </a:r>
          </a:p>
        </p:txBody>
      </p:sp>
      <p:sp>
        <p:nvSpPr>
          <p:cNvPr id="64" name="Espace réservé du texte 7">
            <a:extLst>
              <a:ext uri="{FF2B5EF4-FFF2-40B4-BE49-F238E27FC236}">
                <a16:creationId xmlns:a16="http://schemas.microsoft.com/office/drawing/2014/main" id="{4F995B74-B3E9-843D-DE5A-AEFE7B77A2F2}"/>
              </a:ext>
            </a:extLst>
          </p:cNvPr>
          <p:cNvSpPr>
            <a:spLocks noGrp="1"/>
          </p:cNvSpPr>
          <p:nvPr>
            <p:ph type="body" sz="quarter" idx="27" hasCustomPrompt="1"/>
          </p:nvPr>
        </p:nvSpPr>
        <p:spPr>
          <a:xfrm>
            <a:off x="7525643" y="4819010"/>
            <a:ext cx="1878582" cy="332399"/>
          </a:xfrm>
          <a:prstGeom prst="rect">
            <a:avLst/>
          </a:prstGeom>
        </p:spPr>
        <p:txBody>
          <a:bodyPr wrap="square" tIns="0" bIns="0" anchor="ctr">
            <a:spAutoFit/>
          </a:bodyPr>
          <a:lstStyle>
            <a:lvl1pPr marL="0" indent="0" algn="ctr">
              <a:buNone/>
              <a:defRPr sz="1200" b="0" baseline="0">
                <a:solidFill>
                  <a:schemeClr val="accent2"/>
                </a:solidFill>
                <a:latin typeface="Verdana" pitchFamily="2" charset="77"/>
              </a:defRPr>
            </a:lvl1pPr>
          </a:lstStyle>
          <a:p>
            <a:pPr lvl="0"/>
            <a:r>
              <a:rPr noProof="0" dirty="0">
                <a:effectLst/>
              </a:rPr>
              <a:t>Click to insert a text of 4-5 lines</a:t>
            </a:r>
            <a:endParaRPr noProof="0" dirty="0"/>
          </a:p>
        </p:txBody>
      </p:sp>
      <p:sp>
        <p:nvSpPr>
          <p:cNvPr id="65" name="Sous-titre 2">
            <a:extLst>
              <a:ext uri="{FF2B5EF4-FFF2-40B4-BE49-F238E27FC236}">
                <a16:creationId xmlns:a16="http://schemas.microsoft.com/office/drawing/2014/main" id="{C8E651D9-2B57-E010-31D6-0815EFB10E84}"/>
              </a:ext>
            </a:extLst>
          </p:cNvPr>
          <p:cNvSpPr txBox="1">
            <a:spLocks/>
          </p:cNvSpPr>
          <p:nvPr userDrawn="1"/>
        </p:nvSpPr>
        <p:spPr>
          <a:xfrm>
            <a:off x="7525644" y="4407678"/>
            <a:ext cx="1878582" cy="360040"/>
          </a:xfrm>
          <a:prstGeom prst="rect">
            <a:avLst/>
          </a:prstGeom>
        </p:spPr>
        <p:txBody>
          <a:bodyPr tIns="0" bIns="0">
            <a:normAutofit/>
          </a:bodyPr>
          <a:lstStyle>
            <a:lvl1pPr marL="0" indent="0" algn="ctr" defTabSz="914400" rtl="0" eaLnBrk="1" latinLnBrk="0" hangingPunct="1">
              <a:lnSpc>
                <a:spcPct val="100000"/>
              </a:lnSpc>
              <a:spcBef>
                <a:spcPts val="900"/>
              </a:spcBef>
              <a:buClr>
                <a:schemeClr val="tx2"/>
              </a:buClr>
              <a:buSzPct val="120000"/>
              <a:buFont typeface="Segoe UI" panose="020B0502040204020203" pitchFamily="34" charset="0"/>
              <a:buNone/>
              <a:defRPr sz="1400" b="0" i="0" kern="1200" baseline="0">
                <a:solidFill>
                  <a:schemeClr val="accent2"/>
                </a:solidFill>
                <a:latin typeface="Verdana" pitchFamily="2" charset="77"/>
                <a:ea typeface="+mn-ea"/>
                <a:cs typeface="+mn-cs"/>
              </a:defRPr>
            </a:lvl1pPr>
            <a:lvl2pPr marL="457200" indent="0" algn="ctr" defTabSz="914400" rtl="0" eaLnBrk="1" latinLnBrk="0" hangingPunct="1">
              <a:lnSpc>
                <a:spcPct val="90000"/>
              </a:lnSpc>
              <a:spcBef>
                <a:spcPts val="900"/>
              </a:spcBef>
              <a:buClr>
                <a:schemeClr val="bg1">
                  <a:lumMod val="50000"/>
                </a:schemeClr>
              </a:buClr>
              <a:buFont typeface="Arial" panose="020B0604020202020204" pitchFamily="34" charset="0"/>
              <a:buNone/>
              <a:defRPr sz="2000" kern="1200">
                <a:solidFill>
                  <a:schemeClr val="accent2"/>
                </a:solidFill>
                <a:latin typeface="Verdana" pitchFamily="2" charset="77"/>
                <a:ea typeface="+mn-ea"/>
                <a:cs typeface="+mn-cs"/>
              </a:defRPr>
            </a:lvl2pPr>
            <a:lvl3pPr marL="914400" indent="0" algn="ctr" defTabSz="914400" rtl="0" eaLnBrk="1" latinLnBrk="0" hangingPunct="1">
              <a:lnSpc>
                <a:spcPct val="90000"/>
              </a:lnSpc>
              <a:spcBef>
                <a:spcPts val="900"/>
              </a:spcBef>
              <a:buClr>
                <a:schemeClr val="bg1">
                  <a:lumMod val="65000"/>
                </a:schemeClr>
              </a:buClr>
              <a:buSzPct val="100000"/>
              <a:buFont typeface="Arial" panose="020B0604020202020204" pitchFamily="34" charset="0"/>
              <a:buNone/>
              <a:tabLst/>
              <a:defRPr lang="fr-FR" sz="1800" kern="1200" baseline="0">
                <a:solidFill>
                  <a:schemeClr val="accent2"/>
                </a:solidFill>
                <a:latin typeface="Verdana" pitchFamily="2" charset="77"/>
                <a:ea typeface="+mn-ea"/>
                <a:cs typeface="+mn-cs"/>
              </a:defRPr>
            </a:lvl3pPr>
            <a:lvl4pPr marL="1371600" indent="0" algn="ctr" defTabSz="914400" rtl="0" eaLnBrk="1" latinLnBrk="0" hangingPunct="1">
              <a:lnSpc>
                <a:spcPct val="90000"/>
              </a:lnSpc>
              <a:spcBef>
                <a:spcPts val="900"/>
              </a:spcBef>
              <a:buSzPct val="100000"/>
              <a:buFont typeface="Arial" panose="020B0604020202020204" pitchFamily="34" charset="0"/>
              <a:buNone/>
              <a:defRPr sz="1600" kern="1200">
                <a:solidFill>
                  <a:schemeClr val="bg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noProof="0" dirty="0"/>
              <a:t>Insert title</a:t>
            </a:r>
          </a:p>
        </p:txBody>
      </p:sp>
      <p:sp>
        <p:nvSpPr>
          <p:cNvPr id="67" name="Espace réservé du texte 7">
            <a:extLst>
              <a:ext uri="{FF2B5EF4-FFF2-40B4-BE49-F238E27FC236}">
                <a16:creationId xmlns:a16="http://schemas.microsoft.com/office/drawing/2014/main" id="{A2718648-8BB4-EC0B-A355-8050A56DB586}"/>
              </a:ext>
            </a:extLst>
          </p:cNvPr>
          <p:cNvSpPr>
            <a:spLocks noGrp="1"/>
          </p:cNvSpPr>
          <p:nvPr>
            <p:ph type="body" sz="quarter" idx="29" hasCustomPrompt="1"/>
          </p:nvPr>
        </p:nvSpPr>
        <p:spPr>
          <a:xfrm>
            <a:off x="9795050" y="4819010"/>
            <a:ext cx="1878582" cy="332399"/>
          </a:xfrm>
          <a:prstGeom prst="rect">
            <a:avLst/>
          </a:prstGeom>
        </p:spPr>
        <p:txBody>
          <a:bodyPr wrap="square" tIns="0" bIns="0" anchor="ctr">
            <a:spAutoFit/>
          </a:bodyPr>
          <a:lstStyle>
            <a:lvl1pPr marL="0" indent="0" algn="ctr">
              <a:buNone/>
              <a:defRPr sz="1200" b="0" baseline="0">
                <a:solidFill>
                  <a:schemeClr val="accent2"/>
                </a:solidFill>
                <a:latin typeface="Verdana" pitchFamily="2" charset="77"/>
              </a:defRPr>
            </a:lvl1pPr>
          </a:lstStyle>
          <a:p>
            <a:pPr lvl="0"/>
            <a:r>
              <a:rPr noProof="0" dirty="0">
                <a:effectLst/>
              </a:rPr>
              <a:t>Click to insert a text of 4-5 lines</a:t>
            </a:r>
            <a:endParaRPr noProof="0" dirty="0"/>
          </a:p>
        </p:txBody>
      </p:sp>
      <p:sp>
        <p:nvSpPr>
          <p:cNvPr id="68" name="Sous-titre 2">
            <a:extLst>
              <a:ext uri="{FF2B5EF4-FFF2-40B4-BE49-F238E27FC236}">
                <a16:creationId xmlns:a16="http://schemas.microsoft.com/office/drawing/2014/main" id="{72A3CF35-C168-6D3C-76EC-F271453A67FB}"/>
              </a:ext>
            </a:extLst>
          </p:cNvPr>
          <p:cNvSpPr txBox="1">
            <a:spLocks/>
          </p:cNvSpPr>
          <p:nvPr userDrawn="1"/>
        </p:nvSpPr>
        <p:spPr>
          <a:xfrm>
            <a:off x="9795051" y="4407678"/>
            <a:ext cx="1878582" cy="360040"/>
          </a:xfrm>
          <a:prstGeom prst="rect">
            <a:avLst/>
          </a:prstGeom>
        </p:spPr>
        <p:txBody>
          <a:bodyPr tIns="0" bIns="0">
            <a:normAutofit/>
          </a:bodyPr>
          <a:lstStyle>
            <a:lvl1pPr marL="0" indent="0" algn="ctr" defTabSz="914400" rtl="0" eaLnBrk="1" latinLnBrk="0" hangingPunct="1">
              <a:lnSpc>
                <a:spcPct val="100000"/>
              </a:lnSpc>
              <a:spcBef>
                <a:spcPts val="900"/>
              </a:spcBef>
              <a:buClr>
                <a:schemeClr val="tx2"/>
              </a:buClr>
              <a:buSzPct val="120000"/>
              <a:buFont typeface="Segoe UI" panose="020B0502040204020203" pitchFamily="34" charset="0"/>
              <a:buNone/>
              <a:defRPr sz="1400" b="0" i="0" kern="1200" baseline="0">
                <a:solidFill>
                  <a:schemeClr val="accent2"/>
                </a:solidFill>
                <a:latin typeface="Verdana" pitchFamily="2" charset="77"/>
                <a:ea typeface="+mn-ea"/>
                <a:cs typeface="+mn-cs"/>
              </a:defRPr>
            </a:lvl1pPr>
            <a:lvl2pPr marL="457200" indent="0" algn="ctr" defTabSz="914400" rtl="0" eaLnBrk="1" latinLnBrk="0" hangingPunct="1">
              <a:lnSpc>
                <a:spcPct val="90000"/>
              </a:lnSpc>
              <a:spcBef>
                <a:spcPts val="900"/>
              </a:spcBef>
              <a:buClr>
                <a:schemeClr val="bg1">
                  <a:lumMod val="50000"/>
                </a:schemeClr>
              </a:buClr>
              <a:buFont typeface="Arial" panose="020B0604020202020204" pitchFamily="34" charset="0"/>
              <a:buNone/>
              <a:defRPr sz="2000" kern="1200">
                <a:solidFill>
                  <a:schemeClr val="accent2"/>
                </a:solidFill>
                <a:latin typeface="Verdana" pitchFamily="2" charset="77"/>
                <a:ea typeface="+mn-ea"/>
                <a:cs typeface="+mn-cs"/>
              </a:defRPr>
            </a:lvl2pPr>
            <a:lvl3pPr marL="914400" indent="0" algn="ctr" defTabSz="914400" rtl="0" eaLnBrk="1" latinLnBrk="0" hangingPunct="1">
              <a:lnSpc>
                <a:spcPct val="90000"/>
              </a:lnSpc>
              <a:spcBef>
                <a:spcPts val="900"/>
              </a:spcBef>
              <a:buClr>
                <a:schemeClr val="bg1">
                  <a:lumMod val="65000"/>
                </a:schemeClr>
              </a:buClr>
              <a:buSzPct val="100000"/>
              <a:buFont typeface="Arial" panose="020B0604020202020204" pitchFamily="34" charset="0"/>
              <a:buNone/>
              <a:tabLst/>
              <a:defRPr lang="fr-FR" sz="1800" kern="1200" baseline="0">
                <a:solidFill>
                  <a:schemeClr val="accent2"/>
                </a:solidFill>
                <a:latin typeface="Verdana" pitchFamily="2" charset="77"/>
                <a:ea typeface="+mn-ea"/>
                <a:cs typeface="+mn-cs"/>
              </a:defRPr>
            </a:lvl3pPr>
            <a:lvl4pPr marL="1371600" indent="0" algn="ctr" defTabSz="914400" rtl="0" eaLnBrk="1" latinLnBrk="0" hangingPunct="1">
              <a:lnSpc>
                <a:spcPct val="90000"/>
              </a:lnSpc>
              <a:spcBef>
                <a:spcPts val="900"/>
              </a:spcBef>
              <a:buSzPct val="100000"/>
              <a:buFont typeface="Arial" panose="020B0604020202020204" pitchFamily="34" charset="0"/>
              <a:buNone/>
              <a:defRPr sz="1600" kern="1200">
                <a:solidFill>
                  <a:schemeClr val="bg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noProof="0" dirty="0"/>
              <a:t>Insert title</a:t>
            </a:r>
          </a:p>
        </p:txBody>
      </p:sp>
      <p:sp>
        <p:nvSpPr>
          <p:cNvPr id="2" name="Espace réservé pour une image  6">
            <a:extLst>
              <a:ext uri="{FF2B5EF4-FFF2-40B4-BE49-F238E27FC236}">
                <a16:creationId xmlns:a16="http://schemas.microsoft.com/office/drawing/2014/main" id="{1F8394B5-D635-FD96-FA97-2C21CEE7ED01}"/>
              </a:ext>
            </a:extLst>
          </p:cNvPr>
          <p:cNvSpPr>
            <a:spLocks noGrp="1"/>
          </p:cNvSpPr>
          <p:nvPr>
            <p:ph type="pic" sz="quarter" idx="22" hasCustomPrompt="1"/>
          </p:nvPr>
        </p:nvSpPr>
        <p:spPr>
          <a:xfrm>
            <a:off x="905527" y="2782818"/>
            <a:ext cx="1313180" cy="1313180"/>
          </a:xfrm>
          <a:prstGeom prst="ellipse">
            <a:avLst/>
          </a:prstGeom>
          <a:solidFill>
            <a:schemeClr val="bg1">
              <a:lumMod val="95000"/>
            </a:schemeClr>
          </a:solidFill>
        </p:spPr>
        <p:txBody>
          <a:bodyPr>
            <a:normAutofit/>
          </a:bodyPr>
          <a:lstStyle>
            <a:lvl1pPr marL="0" indent="0">
              <a:buNone/>
              <a:defRPr sz="1200">
                <a:noFill/>
              </a:defRPr>
            </a:lvl1pPr>
          </a:lstStyle>
          <a:p>
            <a:r>
              <a:rPr dirty="0"/>
              <a:t>.</a:t>
            </a:r>
          </a:p>
        </p:txBody>
      </p:sp>
      <p:sp>
        <p:nvSpPr>
          <p:cNvPr id="3" name="Espace réservé pour une image  6">
            <a:extLst>
              <a:ext uri="{FF2B5EF4-FFF2-40B4-BE49-F238E27FC236}">
                <a16:creationId xmlns:a16="http://schemas.microsoft.com/office/drawing/2014/main" id="{D90D2178-596A-E72B-55AE-C1EA76DFDD5E}"/>
              </a:ext>
            </a:extLst>
          </p:cNvPr>
          <p:cNvSpPr>
            <a:spLocks noGrp="1"/>
          </p:cNvSpPr>
          <p:nvPr>
            <p:ph type="pic" sz="quarter" idx="30" hasCustomPrompt="1"/>
          </p:nvPr>
        </p:nvSpPr>
        <p:spPr>
          <a:xfrm>
            <a:off x="3227825" y="2772410"/>
            <a:ext cx="1313180" cy="1313180"/>
          </a:xfrm>
          <a:prstGeom prst="ellipse">
            <a:avLst/>
          </a:prstGeom>
          <a:solidFill>
            <a:schemeClr val="bg1">
              <a:lumMod val="95000"/>
            </a:schemeClr>
          </a:solidFill>
        </p:spPr>
        <p:txBody>
          <a:bodyPr>
            <a:normAutofit/>
          </a:bodyPr>
          <a:lstStyle>
            <a:lvl1pPr marL="0" indent="0">
              <a:buNone/>
              <a:defRPr sz="1200">
                <a:noFill/>
              </a:defRPr>
            </a:lvl1pPr>
          </a:lstStyle>
          <a:p>
            <a:r>
              <a:rPr dirty="0"/>
              <a:t>.</a:t>
            </a:r>
          </a:p>
        </p:txBody>
      </p:sp>
      <p:sp>
        <p:nvSpPr>
          <p:cNvPr id="11" name="Espace réservé pour une image  6">
            <a:extLst>
              <a:ext uri="{FF2B5EF4-FFF2-40B4-BE49-F238E27FC236}">
                <a16:creationId xmlns:a16="http://schemas.microsoft.com/office/drawing/2014/main" id="{7E12125F-C7A8-5FD5-F6DE-473F561B09AF}"/>
              </a:ext>
            </a:extLst>
          </p:cNvPr>
          <p:cNvSpPr>
            <a:spLocks noGrp="1"/>
          </p:cNvSpPr>
          <p:nvPr>
            <p:ph type="pic" sz="quarter" idx="31" hasCustomPrompt="1"/>
          </p:nvPr>
        </p:nvSpPr>
        <p:spPr>
          <a:xfrm>
            <a:off x="5548950" y="2772410"/>
            <a:ext cx="1313180" cy="1313180"/>
          </a:xfrm>
          <a:prstGeom prst="ellipse">
            <a:avLst/>
          </a:prstGeom>
          <a:solidFill>
            <a:schemeClr val="bg1">
              <a:lumMod val="95000"/>
            </a:schemeClr>
          </a:solidFill>
        </p:spPr>
        <p:txBody>
          <a:bodyPr>
            <a:normAutofit/>
          </a:bodyPr>
          <a:lstStyle>
            <a:lvl1pPr marL="0" indent="0">
              <a:buNone/>
              <a:defRPr sz="1200">
                <a:noFill/>
              </a:defRPr>
            </a:lvl1pPr>
          </a:lstStyle>
          <a:p>
            <a:r>
              <a:rPr dirty="0"/>
              <a:t>.</a:t>
            </a:r>
          </a:p>
        </p:txBody>
      </p:sp>
      <p:sp>
        <p:nvSpPr>
          <p:cNvPr id="12" name="Espace réservé pour une image  6">
            <a:extLst>
              <a:ext uri="{FF2B5EF4-FFF2-40B4-BE49-F238E27FC236}">
                <a16:creationId xmlns:a16="http://schemas.microsoft.com/office/drawing/2014/main" id="{B5F78C38-BCDD-1B5A-A4C6-2E2603374A54}"/>
              </a:ext>
            </a:extLst>
          </p:cNvPr>
          <p:cNvSpPr>
            <a:spLocks noGrp="1"/>
          </p:cNvSpPr>
          <p:nvPr>
            <p:ph type="pic" sz="quarter" idx="32" hasCustomPrompt="1"/>
          </p:nvPr>
        </p:nvSpPr>
        <p:spPr>
          <a:xfrm>
            <a:off x="7808344" y="2772410"/>
            <a:ext cx="1313180" cy="1313180"/>
          </a:xfrm>
          <a:prstGeom prst="ellipse">
            <a:avLst/>
          </a:prstGeom>
          <a:solidFill>
            <a:schemeClr val="bg1">
              <a:lumMod val="95000"/>
            </a:schemeClr>
          </a:solidFill>
        </p:spPr>
        <p:txBody>
          <a:bodyPr>
            <a:normAutofit/>
          </a:bodyPr>
          <a:lstStyle>
            <a:lvl1pPr marL="0" indent="0">
              <a:buNone/>
              <a:defRPr sz="1200">
                <a:noFill/>
              </a:defRPr>
            </a:lvl1pPr>
          </a:lstStyle>
          <a:p>
            <a:r>
              <a:rPr dirty="0"/>
              <a:t>.</a:t>
            </a:r>
          </a:p>
        </p:txBody>
      </p:sp>
      <p:sp>
        <p:nvSpPr>
          <p:cNvPr id="13" name="Espace réservé pour une image  6">
            <a:extLst>
              <a:ext uri="{FF2B5EF4-FFF2-40B4-BE49-F238E27FC236}">
                <a16:creationId xmlns:a16="http://schemas.microsoft.com/office/drawing/2014/main" id="{97BE3E7A-AAA4-1A1E-99A7-85EBA8FBCDE4}"/>
              </a:ext>
            </a:extLst>
          </p:cNvPr>
          <p:cNvSpPr>
            <a:spLocks noGrp="1"/>
          </p:cNvSpPr>
          <p:nvPr>
            <p:ph type="pic" sz="quarter" idx="33" hasCustomPrompt="1"/>
          </p:nvPr>
        </p:nvSpPr>
        <p:spPr>
          <a:xfrm>
            <a:off x="10044754" y="2760590"/>
            <a:ext cx="1313180" cy="1313180"/>
          </a:xfrm>
          <a:prstGeom prst="ellipse">
            <a:avLst/>
          </a:prstGeom>
          <a:solidFill>
            <a:schemeClr val="bg1">
              <a:lumMod val="95000"/>
            </a:schemeClr>
          </a:solidFill>
        </p:spPr>
        <p:txBody>
          <a:bodyPr>
            <a:normAutofit/>
          </a:bodyPr>
          <a:lstStyle>
            <a:lvl1pPr marL="0" indent="0">
              <a:buNone/>
              <a:defRPr sz="1200">
                <a:noFill/>
              </a:defRPr>
            </a:lvl1pPr>
          </a:lstStyle>
          <a:p>
            <a:r>
              <a:rPr dirty="0"/>
              <a:t>.</a:t>
            </a:r>
          </a:p>
        </p:txBody>
      </p:sp>
      <p:sp>
        <p:nvSpPr>
          <p:cNvPr id="9" name="Text Placeholder 11">
            <a:extLst>
              <a:ext uri="{FF2B5EF4-FFF2-40B4-BE49-F238E27FC236}">
                <a16:creationId xmlns:a16="http://schemas.microsoft.com/office/drawing/2014/main" id="{9E9EB899-385A-0DE9-C718-BCC6790F692E}"/>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10" name="Text Placeholder 11">
            <a:extLst>
              <a:ext uri="{FF2B5EF4-FFF2-40B4-BE49-F238E27FC236}">
                <a16:creationId xmlns:a16="http://schemas.microsoft.com/office/drawing/2014/main" id="{75202062-A0BC-E087-C12A-DA1BA8D5320F}"/>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8" name="Graphic 7">
            <a:extLst>
              <a:ext uri="{FF2B5EF4-FFF2-40B4-BE49-F238E27FC236}">
                <a16:creationId xmlns:a16="http://schemas.microsoft.com/office/drawing/2014/main" id="{3F4033DA-FC43-16C2-49FB-BA4893B33F8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6" name="Footer Placeholder 4">
            <a:extLst>
              <a:ext uri="{FF2B5EF4-FFF2-40B4-BE49-F238E27FC236}">
                <a16:creationId xmlns:a16="http://schemas.microsoft.com/office/drawing/2014/main" id="{366DF516-A0A6-5B32-8393-CE5B4FF61766}"/>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217665363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s 4">
    <p:bg>
      <p:bgPr>
        <a:solidFill>
          <a:schemeClr val="bg1"/>
        </a:solidFill>
        <a:effectLst/>
      </p:bgPr>
    </p:bg>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CBE4D97-946B-682F-5C89-F991D9CD63D9}"/>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8" name="Espace réservé pour une image  2">
            <a:extLst>
              <a:ext uri="{FF2B5EF4-FFF2-40B4-BE49-F238E27FC236}">
                <a16:creationId xmlns:a16="http://schemas.microsoft.com/office/drawing/2014/main" id="{A83E4265-43A8-40EA-5578-A54E0C53EC7F}"/>
              </a:ext>
            </a:extLst>
          </p:cNvPr>
          <p:cNvSpPr>
            <a:spLocks noGrp="1"/>
          </p:cNvSpPr>
          <p:nvPr>
            <p:ph type="pic" sz="quarter" idx="12" hasCustomPrompt="1"/>
          </p:nvPr>
        </p:nvSpPr>
        <p:spPr>
          <a:xfrm>
            <a:off x="623392" y="230286"/>
            <a:ext cx="11053744" cy="3211729"/>
          </a:xfrm>
          <a:prstGeom prst="rect">
            <a:avLst/>
          </a:prstGeom>
        </p:spPr>
        <p:txBody>
          <a:bodyPr/>
          <a:lstStyle>
            <a:lvl1pPr marL="0" indent="0">
              <a:buNone/>
              <a:defRPr>
                <a:noFill/>
              </a:defRPr>
            </a:lvl1pPr>
          </a:lstStyle>
          <a:p>
            <a:r>
              <a:rPr dirty="0"/>
              <a:t>.</a:t>
            </a:r>
          </a:p>
        </p:txBody>
      </p:sp>
      <p:sp>
        <p:nvSpPr>
          <p:cNvPr id="26" name="Text Placeholder 23">
            <a:extLst>
              <a:ext uri="{FF2B5EF4-FFF2-40B4-BE49-F238E27FC236}">
                <a16:creationId xmlns:a16="http://schemas.microsoft.com/office/drawing/2014/main" id="{F7B745E2-C2B7-C674-A524-089065C8473F}"/>
              </a:ext>
            </a:extLst>
          </p:cNvPr>
          <p:cNvSpPr>
            <a:spLocks noGrp="1"/>
          </p:cNvSpPr>
          <p:nvPr>
            <p:ph type="body" sz="quarter" idx="13" hasCustomPrompt="1"/>
          </p:nvPr>
        </p:nvSpPr>
        <p:spPr>
          <a:xfrm>
            <a:off x="847468" y="3658874"/>
            <a:ext cx="3249841" cy="2862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400" b="1" i="0" noProof="0" dirty="0">
                <a:solidFill>
                  <a:schemeClr val="accent2"/>
                </a:solidFill>
                <a:latin typeface="Verdana" pitchFamily="2" charset="77"/>
              </a:defRPr>
            </a:lvl1pPr>
          </a:lstStyle>
          <a:p>
            <a:pPr marL="0" lvl="0" indent="0">
              <a:spcBef>
                <a:spcPts val="3000"/>
              </a:spcBef>
              <a:buNone/>
            </a:pPr>
            <a:r>
              <a:rPr noProof="0" dirty="0"/>
              <a:t>Click to add text</a:t>
            </a:r>
          </a:p>
        </p:txBody>
      </p:sp>
      <p:sp>
        <p:nvSpPr>
          <p:cNvPr id="30" name="Text Placeholder 23">
            <a:extLst>
              <a:ext uri="{FF2B5EF4-FFF2-40B4-BE49-F238E27FC236}">
                <a16:creationId xmlns:a16="http://schemas.microsoft.com/office/drawing/2014/main" id="{77C041D8-BC49-E97D-C4E2-72BFA054DA27}"/>
              </a:ext>
            </a:extLst>
          </p:cNvPr>
          <p:cNvSpPr>
            <a:spLocks noGrp="1"/>
          </p:cNvSpPr>
          <p:nvPr>
            <p:ph type="body" sz="quarter" idx="25" hasCustomPrompt="1"/>
          </p:nvPr>
        </p:nvSpPr>
        <p:spPr>
          <a:xfrm>
            <a:off x="4554791" y="3658874"/>
            <a:ext cx="3249841" cy="2862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400" b="1" i="0" noProof="0" dirty="0">
                <a:solidFill>
                  <a:schemeClr val="accent2"/>
                </a:solidFill>
                <a:latin typeface="Verdana" pitchFamily="2" charset="77"/>
              </a:defRPr>
            </a:lvl1pPr>
          </a:lstStyle>
          <a:p>
            <a:pPr marL="0" lvl="0" indent="0">
              <a:spcBef>
                <a:spcPts val="3000"/>
              </a:spcBef>
              <a:buNone/>
            </a:pPr>
            <a:r>
              <a:rPr noProof="0" dirty="0"/>
              <a:t>Click to add text</a:t>
            </a:r>
          </a:p>
        </p:txBody>
      </p:sp>
      <p:sp>
        <p:nvSpPr>
          <p:cNvPr id="33" name="Text Placeholder 23">
            <a:extLst>
              <a:ext uri="{FF2B5EF4-FFF2-40B4-BE49-F238E27FC236}">
                <a16:creationId xmlns:a16="http://schemas.microsoft.com/office/drawing/2014/main" id="{9677DCB5-863E-CAC6-BA01-EEC4F5115C00}"/>
              </a:ext>
            </a:extLst>
          </p:cNvPr>
          <p:cNvSpPr>
            <a:spLocks noGrp="1"/>
          </p:cNvSpPr>
          <p:nvPr>
            <p:ph type="body" sz="quarter" idx="27" hasCustomPrompt="1"/>
          </p:nvPr>
        </p:nvSpPr>
        <p:spPr>
          <a:xfrm>
            <a:off x="8245670" y="3658874"/>
            <a:ext cx="3249841" cy="286232"/>
          </a:xfrm>
          <a:custGeom>
            <a:avLst/>
            <a:gdLst>
              <a:gd name="connsiteX0" fmla="*/ 0 w 3451663"/>
              <a:gd name="connsiteY0" fmla="*/ 0 h 1460500"/>
              <a:gd name="connsiteX1" fmla="*/ 3451663 w 3451663"/>
              <a:gd name="connsiteY1" fmla="*/ 0 h 1460500"/>
              <a:gd name="connsiteX2" fmla="*/ 3451663 w 3451663"/>
              <a:gd name="connsiteY2" fmla="*/ 1460500 h 1460500"/>
              <a:gd name="connsiteX3" fmla="*/ 1813612 w 3451663"/>
              <a:gd name="connsiteY3" fmla="*/ 1460500 h 1460500"/>
              <a:gd name="connsiteX4" fmla="*/ 1725831 w 3451663"/>
              <a:gd name="connsiteY4" fmla="*/ 1372720 h 1460500"/>
              <a:gd name="connsiteX5" fmla="*/ 1638051 w 3451663"/>
              <a:gd name="connsiteY5" fmla="*/ 1460500 h 1460500"/>
              <a:gd name="connsiteX6" fmla="*/ 0 w 3451663"/>
              <a:gd name="connsiteY6" fmla="*/ 1460500 h 146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663" h="1460500">
                <a:moveTo>
                  <a:pt x="0" y="0"/>
                </a:moveTo>
                <a:lnTo>
                  <a:pt x="3451663" y="0"/>
                </a:lnTo>
                <a:lnTo>
                  <a:pt x="3451663" y="1460500"/>
                </a:lnTo>
                <a:lnTo>
                  <a:pt x="1813612" y="1460500"/>
                </a:lnTo>
                <a:lnTo>
                  <a:pt x="1725831" y="1372720"/>
                </a:lnTo>
                <a:lnTo>
                  <a:pt x="1638051" y="1460500"/>
                </a:lnTo>
                <a:lnTo>
                  <a:pt x="0" y="1460500"/>
                </a:lnTo>
                <a:close/>
              </a:path>
            </a:pathLst>
          </a:custGeom>
        </p:spPr>
        <p:txBody>
          <a:bodyPr vert="horz" wrap="square" lIns="0" tIns="45720" rIns="91440" bIns="45720" rtlCol="0" anchor="ctr">
            <a:spAutoFit/>
          </a:bodyPr>
          <a:lstStyle>
            <a:lvl1pPr>
              <a:defRPr lang="de-CH" sz="1400" b="1" i="0" noProof="0" dirty="0">
                <a:solidFill>
                  <a:schemeClr val="accent2"/>
                </a:solidFill>
                <a:latin typeface="Verdana" pitchFamily="2" charset="77"/>
              </a:defRPr>
            </a:lvl1pPr>
          </a:lstStyle>
          <a:p>
            <a:pPr marL="0" lvl="0" indent="0">
              <a:spcBef>
                <a:spcPts val="3000"/>
              </a:spcBef>
              <a:buNone/>
            </a:pPr>
            <a:r>
              <a:rPr noProof="0" dirty="0"/>
              <a:t>Click to add text</a:t>
            </a:r>
          </a:p>
        </p:txBody>
      </p:sp>
      <p:sp>
        <p:nvSpPr>
          <p:cNvPr id="2" name="Espace réservé du contenu 2">
            <a:extLst>
              <a:ext uri="{FF2B5EF4-FFF2-40B4-BE49-F238E27FC236}">
                <a16:creationId xmlns:a16="http://schemas.microsoft.com/office/drawing/2014/main" id="{F0734514-B723-F133-EA80-CB57FCE5FBB0}"/>
              </a:ext>
            </a:extLst>
          </p:cNvPr>
          <p:cNvSpPr>
            <a:spLocks noGrp="1"/>
          </p:cNvSpPr>
          <p:nvPr>
            <p:ph idx="24" hasCustomPrompt="1"/>
          </p:nvPr>
        </p:nvSpPr>
        <p:spPr>
          <a:xfrm>
            <a:off x="866090" y="4098950"/>
            <a:ext cx="3232308" cy="934478"/>
          </a:xfrm>
          <a:prstGeom prst="rect">
            <a:avLst/>
          </a:prstGeom>
        </p:spPr>
        <p:txBody>
          <a:bodyPr vert="horz" wrap="square" lIns="0" tIns="36000" rIns="0" bIns="36000" rtlCol="0" anchor="t" anchorCtr="0">
            <a:spAutoFit/>
          </a:bodyPr>
          <a:lstStyle>
            <a:lvl1pPr algn="l">
              <a:buFont typeface="Wingdings" panose="05000000000000000000" pitchFamily="2" charset="2"/>
              <a:buChar char="§"/>
              <a:defRPr lang="fr-FR" sz="1800" baseline="0" dirty="0">
                <a:latin typeface="Verdana" panose="00000500000000000000" pitchFamily="2" charset="0"/>
              </a:defRPr>
            </a:lvl1pPr>
            <a:lvl2pPr algn="l">
              <a:buFont typeface="Wingdings" panose="05000000000000000000" pitchFamily="2" charset="2"/>
              <a:buChar char="§"/>
              <a:defRPr lang="fr-FR" sz="1400" baseline="0" dirty="0">
                <a:latin typeface="Verdana" panose="00000500000000000000" pitchFamily="2" charset="0"/>
              </a:defRPr>
            </a:lvl2pPr>
            <a:lvl3pPr algn="l">
              <a:buFont typeface="Wingdings" panose="05000000000000000000" pitchFamily="2" charset="2"/>
              <a:buChar char="§"/>
              <a:defRPr lang="fr-FR" sz="1200" dirty="0">
                <a:latin typeface="Verdana" panose="00000500000000000000" pitchFamily="2" charset="0"/>
              </a:defRPr>
            </a:lvl3pPr>
          </a:lstStyle>
          <a:p>
            <a:pPr marL="266700" lvl="0" indent="-266700" algn="just">
              <a:lnSpc>
                <a:spcPct val="100000"/>
              </a:lnSpc>
              <a:spcBef>
                <a:spcPts val="600"/>
              </a:spcBef>
            </a:pPr>
            <a:r>
              <a:rPr noProof="0" dirty="0"/>
              <a:t>Texte niveau 1</a:t>
            </a:r>
          </a:p>
          <a:p>
            <a:pPr marL="506412" lvl="1" indent="-266700" algn="just">
              <a:lnSpc>
                <a:spcPct val="100000"/>
              </a:lnSpc>
              <a:spcBef>
                <a:spcPts val="600"/>
              </a:spcBef>
            </a:pPr>
            <a:r>
              <a:rPr noProof="0" dirty="0"/>
              <a:t>Texte niveau 2</a:t>
            </a:r>
          </a:p>
          <a:p>
            <a:pPr marL="744537" lvl="2" indent="-266700" algn="just">
              <a:lnSpc>
                <a:spcPct val="100000"/>
              </a:lnSpc>
              <a:spcBef>
                <a:spcPts val="600"/>
              </a:spcBef>
            </a:pPr>
            <a:r>
              <a:rPr noProof="0" dirty="0"/>
              <a:t>Texte niveau 3</a:t>
            </a:r>
          </a:p>
        </p:txBody>
      </p:sp>
      <p:sp>
        <p:nvSpPr>
          <p:cNvPr id="7" name="Espace réservé du contenu 2">
            <a:extLst>
              <a:ext uri="{FF2B5EF4-FFF2-40B4-BE49-F238E27FC236}">
                <a16:creationId xmlns:a16="http://schemas.microsoft.com/office/drawing/2014/main" id="{FCF2C973-1B9E-4E38-5C72-7BA87404AD3E}"/>
              </a:ext>
            </a:extLst>
          </p:cNvPr>
          <p:cNvSpPr>
            <a:spLocks noGrp="1"/>
          </p:cNvSpPr>
          <p:nvPr>
            <p:ph idx="36" hasCustomPrompt="1"/>
          </p:nvPr>
        </p:nvSpPr>
        <p:spPr>
          <a:xfrm>
            <a:off x="4554791" y="4098950"/>
            <a:ext cx="3232308" cy="934478"/>
          </a:xfrm>
          <a:prstGeom prst="rect">
            <a:avLst/>
          </a:prstGeom>
        </p:spPr>
        <p:txBody>
          <a:bodyPr vert="horz" wrap="square" lIns="0" tIns="36000" rIns="0" bIns="36000" rtlCol="0" anchor="t" anchorCtr="0">
            <a:spAutoFit/>
          </a:bodyPr>
          <a:lstStyle>
            <a:lvl1pPr algn="l">
              <a:buFont typeface="Wingdings" panose="05000000000000000000" pitchFamily="2" charset="2"/>
              <a:buChar char="§"/>
              <a:defRPr lang="fr-FR" sz="1800" baseline="0" dirty="0">
                <a:latin typeface="Verdana" panose="00000500000000000000" pitchFamily="2" charset="0"/>
              </a:defRPr>
            </a:lvl1pPr>
            <a:lvl2pPr algn="l">
              <a:buFont typeface="Wingdings" panose="05000000000000000000" pitchFamily="2" charset="2"/>
              <a:buChar char="§"/>
              <a:defRPr lang="fr-FR" sz="1400" baseline="0" dirty="0">
                <a:latin typeface="Verdana" panose="00000500000000000000" pitchFamily="2" charset="0"/>
              </a:defRPr>
            </a:lvl2pPr>
            <a:lvl3pPr algn="l">
              <a:buFont typeface="Wingdings" panose="05000000000000000000" pitchFamily="2" charset="2"/>
              <a:buChar char="§"/>
              <a:defRPr lang="fr-FR" sz="1200" dirty="0">
                <a:latin typeface="Verdana" panose="00000500000000000000" pitchFamily="2" charset="0"/>
              </a:defRPr>
            </a:lvl3pPr>
          </a:lstStyle>
          <a:p>
            <a:pPr marL="266700" lvl="0" indent="-266700" algn="just">
              <a:lnSpc>
                <a:spcPct val="100000"/>
              </a:lnSpc>
              <a:spcBef>
                <a:spcPts val="600"/>
              </a:spcBef>
            </a:pPr>
            <a:r>
              <a:rPr noProof="0" dirty="0"/>
              <a:t>Texte niveau 1</a:t>
            </a:r>
          </a:p>
          <a:p>
            <a:pPr marL="506412" lvl="1" indent="-266700" algn="just">
              <a:lnSpc>
                <a:spcPct val="100000"/>
              </a:lnSpc>
              <a:spcBef>
                <a:spcPts val="600"/>
              </a:spcBef>
            </a:pPr>
            <a:r>
              <a:rPr noProof="0" dirty="0"/>
              <a:t>Texte niveau 2</a:t>
            </a:r>
          </a:p>
          <a:p>
            <a:pPr marL="744537" lvl="2" indent="-266700" algn="just">
              <a:lnSpc>
                <a:spcPct val="100000"/>
              </a:lnSpc>
              <a:spcBef>
                <a:spcPts val="600"/>
              </a:spcBef>
            </a:pPr>
            <a:r>
              <a:rPr noProof="0" dirty="0"/>
              <a:t>Texte niveau 3</a:t>
            </a:r>
          </a:p>
        </p:txBody>
      </p:sp>
      <p:sp>
        <p:nvSpPr>
          <p:cNvPr id="9" name="Espace réservé du contenu 2">
            <a:extLst>
              <a:ext uri="{FF2B5EF4-FFF2-40B4-BE49-F238E27FC236}">
                <a16:creationId xmlns:a16="http://schemas.microsoft.com/office/drawing/2014/main" id="{E30C1736-DBC0-FC36-1793-416CB4E6F7E0}"/>
              </a:ext>
            </a:extLst>
          </p:cNvPr>
          <p:cNvSpPr>
            <a:spLocks noGrp="1"/>
          </p:cNvSpPr>
          <p:nvPr>
            <p:ph idx="37" hasCustomPrompt="1"/>
          </p:nvPr>
        </p:nvSpPr>
        <p:spPr>
          <a:xfrm>
            <a:off x="8218620" y="4098950"/>
            <a:ext cx="3232308" cy="934478"/>
          </a:xfrm>
          <a:prstGeom prst="rect">
            <a:avLst/>
          </a:prstGeom>
        </p:spPr>
        <p:txBody>
          <a:bodyPr vert="horz" wrap="square" lIns="0" tIns="36000" rIns="0" bIns="36000" rtlCol="0" anchor="t" anchorCtr="0">
            <a:spAutoFit/>
          </a:bodyPr>
          <a:lstStyle>
            <a:lvl1pPr algn="l">
              <a:buFont typeface="Wingdings" panose="05000000000000000000" pitchFamily="2" charset="2"/>
              <a:buChar char="§"/>
              <a:defRPr lang="fr-FR" sz="1800" baseline="0" dirty="0">
                <a:latin typeface="Verdana" panose="00000500000000000000" pitchFamily="2" charset="0"/>
              </a:defRPr>
            </a:lvl1pPr>
            <a:lvl2pPr algn="l">
              <a:buFont typeface="Wingdings" panose="05000000000000000000" pitchFamily="2" charset="2"/>
              <a:buChar char="§"/>
              <a:defRPr lang="fr-FR" sz="1400" baseline="0" dirty="0">
                <a:latin typeface="Verdana" panose="00000500000000000000" pitchFamily="2" charset="0"/>
              </a:defRPr>
            </a:lvl2pPr>
            <a:lvl3pPr algn="l">
              <a:buFont typeface="Wingdings" panose="05000000000000000000" pitchFamily="2" charset="2"/>
              <a:buChar char="§"/>
              <a:defRPr lang="fr-FR" sz="1200" dirty="0">
                <a:latin typeface="Verdana" panose="00000500000000000000" pitchFamily="2" charset="0"/>
              </a:defRPr>
            </a:lvl3pPr>
          </a:lstStyle>
          <a:p>
            <a:pPr marL="266700" lvl="0" indent="-266700" algn="just">
              <a:lnSpc>
                <a:spcPct val="100000"/>
              </a:lnSpc>
              <a:spcBef>
                <a:spcPts val="600"/>
              </a:spcBef>
            </a:pPr>
            <a:r>
              <a:rPr noProof="0" dirty="0"/>
              <a:t>Texte niveau 1</a:t>
            </a:r>
          </a:p>
          <a:p>
            <a:pPr marL="506412" lvl="1" indent="-266700" algn="just">
              <a:lnSpc>
                <a:spcPct val="100000"/>
              </a:lnSpc>
              <a:spcBef>
                <a:spcPts val="600"/>
              </a:spcBef>
            </a:pPr>
            <a:r>
              <a:rPr noProof="0" dirty="0"/>
              <a:t>Texte niveau 2</a:t>
            </a:r>
          </a:p>
          <a:p>
            <a:pPr marL="744537" lvl="2" indent="-266700" algn="just">
              <a:lnSpc>
                <a:spcPct val="100000"/>
              </a:lnSpc>
              <a:spcBef>
                <a:spcPts val="600"/>
              </a:spcBef>
            </a:pPr>
            <a:r>
              <a:rPr noProof="0" dirty="0"/>
              <a:t>Texte niveau 3</a:t>
            </a:r>
          </a:p>
        </p:txBody>
      </p:sp>
      <p:sp>
        <p:nvSpPr>
          <p:cNvPr id="10" name="Text Placeholder 11">
            <a:extLst>
              <a:ext uri="{FF2B5EF4-FFF2-40B4-BE49-F238E27FC236}">
                <a16:creationId xmlns:a16="http://schemas.microsoft.com/office/drawing/2014/main" id="{98E92B1C-ABED-B1CA-C505-FC8F72287426}"/>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11" name="Text Placeholder 11">
            <a:extLst>
              <a:ext uri="{FF2B5EF4-FFF2-40B4-BE49-F238E27FC236}">
                <a16:creationId xmlns:a16="http://schemas.microsoft.com/office/drawing/2014/main" id="{EA13E281-2594-2ED7-F9E2-72E2EE27D3B3}"/>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4" name="Graphic 3">
            <a:extLst>
              <a:ext uri="{FF2B5EF4-FFF2-40B4-BE49-F238E27FC236}">
                <a16:creationId xmlns:a16="http://schemas.microsoft.com/office/drawing/2014/main" id="{864412ED-388B-E75C-56A2-2A4D6EC8CC3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rot="16200000">
            <a:off x="11454253" y="6020593"/>
            <a:ext cx="990599" cy="227012"/>
          </a:xfrm>
          <a:prstGeom prst="rect">
            <a:avLst/>
          </a:prstGeom>
        </p:spPr>
      </p:pic>
      <p:sp>
        <p:nvSpPr>
          <p:cNvPr id="3" name="Footer Placeholder 4">
            <a:extLst>
              <a:ext uri="{FF2B5EF4-FFF2-40B4-BE49-F238E27FC236}">
                <a16:creationId xmlns:a16="http://schemas.microsoft.com/office/drawing/2014/main" id="{3513D0AB-87F0-E263-EA86-A9EE18EAC567}"/>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spTree>
    <p:extLst>
      <p:ext uri="{BB962C8B-B14F-4D97-AF65-F5344CB8AC3E}">
        <p14:creationId xmlns:p14="http://schemas.microsoft.com/office/powerpoint/2010/main" val="184102391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irlces 1">
    <p:spTree>
      <p:nvGrpSpPr>
        <p:cNvPr id="1" name=""/>
        <p:cNvGrpSpPr/>
        <p:nvPr/>
      </p:nvGrpSpPr>
      <p:grpSpPr>
        <a:xfrm>
          <a:off x="0" y="0"/>
          <a:ext cx="0" cy="0"/>
          <a:chOff x="0" y="0"/>
          <a:chExt cx="0" cy="0"/>
        </a:xfrm>
      </p:grpSpPr>
      <p:sp>
        <p:nvSpPr>
          <p:cNvPr id="13" name="Espace réservé du texte 6"/>
          <p:cNvSpPr>
            <a:spLocks noGrp="1"/>
          </p:cNvSpPr>
          <p:nvPr>
            <p:ph type="body" sz="quarter" idx="12" hasCustomPrompt="1"/>
          </p:nvPr>
        </p:nvSpPr>
        <p:spPr>
          <a:xfrm>
            <a:off x="810636" y="1460734"/>
            <a:ext cx="4270082" cy="4270082"/>
          </a:xfrm>
          <a:prstGeom prst="ellipse">
            <a:avLst/>
          </a:prstGeom>
          <a:solidFill>
            <a:schemeClr val="accent3"/>
          </a:solidFill>
        </p:spPr>
        <p:txBody>
          <a:bodyPr lIns="0" rIns="0" anchor="ctr">
            <a:normAutofit/>
          </a:bodyPr>
          <a:lstStyle>
            <a:lvl1pPr marL="0" indent="0" algn="ctr">
              <a:buNone/>
              <a:defRPr sz="1600" b="0">
                <a:latin typeface="Verdana" pitchFamily="2" charset="0"/>
              </a:defRPr>
            </a:lvl1pPr>
            <a:lvl2pPr marL="311150" indent="0">
              <a:buNone/>
              <a:defRPr/>
            </a:lvl2pPr>
            <a:lvl3pPr marL="666750" indent="0">
              <a:buNone/>
              <a:defRPr/>
            </a:lvl3pPr>
            <a:lvl4pPr marL="1028700" indent="0">
              <a:buNone/>
              <a:defRPr/>
            </a:lvl4pPr>
            <a:lvl5pPr marL="1384300" indent="0">
              <a:buNone/>
              <a:defRPr/>
            </a:lvl5pPr>
          </a:lstStyle>
          <a:p>
            <a:pPr lvl="0"/>
            <a:r>
              <a:rPr noProof="0" dirty="0"/>
              <a:t>Click to insert text</a:t>
            </a:r>
          </a:p>
        </p:txBody>
      </p:sp>
      <p:sp>
        <p:nvSpPr>
          <p:cNvPr id="14" name="Espace réservé du texte 6"/>
          <p:cNvSpPr>
            <a:spLocks noGrp="1"/>
          </p:cNvSpPr>
          <p:nvPr>
            <p:ph type="body" sz="quarter" idx="13" hasCustomPrompt="1"/>
          </p:nvPr>
        </p:nvSpPr>
        <p:spPr>
          <a:xfrm>
            <a:off x="7111281" y="1460734"/>
            <a:ext cx="4270082" cy="4270082"/>
          </a:xfrm>
          <a:prstGeom prst="ellipse">
            <a:avLst/>
          </a:prstGeom>
          <a:solidFill>
            <a:schemeClr val="accent3"/>
          </a:solidFill>
        </p:spPr>
        <p:txBody>
          <a:bodyPr lIns="0" rIns="0" anchor="ctr">
            <a:normAutofit/>
          </a:bodyPr>
          <a:lstStyle>
            <a:lvl1pPr marL="0" indent="0" algn="ctr">
              <a:buNone/>
              <a:defRPr sz="1600" b="0"/>
            </a:lvl1pPr>
            <a:lvl2pPr marL="311150" indent="0">
              <a:buNone/>
              <a:defRPr/>
            </a:lvl2pPr>
            <a:lvl3pPr marL="666750" indent="0">
              <a:buNone/>
              <a:defRPr/>
            </a:lvl3pPr>
            <a:lvl4pPr marL="1028700" indent="0">
              <a:buNone/>
              <a:defRPr/>
            </a:lvl4pPr>
            <a:lvl5pPr marL="1384300" indent="0">
              <a:buNone/>
              <a:defRPr/>
            </a:lvl5pPr>
          </a:lstStyle>
          <a:p>
            <a:pPr lvl="0"/>
            <a:r>
              <a:rPr noProof="0" dirty="0"/>
              <a:t>Click to insert text</a:t>
            </a:r>
          </a:p>
        </p:txBody>
      </p:sp>
      <p:sp>
        <p:nvSpPr>
          <p:cNvPr id="18" name="Espace réservé du texte 16"/>
          <p:cNvSpPr>
            <a:spLocks noGrp="1"/>
          </p:cNvSpPr>
          <p:nvPr>
            <p:ph type="body" sz="quarter" idx="14" hasCustomPrompt="1"/>
          </p:nvPr>
        </p:nvSpPr>
        <p:spPr>
          <a:xfrm>
            <a:off x="5080718" y="3123629"/>
            <a:ext cx="2030564" cy="914400"/>
          </a:xfrm>
          <a:prstGeom prst="rect">
            <a:avLst/>
          </a:prstGeom>
        </p:spPr>
        <p:txBody>
          <a:bodyPr anchor="ctr">
            <a:normAutofit/>
          </a:bodyPr>
          <a:lstStyle>
            <a:lvl1pPr marL="0" indent="0" algn="ctr">
              <a:buNone/>
              <a:defRPr sz="2400" b="0">
                <a:solidFill>
                  <a:schemeClr val="tx2"/>
                </a:solidFill>
                <a:latin typeface="Verdana" pitchFamily="2" charset="77"/>
              </a:defRPr>
            </a:lvl1pPr>
          </a:lstStyle>
          <a:p>
            <a:pPr lvl="0"/>
            <a:r>
              <a:rPr noProof="0" dirty="0"/>
              <a:t>Text</a:t>
            </a:r>
          </a:p>
        </p:txBody>
      </p:sp>
      <p:sp>
        <p:nvSpPr>
          <p:cNvPr id="3" name="Text Placeholder 11">
            <a:extLst>
              <a:ext uri="{FF2B5EF4-FFF2-40B4-BE49-F238E27FC236}">
                <a16:creationId xmlns:a16="http://schemas.microsoft.com/office/drawing/2014/main" id="{534A8FDF-3A8F-3EAF-6627-D6AFF02575ED}"/>
              </a:ext>
            </a:extLst>
          </p:cNvPr>
          <p:cNvSpPr>
            <a:spLocks noGrp="1"/>
          </p:cNvSpPr>
          <p:nvPr>
            <p:ph type="body" sz="quarter" idx="1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4" name="Text Placeholder 11">
            <a:extLst>
              <a:ext uri="{FF2B5EF4-FFF2-40B4-BE49-F238E27FC236}">
                <a16:creationId xmlns:a16="http://schemas.microsoft.com/office/drawing/2014/main" id="{5DF46D34-BEF9-6038-4D04-78A55BE2E0CE}"/>
              </a:ext>
            </a:extLst>
          </p:cNvPr>
          <p:cNvSpPr>
            <a:spLocks noGrp="1"/>
          </p:cNvSpPr>
          <p:nvPr>
            <p:ph type="body" sz="quarter" idx="1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5" name="Image 3">
            <a:extLst>
              <a:ext uri="{FF2B5EF4-FFF2-40B4-BE49-F238E27FC236}">
                <a16:creationId xmlns:a16="http://schemas.microsoft.com/office/drawing/2014/main" id="{6B1C2857-67DC-6A8C-862A-E938142AE579}"/>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7" name="Titre 2">
            <a:extLst>
              <a:ext uri="{FF2B5EF4-FFF2-40B4-BE49-F238E27FC236}">
                <a16:creationId xmlns:a16="http://schemas.microsoft.com/office/drawing/2014/main" id="{8658F7F9-AD0C-D86B-0E32-EE078DC667AD}"/>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9B79201E-E6AD-1876-A9EC-97C98A0280AA}"/>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328691745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ircles 2">
    <p:spTree>
      <p:nvGrpSpPr>
        <p:cNvPr id="1" name=""/>
        <p:cNvGrpSpPr/>
        <p:nvPr/>
      </p:nvGrpSpPr>
      <p:grpSpPr>
        <a:xfrm>
          <a:off x="0" y="0"/>
          <a:ext cx="0" cy="0"/>
          <a:chOff x="0" y="0"/>
          <a:chExt cx="0" cy="0"/>
        </a:xfrm>
      </p:grpSpPr>
      <p:sp>
        <p:nvSpPr>
          <p:cNvPr id="14" name="Espace réservé du texte 6"/>
          <p:cNvSpPr>
            <a:spLocks noGrp="1"/>
          </p:cNvSpPr>
          <p:nvPr>
            <p:ph type="body" sz="quarter" idx="13" hasCustomPrompt="1"/>
          </p:nvPr>
        </p:nvSpPr>
        <p:spPr>
          <a:xfrm>
            <a:off x="4053840" y="1621265"/>
            <a:ext cx="4084320" cy="4084320"/>
          </a:xfrm>
          <a:prstGeom prst="ellipse">
            <a:avLst/>
          </a:prstGeom>
          <a:solidFill>
            <a:schemeClr val="tx2"/>
          </a:solidFill>
        </p:spPr>
        <p:txBody>
          <a:bodyPr lIns="0" rIns="0" anchor="ctr">
            <a:normAutofit/>
          </a:bodyPr>
          <a:lstStyle>
            <a:lvl1pPr marL="0" indent="0" algn="ctr">
              <a:buNone/>
              <a:defRPr sz="2400" b="1">
                <a:solidFill>
                  <a:schemeClr val="bg1"/>
                </a:solidFill>
                <a:latin typeface="Verdana" pitchFamily="2" charset="0"/>
              </a:defRPr>
            </a:lvl1pPr>
            <a:lvl2pPr marL="311150" indent="0">
              <a:buNone/>
              <a:defRPr/>
            </a:lvl2pPr>
            <a:lvl3pPr marL="666750" indent="0">
              <a:buNone/>
              <a:defRPr/>
            </a:lvl3pPr>
            <a:lvl4pPr marL="1028700" indent="0">
              <a:buNone/>
              <a:defRPr/>
            </a:lvl4pPr>
            <a:lvl5pPr marL="1384300" indent="0">
              <a:buNone/>
              <a:defRPr/>
            </a:lvl5pPr>
          </a:lstStyle>
          <a:p>
            <a:pPr lvl="0"/>
            <a:r>
              <a:rPr noProof="0" dirty="0"/>
              <a:t>Click to add text</a:t>
            </a:r>
          </a:p>
        </p:txBody>
      </p:sp>
      <p:sp>
        <p:nvSpPr>
          <p:cNvPr id="7" name="Espace réservé pour une image  6"/>
          <p:cNvSpPr>
            <a:spLocks noGrp="1"/>
          </p:cNvSpPr>
          <p:nvPr>
            <p:ph type="pic" sz="quarter" idx="14" hasCustomPrompt="1"/>
          </p:nvPr>
        </p:nvSpPr>
        <p:spPr>
          <a:xfrm>
            <a:off x="3717555" y="3281420"/>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15" name="Espace réservé pour une image  6"/>
          <p:cNvSpPr>
            <a:spLocks noGrp="1"/>
          </p:cNvSpPr>
          <p:nvPr>
            <p:ph type="pic" sz="quarter" idx="15" hasCustomPrompt="1"/>
          </p:nvPr>
        </p:nvSpPr>
        <p:spPr>
          <a:xfrm>
            <a:off x="7710435" y="3281420"/>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17" name="Espace réservé pour une image  6"/>
          <p:cNvSpPr>
            <a:spLocks noGrp="1"/>
          </p:cNvSpPr>
          <p:nvPr>
            <p:ph type="pic" sz="quarter" idx="16" hasCustomPrompt="1"/>
          </p:nvPr>
        </p:nvSpPr>
        <p:spPr>
          <a:xfrm>
            <a:off x="4139753" y="1852452"/>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19" name="Espace réservé pour une image  6"/>
          <p:cNvSpPr>
            <a:spLocks noGrp="1"/>
          </p:cNvSpPr>
          <p:nvPr>
            <p:ph type="pic" sz="quarter" idx="17" hasCustomPrompt="1"/>
          </p:nvPr>
        </p:nvSpPr>
        <p:spPr>
          <a:xfrm>
            <a:off x="4139753" y="4713421"/>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25" name="Espace réservé pour une image  6"/>
          <p:cNvSpPr>
            <a:spLocks noGrp="1"/>
          </p:cNvSpPr>
          <p:nvPr>
            <p:ph type="pic" sz="quarter" idx="18" hasCustomPrompt="1"/>
          </p:nvPr>
        </p:nvSpPr>
        <p:spPr>
          <a:xfrm>
            <a:off x="7288236" y="1852452"/>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26" name="Espace réservé pour une image  6"/>
          <p:cNvSpPr>
            <a:spLocks noGrp="1"/>
          </p:cNvSpPr>
          <p:nvPr>
            <p:ph type="pic" sz="quarter" idx="19" hasCustomPrompt="1"/>
          </p:nvPr>
        </p:nvSpPr>
        <p:spPr>
          <a:xfrm>
            <a:off x="7288236" y="4713421"/>
            <a:ext cx="764010" cy="764010"/>
          </a:xfrm>
          <a:prstGeom prst="ellipse">
            <a:avLst/>
          </a:prstGeom>
          <a:solidFill>
            <a:schemeClr val="bg1">
              <a:lumMod val="95000"/>
            </a:schemeClr>
          </a:solidFill>
        </p:spPr>
        <p:txBody>
          <a:bodyPr>
            <a:normAutofit/>
          </a:bodyPr>
          <a:lstStyle>
            <a:lvl1pPr marL="0" indent="0">
              <a:buNone/>
              <a:defRPr sz="1400">
                <a:noFill/>
              </a:defRPr>
            </a:lvl1pPr>
          </a:lstStyle>
          <a:p>
            <a:r>
              <a:rPr dirty="0"/>
              <a:t>.</a:t>
            </a:r>
          </a:p>
        </p:txBody>
      </p:sp>
      <p:sp>
        <p:nvSpPr>
          <p:cNvPr id="27" name="Espace réservé du texte 26"/>
          <p:cNvSpPr>
            <a:spLocks noGrp="1"/>
          </p:cNvSpPr>
          <p:nvPr>
            <p:ph type="body" sz="quarter" idx="20" hasCustomPrompt="1"/>
          </p:nvPr>
        </p:nvSpPr>
        <p:spPr>
          <a:xfrm>
            <a:off x="566738" y="1860147"/>
            <a:ext cx="3573462" cy="753282"/>
          </a:xfrm>
          <a:prstGeom prst="rect">
            <a:avLst/>
          </a:prstGeom>
        </p:spPr>
        <p:txBody>
          <a:bodyPr anchor="ctr">
            <a:normAutofit/>
          </a:bodyPr>
          <a:lstStyle>
            <a:lvl1pPr marL="0" indent="0" algn="r">
              <a:buNone/>
              <a:defRPr sz="1400">
                <a:solidFill>
                  <a:schemeClr val="accent2"/>
                </a:solidFill>
                <a:latin typeface="Verdana" pitchFamily="2" charset="0"/>
              </a:defRPr>
            </a:lvl1pPr>
          </a:lstStyle>
          <a:p>
            <a:pPr lvl="0"/>
            <a:r>
              <a:rPr noProof="0" dirty="0"/>
              <a:t>Click to add text</a:t>
            </a:r>
          </a:p>
        </p:txBody>
      </p:sp>
      <p:sp>
        <p:nvSpPr>
          <p:cNvPr id="28" name="Espace réservé du texte 26"/>
          <p:cNvSpPr>
            <a:spLocks noGrp="1"/>
          </p:cNvSpPr>
          <p:nvPr>
            <p:ph type="body" sz="quarter" idx="21" hasCustomPrompt="1"/>
          </p:nvPr>
        </p:nvSpPr>
        <p:spPr>
          <a:xfrm>
            <a:off x="566738" y="3278387"/>
            <a:ext cx="3150817" cy="753282"/>
          </a:xfrm>
          <a:prstGeom prst="rect">
            <a:avLst/>
          </a:prstGeom>
        </p:spPr>
        <p:txBody>
          <a:bodyPr anchor="ctr">
            <a:normAutofit/>
          </a:bodyPr>
          <a:lstStyle>
            <a:lvl1pPr marL="0" indent="0" algn="r">
              <a:buNone/>
              <a:defRPr sz="1400">
                <a:solidFill>
                  <a:schemeClr val="accent2"/>
                </a:solidFill>
                <a:latin typeface="Verdana" pitchFamily="2" charset="0"/>
              </a:defRPr>
            </a:lvl1pPr>
          </a:lstStyle>
          <a:p>
            <a:pPr lvl="0"/>
            <a:r>
              <a:rPr noProof="0" dirty="0"/>
              <a:t>Click to add text</a:t>
            </a:r>
          </a:p>
        </p:txBody>
      </p:sp>
      <p:sp>
        <p:nvSpPr>
          <p:cNvPr id="29" name="Espace réservé du texte 26"/>
          <p:cNvSpPr>
            <a:spLocks noGrp="1"/>
          </p:cNvSpPr>
          <p:nvPr>
            <p:ph type="body" sz="quarter" idx="22" hasCustomPrompt="1"/>
          </p:nvPr>
        </p:nvSpPr>
        <p:spPr>
          <a:xfrm>
            <a:off x="566738" y="4724149"/>
            <a:ext cx="3573462" cy="753282"/>
          </a:xfrm>
          <a:prstGeom prst="rect">
            <a:avLst/>
          </a:prstGeom>
        </p:spPr>
        <p:txBody>
          <a:bodyPr anchor="ctr">
            <a:normAutofit/>
          </a:bodyPr>
          <a:lstStyle>
            <a:lvl1pPr marL="0" indent="0" algn="r">
              <a:buNone/>
              <a:defRPr sz="1400">
                <a:solidFill>
                  <a:schemeClr val="accent2"/>
                </a:solidFill>
                <a:latin typeface="Verdana" pitchFamily="2" charset="0"/>
              </a:defRPr>
            </a:lvl1pPr>
          </a:lstStyle>
          <a:p>
            <a:pPr lvl="0"/>
            <a:r>
              <a:rPr noProof="0" dirty="0"/>
              <a:t>Click to add text</a:t>
            </a:r>
          </a:p>
        </p:txBody>
      </p:sp>
      <p:sp>
        <p:nvSpPr>
          <p:cNvPr id="30" name="Espace réservé du texte 26"/>
          <p:cNvSpPr>
            <a:spLocks noGrp="1"/>
          </p:cNvSpPr>
          <p:nvPr>
            <p:ph type="body" sz="quarter" idx="23" hasCustomPrompt="1"/>
          </p:nvPr>
        </p:nvSpPr>
        <p:spPr>
          <a:xfrm>
            <a:off x="8051272" y="1860147"/>
            <a:ext cx="3573462" cy="753282"/>
          </a:xfrm>
          <a:prstGeom prst="rect">
            <a:avLst/>
          </a:prstGeom>
        </p:spPr>
        <p:txBody>
          <a:bodyPr anchor="ctr">
            <a:normAutofit/>
          </a:bodyPr>
          <a:lstStyle>
            <a:lvl1pPr marL="0" indent="0" algn="l">
              <a:buNone/>
              <a:defRPr sz="1400">
                <a:solidFill>
                  <a:schemeClr val="accent2"/>
                </a:solidFill>
                <a:latin typeface="Verdana" pitchFamily="2" charset="0"/>
              </a:defRPr>
            </a:lvl1pPr>
          </a:lstStyle>
          <a:p>
            <a:pPr lvl="0"/>
            <a:r>
              <a:rPr noProof="0" dirty="0"/>
              <a:t>Click to add text</a:t>
            </a:r>
          </a:p>
        </p:txBody>
      </p:sp>
      <p:sp>
        <p:nvSpPr>
          <p:cNvPr id="31" name="Espace réservé du texte 26"/>
          <p:cNvSpPr>
            <a:spLocks noGrp="1"/>
          </p:cNvSpPr>
          <p:nvPr>
            <p:ph type="body" sz="quarter" idx="24" hasCustomPrompt="1"/>
          </p:nvPr>
        </p:nvSpPr>
        <p:spPr>
          <a:xfrm>
            <a:off x="8473917" y="3278387"/>
            <a:ext cx="3150817" cy="753282"/>
          </a:xfrm>
          <a:prstGeom prst="rect">
            <a:avLst/>
          </a:prstGeom>
        </p:spPr>
        <p:txBody>
          <a:bodyPr anchor="ctr">
            <a:normAutofit/>
          </a:bodyPr>
          <a:lstStyle>
            <a:lvl1pPr marL="0" indent="0" algn="l">
              <a:buNone/>
              <a:defRPr sz="1400">
                <a:solidFill>
                  <a:schemeClr val="accent2"/>
                </a:solidFill>
                <a:latin typeface="Verdana" pitchFamily="2" charset="0"/>
              </a:defRPr>
            </a:lvl1pPr>
          </a:lstStyle>
          <a:p>
            <a:pPr lvl="0"/>
            <a:r>
              <a:rPr noProof="0" dirty="0"/>
              <a:t>Click to add text</a:t>
            </a:r>
          </a:p>
        </p:txBody>
      </p:sp>
      <p:sp>
        <p:nvSpPr>
          <p:cNvPr id="32" name="Espace réservé du texte 26"/>
          <p:cNvSpPr>
            <a:spLocks noGrp="1"/>
          </p:cNvSpPr>
          <p:nvPr>
            <p:ph type="body" sz="quarter" idx="25" hasCustomPrompt="1"/>
          </p:nvPr>
        </p:nvSpPr>
        <p:spPr>
          <a:xfrm>
            <a:off x="8051272" y="4724149"/>
            <a:ext cx="3573462" cy="753282"/>
          </a:xfrm>
          <a:prstGeom prst="rect">
            <a:avLst/>
          </a:prstGeom>
        </p:spPr>
        <p:txBody>
          <a:bodyPr anchor="ctr">
            <a:normAutofit/>
          </a:bodyPr>
          <a:lstStyle>
            <a:lvl1pPr marL="0" indent="0" algn="l">
              <a:buNone/>
              <a:defRPr sz="1400">
                <a:solidFill>
                  <a:schemeClr val="accent2"/>
                </a:solidFill>
                <a:latin typeface="Verdana" pitchFamily="2" charset="0"/>
              </a:defRPr>
            </a:lvl1pPr>
          </a:lstStyle>
          <a:p>
            <a:pPr lvl="0"/>
            <a:r>
              <a:rPr noProof="0" dirty="0"/>
              <a:t>Click to add text</a:t>
            </a:r>
          </a:p>
        </p:txBody>
      </p:sp>
      <p:sp>
        <p:nvSpPr>
          <p:cNvPr id="5" name="Text Placeholder 11">
            <a:extLst>
              <a:ext uri="{FF2B5EF4-FFF2-40B4-BE49-F238E27FC236}">
                <a16:creationId xmlns:a16="http://schemas.microsoft.com/office/drawing/2014/main" id="{D159720C-3DB9-2383-B99D-6272E9831A40}"/>
              </a:ext>
            </a:extLst>
          </p:cNvPr>
          <p:cNvSpPr>
            <a:spLocks noGrp="1"/>
          </p:cNvSpPr>
          <p:nvPr>
            <p:ph type="body" sz="quarter" idx="2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9" name="Text Placeholder 11">
            <a:extLst>
              <a:ext uri="{FF2B5EF4-FFF2-40B4-BE49-F238E27FC236}">
                <a16:creationId xmlns:a16="http://schemas.microsoft.com/office/drawing/2014/main" id="{AEC8F420-FADE-7016-D13D-14219609EAAA}"/>
              </a:ext>
            </a:extLst>
          </p:cNvPr>
          <p:cNvSpPr>
            <a:spLocks noGrp="1"/>
          </p:cNvSpPr>
          <p:nvPr>
            <p:ph type="body" sz="quarter" idx="2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3" name="Image 3">
            <a:extLst>
              <a:ext uri="{FF2B5EF4-FFF2-40B4-BE49-F238E27FC236}">
                <a16:creationId xmlns:a16="http://schemas.microsoft.com/office/drawing/2014/main" id="{22D2E6DE-E129-2C60-AE62-3240AD5FFAFA}"/>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6" name="Titre 2">
            <a:extLst>
              <a:ext uri="{FF2B5EF4-FFF2-40B4-BE49-F238E27FC236}">
                <a16:creationId xmlns:a16="http://schemas.microsoft.com/office/drawing/2014/main" id="{51667868-CB24-0ACD-EA61-04319CCE1CF6}"/>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838E43D2-2CC6-E05D-8931-0B5A0379B45C}"/>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413637395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V Template 2024">
    <p:spTree>
      <p:nvGrpSpPr>
        <p:cNvPr id="1" name=""/>
        <p:cNvGrpSpPr/>
        <p:nvPr/>
      </p:nvGrpSpPr>
      <p:grpSpPr>
        <a:xfrm>
          <a:off x="0" y="0"/>
          <a:ext cx="0" cy="0"/>
          <a:chOff x="0" y="0"/>
          <a:chExt cx="0" cy="0"/>
        </a:xfrm>
      </p:grpSpPr>
      <p:sp>
        <p:nvSpPr>
          <p:cNvPr id="7" name="Text Box 6">
            <a:extLst>
              <a:ext uri="{FF2B5EF4-FFF2-40B4-BE49-F238E27FC236}">
                <a16:creationId xmlns:a16="http://schemas.microsoft.com/office/drawing/2014/main" id="{E35C79E2-CD72-37BD-67D7-96ABA1DAA4B4}"/>
              </a:ext>
            </a:extLst>
          </p:cNvPr>
          <p:cNvSpPr txBox="1"/>
          <p:nvPr userDrawn="1"/>
        </p:nvSpPr>
        <p:spPr>
          <a:xfrm>
            <a:off x="9513839" y="4502103"/>
            <a:ext cx="2160000" cy="216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gn="ctr">
              <a:lnSpc>
                <a:spcPct val="100000"/>
              </a:lnSpc>
            </a:pPr>
            <a:r>
              <a:rPr sz="16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Certifications</a:t>
            </a:r>
            <a:endParaRPr sz="1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8" name="Text Box 6">
            <a:extLst>
              <a:ext uri="{FF2B5EF4-FFF2-40B4-BE49-F238E27FC236}">
                <a16:creationId xmlns:a16="http://schemas.microsoft.com/office/drawing/2014/main" id="{2B3FC57B-4CBB-AC39-1C9E-3EE280756F4A}"/>
              </a:ext>
            </a:extLst>
          </p:cNvPr>
          <p:cNvSpPr txBox="1"/>
          <p:nvPr userDrawn="1"/>
        </p:nvSpPr>
        <p:spPr>
          <a:xfrm>
            <a:off x="551384" y="4703321"/>
            <a:ext cx="3600000" cy="360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nSpc>
                <a:spcPct val="107000"/>
              </a:lnSpc>
            </a:pPr>
            <a:r>
              <a:rPr sz="2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Areas of expertise / Skills</a:t>
            </a:r>
            <a:endParaRPr sz="11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9" name="Text Box 6">
            <a:extLst>
              <a:ext uri="{FF2B5EF4-FFF2-40B4-BE49-F238E27FC236}">
                <a16:creationId xmlns:a16="http://schemas.microsoft.com/office/drawing/2014/main" id="{E1D21656-B630-39ED-FE39-4B3C191BF885}"/>
              </a:ext>
            </a:extLst>
          </p:cNvPr>
          <p:cNvSpPr txBox="1"/>
          <p:nvPr userDrawn="1"/>
        </p:nvSpPr>
        <p:spPr>
          <a:xfrm>
            <a:off x="551384" y="1944629"/>
            <a:ext cx="3600000" cy="360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nSpc>
                <a:spcPct val="107000"/>
              </a:lnSpc>
            </a:pPr>
            <a:r>
              <a:rPr sz="2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Key Projects</a:t>
            </a:r>
            <a:endParaRPr sz="11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8825521-5915-64DE-8A0E-4B26110D74C7}"/>
              </a:ext>
            </a:extLst>
          </p:cNvPr>
          <p:cNvSpPr txBox="1"/>
          <p:nvPr userDrawn="1"/>
        </p:nvSpPr>
        <p:spPr>
          <a:xfrm>
            <a:off x="9513839" y="1973372"/>
            <a:ext cx="2160000" cy="246221"/>
          </a:xfrm>
          <a:prstGeom prst="rect">
            <a:avLst/>
          </a:prstGeom>
          <a:noFill/>
        </p:spPr>
        <p:txBody>
          <a:bodyPr wrap="square" lIns="0" tIns="0" rIns="0" bIns="0" rtlCol="0">
            <a:spAutoFit/>
          </a:bodyPr>
          <a:lstStyle/>
          <a:p>
            <a:pPr algn="ctr"/>
            <a:r>
              <a:rPr sz="1600" b="1" cap="small" baseline="0" noProof="0" dirty="0">
                <a:solidFill>
                  <a:schemeClr val="tx1"/>
                </a:solidFill>
                <a:latin typeface="Verdana" pitchFamily="2" charset="0"/>
              </a:rPr>
              <a:t>Languages</a:t>
            </a:r>
            <a:endParaRPr sz="3200" b="1" cap="small" baseline="0" noProof="0" dirty="0">
              <a:solidFill>
                <a:schemeClr val="tx1"/>
              </a:solidFill>
              <a:latin typeface="Verdana" pitchFamily="2" charset="0"/>
            </a:endParaRPr>
          </a:p>
        </p:txBody>
      </p:sp>
      <p:sp>
        <p:nvSpPr>
          <p:cNvPr id="11" name="Text Placeholder 10">
            <a:extLst>
              <a:ext uri="{FF2B5EF4-FFF2-40B4-BE49-F238E27FC236}">
                <a16:creationId xmlns:a16="http://schemas.microsoft.com/office/drawing/2014/main" id="{FBDB01B1-F011-9F58-7C6E-CDB0F7388468}"/>
              </a:ext>
            </a:extLst>
          </p:cNvPr>
          <p:cNvSpPr>
            <a:spLocks noGrp="1"/>
          </p:cNvSpPr>
          <p:nvPr userDrawn="1">
            <p:ph type="body" sz="quarter" idx="16" hasCustomPrompt="1"/>
          </p:nvPr>
        </p:nvSpPr>
        <p:spPr>
          <a:xfrm>
            <a:off x="9513839" y="4762105"/>
            <a:ext cx="2160000" cy="1800000"/>
          </a:xfrm>
          <a:prstGeom prst="rect">
            <a:avLst/>
          </a:prstGeom>
        </p:spPr>
        <p:txBody>
          <a:bodyPr lIns="36000" tIns="36000" rIns="36000" bIns="36000">
            <a:normAutofit/>
          </a:bodyPr>
          <a:lstStyle>
            <a:lvl1pPr marL="0" indent="0" algn="ctr">
              <a:lnSpc>
                <a:spcPct val="100000"/>
              </a:lnSpc>
              <a:spcBef>
                <a:spcPts val="0"/>
              </a:spcBef>
              <a:spcAft>
                <a:spcPts val="1200"/>
              </a:spcAft>
              <a:buNone/>
              <a:defRPr sz="1200">
                <a:solidFill>
                  <a:schemeClr val="accent2"/>
                </a:solidFill>
                <a:latin typeface="Montserrat Light" pitchFamily="2" charset="0"/>
              </a:defRPr>
            </a:lvl1pPr>
            <a:lvl2pPr>
              <a:defRPr>
                <a:solidFill>
                  <a:schemeClr val="bg1"/>
                </a:solidFill>
                <a:latin typeface="Proxima Nova" panose="02000506030000020004" pitchFamily="50" charset="0"/>
              </a:defRPr>
            </a:lvl2pPr>
            <a:lvl3pPr>
              <a:defRPr>
                <a:solidFill>
                  <a:schemeClr val="bg1"/>
                </a:solidFill>
                <a:latin typeface="Proxima Nova" panose="02000506030000020004" pitchFamily="50" charset="0"/>
              </a:defRPr>
            </a:lvl3pPr>
            <a:lvl4pPr>
              <a:defRPr>
                <a:solidFill>
                  <a:schemeClr val="bg1"/>
                </a:solidFill>
                <a:latin typeface="Proxima Nova" panose="02000506030000020004" pitchFamily="50" charset="0"/>
              </a:defRPr>
            </a:lvl4pPr>
            <a:lvl5pPr>
              <a:defRPr>
                <a:solidFill>
                  <a:schemeClr val="bg1"/>
                </a:solidFill>
                <a:latin typeface="Proxima Nova" panose="02000506030000020004" pitchFamily="50" charset="0"/>
              </a:defRPr>
            </a:lvl5pPr>
          </a:lstStyle>
          <a:p>
            <a:pPr lvl="0"/>
            <a:r>
              <a:rPr dirty="0"/>
              <a:t>Certificate (Date)</a:t>
            </a:r>
          </a:p>
          <a:p>
            <a:pPr lvl="0"/>
            <a:r>
              <a:rPr dirty="0"/>
              <a:t>Certificate (Date)</a:t>
            </a:r>
          </a:p>
          <a:p>
            <a:pPr marL="0" marR="0" lvl="0" indent="0" algn="ctr" defTabSz="914400" rtl="0" eaLnBrk="1" fontAlgn="auto" latinLnBrk="0" hangingPunct="1">
              <a:lnSpc>
                <a:spcPct val="100000"/>
              </a:lnSpc>
              <a:spcBef>
                <a:spcPts val="0"/>
              </a:spcBef>
              <a:spcAft>
                <a:spcPts val="600"/>
              </a:spcAft>
              <a:buClr>
                <a:schemeClr val="tx2"/>
              </a:buClr>
              <a:buSzPct val="120000"/>
              <a:buFont typeface="Segoe UI" panose="020B0502040204020203" pitchFamily="34" charset="0"/>
              <a:buNone/>
              <a:tabLst/>
              <a:defRPr/>
            </a:pPr>
            <a:r>
              <a:rPr dirty="0"/>
              <a:t>Certificate (Date)</a:t>
            </a:r>
          </a:p>
        </p:txBody>
      </p:sp>
      <p:sp>
        <p:nvSpPr>
          <p:cNvPr id="14" name="Text Placeholder 13">
            <a:extLst>
              <a:ext uri="{FF2B5EF4-FFF2-40B4-BE49-F238E27FC236}">
                <a16:creationId xmlns:a16="http://schemas.microsoft.com/office/drawing/2014/main" id="{63012BFC-060F-7052-F3F8-91391A499295}"/>
              </a:ext>
            </a:extLst>
          </p:cNvPr>
          <p:cNvSpPr>
            <a:spLocks noGrp="1"/>
          </p:cNvSpPr>
          <p:nvPr userDrawn="1">
            <p:ph type="body" sz="quarter" idx="17" hasCustomPrompt="1"/>
          </p:nvPr>
        </p:nvSpPr>
        <p:spPr>
          <a:xfrm>
            <a:off x="551384" y="3076092"/>
            <a:ext cx="2160000" cy="1620000"/>
          </a:xfrm>
          <a:prstGeom prst="rect">
            <a:avLst/>
          </a:prstGeom>
        </p:spPr>
        <p:txBody>
          <a:bodyPr lIns="18000" tIns="18000" rIns="18000" bIns="18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15" name="Text Placeholder 13">
            <a:extLst>
              <a:ext uri="{FF2B5EF4-FFF2-40B4-BE49-F238E27FC236}">
                <a16:creationId xmlns:a16="http://schemas.microsoft.com/office/drawing/2014/main" id="{084DA5DA-4737-A9CE-4F7D-EA4EDA2564C5}"/>
              </a:ext>
            </a:extLst>
          </p:cNvPr>
          <p:cNvSpPr>
            <a:spLocks noGrp="1"/>
          </p:cNvSpPr>
          <p:nvPr userDrawn="1">
            <p:ph type="body" sz="quarter" idx="18" hasCustomPrompt="1"/>
          </p:nvPr>
        </p:nvSpPr>
        <p:spPr>
          <a:xfrm>
            <a:off x="551384"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33" name="Text Placeholder 13">
            <a:extLst>
              <a:ext uri="{FF2B5EF4-FFF2-40B4-BE49-F238E27FC236}">
                <a16:creationId xmlns:a16="http://schemas.microsoft.com/office/drawing/2014/main" id="{3287C330-4747-0D96-2791-85E1C6947413}"/>
              </a:ext>
            </a:extLst>
          </p:cNvPr>
          <p:cNvSpPr>
            <a:spLocks noGrp="1"/>
          </p:cNvSpPr>
          <p:nvPr userDrawn="1">
            <p:ph type="body" sz="quarter" idx="25" hasCustomPrompt="1"/>
          </p:nvPr>
        </p:nvSpPr>
        <p:spPr>
          <a:xfrm>
            <a:off x="551384" y="5493578"/>
            <a:ext cx="2160000" cy="1260000"/>
          </a:xfrm>
          <a:prstGeom prst="rect">
            <a:avLst/>
          </a:prstGeom>
        </p:spPr>
        <p:txBody>
          <a:bodyPr lIns="36000" tIns="36000" rIns="36000" bIns="36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34" name="Text Placeholder 13">
            <a:extLst>
              <a:ext uri="{FF2B5EF4-FFF2-40B4-BE49-F238E27FC236}">
                <a16:creationId xmlns:a16="http://schemas.microsoft.com/office/drawing/2014/main" id="{03136295-C0FC-297D-3CC2-00029192376D}"/>
              </a:ext>
            </a:extLst>
          </p:cNvPr>
          <p:cNvSpPr>
            <a:spLocks noGrp="1"/>
          </p:cNvSpPr>
          <p:nvPr userDrawn="1">
            <p:ph type="body" sz="quarter" idx="26" hasCustomPrompt="1"/>
          </p:nvPr>
        </p:nvSpPr>
        <p:spPr>
          <a:xfrm>
            <a:off x="551384"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1</a:t>
            </a:r>
          </a:p>
        </p:txBody>
      </p:sp>
      <p:sp>
        <p:nvSpPr>
          <p:cNvPr id="39" name="Text Placeholder 13">
            <a:extLst>
              <a:ext uri="{FF2B5EF4-FFF2-40B4-BE49-F238E27FC236}">
                <a16:creationId xmlns:a16="http://schemas.microsoft.com/office/drawing/2014/main" id="{EB57EAE5-A9F5-472C-3C33-A681CD63DABC}"/>
              </a:ext>
            </a:extLst>
          </p:cNvPr>
          <p:cNvSpPr>
            <a:spLocks noGrp="1"/>
          </p:cNvSpPr>
          <p:nvPr userDrawn="1">
            <p:ph type="body" sz="quarter" idx="27" hasCustomPrompt="1"/>
          </p:nvPr>
        </p:nvSpPr>
        <p:spPr>
          <a:xfrm>
            <a:off x="2774837" y="5493578"/>
            <a:ext cx="2160000" cy="1260000"/>
          </a:xfrm>
          <a:prstGeom prst="rect">
            <a:avLst/>
          </a:prstGeom>
        </p:spPr>
        <p:txBody>
          <a:bodyPr lIns="36000" tIns="36000" rIns="36000" bIns="36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0" name="Text Placeholder 13">
            <a:extLst>
              <a:ext uri="{FF2B5EF4-FFF2-40B4-BE49-F238E27FC236}">
                <a16:creationId xmlns:a16="http://schemas.microsoft.com/office/drawing/2014/main" id="{5B78D032-590F-CA88-0E17-F7E781522441}"/>
              </a:ext>
            </a:extLst>
          </p:cNvPr>
          <p:cNvSpPr>
            <a:spLocks noGrp="1"/>
          </p:cNvSpPr>
          <p:nvPr userDrawn="1">
            <p:ph type="body" sz="quarter" idx="28" hasCustomPrompt="1"/>
          </p:nvPr>
        </p:nvSpPr>
        <p:spPr>
          <a:xfrm>
            <a:off x="2774837"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2</a:t>
            </a:r>
          </a:p>
        </p:txBody>
      </p:sp>
      <p:sp>
        <p:nvSpPr>
          <p:cNvPr id="41" name="Text Placeholder 13">
            <a:extLst>
              <a:ext uri="{FF2B5EF4-FFF2-40B4-BE49-F238E27FC236}">
                <a16:creationId xmlns:a16="http://schemas.microsoft.com/office/drawing/2014/main" id="{3E6E7912-4A98-65B1-808A-BE6122D97E84}"/>
              </a:ext>
            </a:extLst>
          </p:cNvPr>
          <p:cNvSpPr>
            <a:spLocks noGrp="1"/>
          </p:cNvSpPr>
          <p:nvPr userDrawn="1">
            <p:ph type="body" sz="quarter" idx="29" hasCustomPrompt="1"/>
          </p:nvPr>
        </p:nvSpPr>
        <p:spPr>
          <a:xfrm>
            <a:off x="4998290" y="5493578"/>
            <a:ext cx="2160000" cy="1260000"/>
          </a:xfrm>
          <a:prstGeom prst="rect">
            <a:avLst/>
          </a:prstGeom>
        </p:spPr>
        <p:txBody>
          <a:bodyPr lIns="36000" tIns="36000" rIns="36000" bIns="36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2" name="Text Placeholder 13">
            <a:extLst>
              <a:ext uri="{FF2B5EF4-FFF2-40B4-BE49-F238E27FC236}">
                <a16:creationId xmlns:a16="http://schemas.microsoft.com/office/drawing/2014/main" id="{6DA9B9AA-1B69-057A-C3C0-8887E2004D5B}"/>
              </a:ext>
            </a:extLst>
          </p:cNvPr>
          <p:cNvSpPr>
            <a:spLocks noGrp="1"/>
          </p:cNvSpPr>
          <p:nvPr userDrawn="1">
            <p:ph type="body" sz="quarter" idx="30" hasCustomPrompt="1"/>
          </p:nvPr>
        </p:nvSpPr>
        <p:spPr>
          <a:xfrm>
            <a:off x="4998290"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3</a:t>
            </a:r>
          </a:p>
        </p:txBody>
      </p:sp>
      <p:sp>
        <p:nvSpPr>
          <p:cNvPr id="43" name="Text Placeholder 13">
            <a:extLst>
              <a:ext uri="{FF2B5EF4-FFF2-40B4-BE49-F238E27FC236}">
                <a16:creationId xmlns:a16="http://schemas.microsoft.com/office/drawing/2014/main" id="{C35F0407-C88C-27E0-8D52-47F63E337288}"/>
              </a:ext>
            </a:extLst>
          </p:cNvPr>
          <p:cNvSpPr>
            <a:spLocks noGrp="1"/>
          </p:cNvSpPr>
          <p:nvPr userDrawn="1">
            <p:ph type="body" sz="quarter" idx="31" hasCustomPrompt="1"/>
          </p:nvPr>
        </p:nvSpPr>
        <p:spPr>
          <a:xfrm>
            <a:off x="7221743" y="5493578"/>
            <a:ext cx="2160000" cy="1260000"/>
          </a:xfrm>
          <a:prstGeom prst="rect">
            <a:avLst/>
          </a:prstGeom>
        </p:spPr>
        <p:txBody>
          <a:bodyPr lIns="36000" tIns="36000" rIns="36000" bIns="36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4" name="Text Placeholder 13">
            <a:extLst>
              <a:ext uri="{FF2B5EF4-FFF2-40B4-BE49-F238E27FC236}">
                <a16:creationId xmlns:a16="http://schemas.microsoft.com/office/drawing/2014/main" id="{8E5F7948-23B8-3262-4539-E06F61D48AEF}"/>
              </a:ext>
            </a:extLst>
          </p:cNvPr>
          <p:cNvSpPr>
            <a:spLocks noGrp="1"/>
          </p:cNvSpPr>
          <p:nvPr userDrawn="1">
            <p:ph type="body" sz="quarter" idx="32" hasCustomPrompt="1"/>
          </p:nvPr>
        </p:nvSpPr>
        <p:spPr>
          <a:xfrm>
            <a:off x="7221743"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4</a:t>
            </a:r>
          </a:p>
        </p:txBody>
      </p:sp>
      <p:sp>
        <p:nvSpPr>
          <p:cNvPr id="25" name="TextBox 24">
            <a:extLst>
              <a:ext uri="{FF2B5EF4-FFF2-40B4-BE49-F238E27FC236}">
                <a16:creationId xmlns:a16="http://schemas.microsoft.com/office/drawing/2014/main" id="{AD9F284E-A017-3CC3-3C51-5DAB3130A0D9}"/>
              </a:ext>
            </a:extLst>
          </p:cNvPr>
          <p:cNvSpPr txBox="1"/>
          <p:nvPr userDrawn="1"/>
        </p:nvSpPr>
        <p:spPr>
          <a:xfrm>
            <a:off x="11025839" y="6620504"/>
            <a:ext cx="648000" cy="161583"/>
          </a:xfrm>
          <a:prstGeom prst="rect">
            <a:avLst/>
          </a:prstGeom>
          <a:noFill/>
        </p:spPr>
        <p:txBody>
          <a:bodyPr wrap="square" lIns="0" tIns="0" rIns="0" bIns="0" rtlCol="0">
            <a:spAutoFit/>
          </a:bodyPr>
          <a:lstStyle/>
          <a:p>
            <a:pPr algn="r"/>
            <a:r>
              <a:rPr sz="1050" dirty="0">
                <a:solidFill>
                  <a:schemeClr val="accent2"/>
                </a:solidFill>
                <a:effectLst/>
                <a:latin typeface="Proxima Nova" panose="02000506030000020004" pitchFamily="50" charset="0"/>
                <a:ea typeface="Calibri" panose="020F0502020204030204" pitchFamily="34" charset="0"/>
                <a:cs typeface="Times New Roman" panose="02020603050405020304" pitchFamily="18" charset="0"/>
              </a:rPr>
              <a:t>©2024</a:t>
            </a:r>
            <a:endParaRPr sz="1050" dirty="0">
              <a:solidFill>
                <a:schemeClr val="accent2"/>
              </a:solidFill>
            </a:endParaRPr>
          </a:p>
        </p:txBody>
      </p:sp>
      <p:cxnSp>
        <p:nvCxnSpPr>
          <p:cNvPr id="13" name="Straight Connector 12">
            <a:extLst>
              <a:ext uri="{FF2B5EF4-FFF2-40B4-BE49-F238E27FC236}">
                <a16:creationId xmlns:a16="http://schemas.microsoft.com/office/drawing/2014/main" id="{FE6B1E52-133E-E13A-E2E1-D68C094F427C}"/>
              </a:ext>
            </a:extLst>
          </p:cNvPr>
          <p:cNvCxnSpPr>
            <a:cxnSpLocks/>
          </p:cNvCxnSpPr>
          <p:nvPr userDrawn="1"/>
        </p:nvCxnSpPr>
        <p:spPr>
          <a:xfrm>
            <a:off x="9440861" y="2072948"/>
            <a:ext cx="13859" cy="46800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Text Box 6">
            <a:extLst>
              <a:ext uri="{FF2B5EF4-FFF2-40B4-BE49-F238E27FC236}">
                <a16:creationId xmlns:a16="http://schemas.microsoft.com/office/drawing/2014/main" id="{D19D8DE3-B3BC-E8A4-A06B-CD68FB2E4212}"/>
              </a:ext>
            </a:extLst>
          </p:cNvPr>
          <p:cNvSpPr txBox="1"/>
          <p:nvPr userDrawn="1"/>
        </p:nvSpPr>
        <p:spPr>
          <a:xfrm>
            <a:off x="9513839" y="2726724"/>
            <a:ext cx="2160000" cy="216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gn="ctr">
              <a:lnSpc>
                <a:spcPct val="100000"/>
              </a:lnSpc>
            </a:pPr>
            <a:r>
              <a:rPr sz="16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Education</a:t>
            </a:r>
            <a:endParaRPr sz="1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27" name="Text Placeholder 10">
            <a:extLst>
              <a:ext uri="{FF2B5EF4-FFF2-40B4-BE49-F238E27FC236}">
                <a16:creationId xmlns:a16="http://schemas.microsoft.com/office/drawing/2014/main" id="{5F2A5E5B-674F-F0D4-0938-C3F560D7BE12}"/>
              </a:ext>
            </a:extLst>
          </p:cNvPr>
          <p:cNvSpPr>
            <a:spLocks noGrp="1"/>
          </p:cNvSpPr>
          <p:nvPr>
            <p:ph type="body" sz="quarter" idx="38" hasCustomPrompt="1"/>
          </p:nvPr>
        </p:nvSpPr>
        <p:spPr>
          <a:xfrm>
            <a:off x="9513839" y="3002013"/>
            <a:ext cx="2160000" cy="1440000"/>
          </a:xfrm>
          <a:prstGeom prst="rect">
            <a:avLst/>
          </a:prstGeom>
        </p:spPr>
        <p:txBody>
          <a:bodyPr lIns="36000" tIns="36000" rIns="36000" bIns="36000">
            <a:normAutofit/>
          </a:bodyPr>
          <a:lstStyle>
            <a:lvl1pPr marL="0" indent="0" algn="ctr">
              <a:lnSpc>
                <a:spcPct val="100000"/>
              </a:lnSpc>
              <a:spcBef>
                <a:spcPts val="0"/>
              </a:spcBef>
              <a:spcAft>
                <a:spcPts val="1200"/>
              </a:spcAft>
              <a:buNone/>
              <a:defRPr sz="1200">
                <a:solidFill>
                  <a:schemeClr val="accent2"/>
                </a:solidFill>
                <a:latin typeface="Montserrat Light" pitchFamily="2" charset="0"/>
              </a:defRPr>
            </a:lvl1pPr>
            <a:lvl2pPr>
              <a:defRPr>
                <a:solidFill>
                  <a:schemeClr val="bg1"/>
                </a:solidFill>
                <a:latin typeface="Proxima Nova" panose="02000506030000020004" pitchFamily="50" charset="0"/>
              </a:defRPr>
            </a:lvl2pPr>
            <a:lvl3pPr>
              <a:defRPr>
                <a:solidFill>
                  <a:schemeClr val="bg1"/>
                </a:solidFill>
                <a:latin typeface="Proxima Nova" panose="02000506030000020004" pitchFamily="50" charset="0"/>
              </a:defRPr>
            </a:lvl3pPr>
            <a:lvl4pPr>
              <a:defRPr>
                <a:solidFill>
                  <a:schemeClr val="bg1"/>
                </a:solidFill>
                <a:latin typeface="Proxima Nova" panose="02000506030000020004" pitchFamily="50" charset="0"/>
              </a:defRPr>
            </a:lvl4pPr>
            <a:lvl5pPr>
              <a:defRPr>
                <a:solidFill>
                  <a:schemeClr val="bg1"/>
                </a:solidFill>
                <a:latin typeface="Proxima Nova" panose="02000506030000020004" pitchFamily="50" charset="0"/>
              </a:defRPr>
            </a:lvl5pPr>
          </a:lstStyle>
          <a:p>
            <a:pPr lvl="0"/>
            <a:r>
              <a:rPr dirty="0"/>
              <a:t>Diploma in Domain, Location (Year)</a:t>
            </a:r>
          </a:p>
          <a:p>
            <a:pPr lvl="0"/>
            <a:r>
              <a:rPr dirty="0"/>
              <a:t>Diploma in Domain, Location (Year)</a:t>
            </a:r>
          </a:p>
        </p:txBody>
      </p:sp>
      <p:sp>
        <p:nvSpPr>
          <p:cNvPr id="30" name="Text Placeholder 13">
            <a:extLst>
              <a:ext uri="{FF2B5EF4-FFF2-40B4-BE49-F238E27FC236}">
                <a16:creationId xmlns:a16="http://schemas.microsoft.com/office/drawing/2014/main" id="{0F791D29-5F51-A78B-4825-E72C42671FB4}"/>
              </a:ext>
            </a:extLst>
          </p:cNvPr>
          <p:cNvSpPr>
            <a:spLocks noGrp="1"/>
          </p:cNvSpPr>
          <p:nvPr>
            <p:ph type="body" sz="quarter" idx="39" hasCustomPrompt="1"/>
          </p:nvPr>
        </p:nvSpPr>
        <p:spPr>
          <a:xfrm>
            <a:off x="551384"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31" name="Text Placeholder 13">
            <a:extLst>
              <a:ext uri="{FF2B5EF4-FFF2-40B4-BE49-F238E27FC236}">
                <a16:creationId xmlns:a16="http://schemas.microsoft.com/office/drawing/2014/main" id="{AE284D35-491B-2380-8B5F-26B0BDC2A773}"/>
              </a:ext>
            </a:extLst>
          </p:cNvPr>
          <p:cNvSpPr>
            <a:spLocks noGrp="1"/>
          </p:cNvSpPr>
          <p:nvPr>
            <p:ph type="body" sz="quarter" idx="40" hasCustomPrompt="1"/>
          </p:nvPr>
        </p:nvSpPr>
        <p:spPr>
          <a:xfrm>
            <a:off x="7221743" y="3076092"/>
            <a:ext cx="2160000" cy="1620000"/>
          </a:xfrm>
          <a:prstGeom prst="rect">
            <a:avLst/>
          </a:prstGeom>
        </p:spPr>
        <p:txBody>
          <a:bodyPr lIns="18000" tIns="18000" rIns="18000" bIns="18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32" name="Text Placeholder 13">
            <a:extLst>
              <a:ext uri="{FF2B5EF4-FFF2-40B4-BE49-F238E27FC236}">
                <a16:creationId xmlns:a16="http://schemas.microsoft.com/office/drawing/2014/main" id="{7AAB8D8B-D214-EC59-92DD-EC07886E9CE6}"/>
              </a:ext>
            </a:extLst>
          </p:cNvPr>
          <p:cNvSpPr>
            <a:spLocks noGrp="1"/>
          </p:cNvSpPr>
          <p:nvPr>
            <p:ph type="body" sz="quarter" idx="41" hasCustomPrompt="1"/>
          </p:nvPr>
        </p:nvSpPr>
        <p:spPr>
          <a:xfrm>
            <a:off x="7221743"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35" name="Text Placeholder 13">
            <a:extLst>
              <a:ext uri="{FF2B5EF4-FFF2-40B4-BE49-F238E27FC236}">
                <a16:creationId xmlns:a16="http://schemas.microsoft.com/office/drawing/2014/main" id="{2AEB29F5-AFF1-BBC2-944D-747D47236985}"/>
              </a:ext>
            </a:extLst>
          </p:cNvPr>
          <p:cNvSpPr>
            <a:spLocks noGrp="1"/>
          </p:cNvSpPr>
          <p:nvPr>
            <p:ph type="body" sz="quarter" idx="42" hasCustomPrompt="1"/>
          </p:nvPr>
        </p:nvSpPr>
        <p:spPr>
          <a:xfrm>
            <a:off x="7221743"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45" name="Text Placeholder 13">
            <a:extLst>
              <a:ext uri="{FF2B5EF4-FFF2-40B4-BE49-F238E27FC236}">
                <a16:creationId xmlns:a16="http://schemas.microsoft.com/office/drawing/2014/main" id="{93AD5FC4-0EC8-4393-4DE4-39DC0C79D8CA}"/>
              </a:ext>
            </a:extLst>
          </p:cNvPr>
          <p:cNvSpPr>
            <a:spLocks noGrp="1"/>
          </p:cNvSpPr>
          <p:nvPr>
            <p:ph type="body" sz="quarter" idx="43" hasCustomPrompt="1"/>
          </p:nvPr>
        </p:nvSpPr>
        <p:spPr>
          <a:xfrm>
            <a:off x="4998290" y="3076092"/>
            <a:ext cx="2160000" cy="1620000"/>
          </a:xfrm>
          <a:prstGeom prst="rect">
            <a:avLst/>
          </a:prstGeom>
        </p:spPr>
        <p:txBody>
          <a:bodyPr lIns="18000" tIns="18000" rIns="18000" bIns="18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47" name="Text Placeholder 13">
            <a:extLst>
              <a:ext uri="{FF2B5EF4-FFF2-40B4-BE49-F238E27FC236}">
                <a16:creationId xmlns:a16="http://schemas.microsoft.com/office/drawing/2014/main" id="{06F9B3FA-AEB5-A841-63FC-BC005EE5D246}"/>
              </a:ext>
            </a:extLst>
          </p:cNvPr>
          <p:cNvSpPr>
            <a:spLocks noGrp="1"/>
          </p:cNvSpPr>
          <p:nvPr>
            <p:ph type="body" sz="quarter" idx="44" hasCustomPrompt="1"/>
          </p:nvPr>
        </p:nvSpPr>
        <p:spPr>
          <a:xfrm>
            <a:off x="4998290"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48" name="Text Placeholder 13">
            <a:extLst>
              <a:ext uri="{FF2B5EF4-FFF2-40B4-BE49-F238E27FC236}">
                <a16:creationId xmlns:a16="http://schemas.microsoft.com/office/drawing/2014/main" id="{E7AF71F6-7A09-0ABB-46F9-EF1E2A7468DA}"/>
              </a:ext>
            </a:extLst>
          </p:cNvPr>
          <p:cNvSpPr>
            <a:spLocks noGrp="1"/>
          </p:cNvSpPr>
          <p:nvPr>
            <p:ph type="body" sz="quarter" idx="45" hasCustomPrompt="1"/>
          </p:nvPr>
        </p:nvSpPr>
        <p:spPr>
          <a:xfrm>
            <a:off x="4998290"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49" name="Text Placeholder 13">
            <a:extLst>
              <a:ext uri="{FF2B5EF4-FFF2-40B4-BE49-F238E27FC236}">
                <a16:creationId xmlns:a16="http://schemas.microsoft.com/office/drawing/2014/main" id="{40B85DB7-9CBE-A7BD-CF7A-03C20813E67D}"/>
              </a:ext>
            </a:extLst>
          </p:cNvPr>
          <p:cNvSpPr>
            <a:spLocks noGrp="1"/>
          </p:cNvSpPr>
          <p:nvPr>
            <p:ph type="body" sz="quarter" idx="46" hasCustomPrompt="1"/>
          </p:nvPr>
        </p:nvSpPr>
        <p:spPr>
          <a:xfrm>
            <a:off x="2774837" y="3076092"/>
            <a:ext cx="2160000" cy="1620000"/>
          </a:xfrm>
          <a:prstGeom prst="rect">
            <a:avLst/>
          </a:prstGeom>
        </p:spPr>
        <p:txBody>
          <a:bodyPr lIns="18000" tIns="18000" rIns="18000" bIns="18000">
            <a:normAutofit/>
          </a:bodyPr>
          <a:lstStyle>
            <a:lvl1pPr marL="108000" indent="-108000">
              <a:lnSpc>
                <a:spcPct val="100000"/>
              </a:lnSpc>
              <a:spcBef>
                <a:spcPts val="0"/>
              </a:spcBef>
              <a:buSzPct val="100000"/>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50" name="Text Placeholder 13">
            <a:extLst>
              <a:ext uri="{FF2B5EF4-FFF2-40B4-BE49-F238E27FC236}">
                <a16:creationId xmlns:a16="http://schemas.microsoft.com/office/drawing/2014/main" id="{4B7EC795-C466-F81B-3269-C6B8973AEA21}"/>
              </a:ext>
            </a:extLst>
          </p:cNvPr>
          <p:cNvSpPr>
            <a:spLocks noGrp="1"/>
          </p:cNvSpPr>
          <p:nvPr>
            <p:ph type="body" sz="quarter" idx="47" hasCustomPrompt="1"/>
          </p:nvPr>
        </p:nvSpPr>
        <p:spPr>
          <a:xfrm>
            <a:off x="2774837"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51" name="Text Placeholder 13">
            <a:extLst>
              <a:ext uri="{FF2B5EF4-FFF2-40B4-BE49-F238E27FC236}">
                <a16:creationId xmlns:a16="http://schemas.microsoft.com/office/drawing/2014/main" id="{D27E2393-DA61-A9C1-10B2-B2D632D8C03A}"/>
              </a:ext>
            </a:extLst>
          </p:cNvPr>
          <p:cNvSpPr>
            <a:spLocks noGrp="1"/>
          </p:cNvSpPr>
          <p:nvPr>
            <p:ph type="body" sz="quarter" idx="48" hasCustomPrompt="1"/>
          </p:nvPr>
        </p:nvSpPr>
        <p:spPr>
          <a:xfrm>
            <a:off x="2774837"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29" name="Freeform: Shape 28">
            <a:extLst>
              <a:ext uri="{FF2B5EF4-FFF2-40B4-BE49-F238E27FC236}">
                <a16:creationId xmlns:a16="http://schemas.microsoft.com/office/drawing/2014/main" id="{F73C8ADA-E4C6-211F-D095-84D62FE29538}"/>
              </a:ext>
            </a:extLst>
          </p:cNvPr>
          <p:cNvSpPr/>
          <p:nvPr userDrawn="1"/>
        </p:nvSpPr>
        <p:spPr bwMode="auto">
          <a:xfrm flipV="1">
            <a:off x="1663110" y="5054544"/>
            <a:ext cx="2160000" cy="58781"/>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58" name="Freeform: Shape 57">
            <a:extLst>
              <a:ext uri="{FF2B5EF4-FFF2-40B4-BE49-F238E27FC236}">
                <a16:creationId xmlns:a16="http://schemas.microsoft.com/office/drawing/2014/main" id="{E5B7C721-C09C-F02D-79B6-710900305647}"/>
              </a:ext>
            </a:extLst>
          </p:cNvPr>
          <p:cNvSpPr/>
          <p:nvPr userDrawn="1"/>
        </p:nvSpPr>
        <p:spPr bwMode="auto">
          <a:xfrm flipV="1">
            <a:off x="3886562" y="5054544"/>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2" name="Freeform: Shape 61">
            <a:extLst>
              <a:ext uri="{FF2B5EF4-FFF2-40B4-BE49-F238E27FC236}">
                <a16:creationId xmlns:a16="http://schemas.microsoft.com/office/drawing/2014/main" id="{5E41337E-299E-D556-3490-8A7E968ED303}"/>
              </a:ext>
            </a:extLst>
          </p:cNvPr>
          <p:cNvSpPr/>
          <p:nvPr userDrawn="1"/>
        </p:nvSpPr>
        <p:spPr bwMode="auto">
          <a:xfrm flipV="1">
            <a:off x="6110014" y="5054905"/>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4" name="Freeform: Shape 63">
            <a:extLst>
              <a:ext uri="{FF2B5EF4-FFF2-40B4-BE49-F238E27FC236}">
                <a16:creationId xmlns:a16="http://schemas.microsoft.com/office/drawing/2014/main" id="{49E31EB2-043D-630B-0287-927704231AE7}"/>
              </a:ext>
            </a:extLst>
          </p:cNvPr>
          <p:cNvSpPr/>
          <p:nvPr userDrawn="1"/>
        </p:nvSpPr>
        <p:spPr bwMode="auto">
          <a:xfrm flipV="1">
            <a:off x="1663110" y="2293175"/>
            <a:ext cx="2160000" cy="58781"/>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7" name="Freeform: Shape 66">
            <a:extLst>
              <a:ext uri="{FF2B5EF4-FFF2-40B4-BE49-F238E27FC236}">
                <a16:creationId xmlns:a16="http://schemas.microsoft.com/office/drawing/2014/main" id="{5D036F00-DD87-3ADC-74EA-E081FB2E024C}"/>
              </a:ext>
            </a:extLst>
          </p:cNvPr>
          <p:cNvSpPr/>
          <p:nvPr userDrawn="1"/>
        </p:nvSpPr>
        <p:spPr bwMode="auto">
          <a:xfrm flipV="1">
            <a:off x="3886562" y="2293175"/>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9" name="Freeform: Shape 68">
            <a:extLst>
              <a:ext uri="{FF2B5EF4-FFF2-40B4-BE49-F238E27FC236}">
                <a16:creationId xmlns:a16="http://schemas.microsoft.com/office/drawing/2014/main" id="{00131AFF-0119-640D-2B62-61ABF2472D88}"/>
              </a:ext>
            </a:extLst>
          </p:cNvPr>
          <p:cNvSpPr/>
          <p:nvPr userDrawn="1"/>
        </p:nvSpPr>
        <p:spPr bwMode="auto">
          <a:xfrm flipV="1">
            <a:off x="6110014" y="2293536"/>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36" name="Titre 1"/>
          <p:cNvSpPr>
            <a:spLocks noGrp="1"/>
          </p:cNvSpPr>
          <p:nvPr>
            <p:ph type="title" hasCustomPrompt="1"/>
          </p:nvPr>
        </p:nvSpPr>
        <p:spPr>
          <a:xfrm>
            <a:off x="2313839" y="679647"/>
            <a:ext cx="9360000" cy="360000"/>
          </a:xfrm>
          <a:prstGeom prst="rect">
            <a:avLst/>
          </a:prstGeom>
        </p:spPr>
        <p:txBody>
          <a:bodyPr lIns="0" tIns="0" rIns="0" bIns="0" anchor="ctr">
            <a:normAutofit/>
          </a:bodyPr>
          <a:lstStyle>
            <a:lvl1pPr algn="l">
              <a:defRPr sz="2000">
                <a:solidFill>
                  <a:schemeClr val="accent2"/>
                </a:solidFill>
                <a:latin typeface="Montserrat Light" pitchFamily="2" charset="0"/>
                <a:ea typeface="Verdana" panose="020B0604030504040204" pitchFamily="34" charset="0"/>
              </a:defRPr>
            </a:lvl1pPr>
          </a:lstStyle>
          <a:p>
            <a:pPr algn="l"/>
            <a:r>
              <a:rPr dirty="0"/>
              <a:t>Role</a:t>
            </a:r>
          </a:p>
        </p:txBody>
      </p:sp>
      <p:sp>
        <p:nvSpPr>
          <p:cNvPr id="37" name="Espace réservé du texte 7"/>
          <p:cNvSpPr>
            <a:spLocks noGrp="1"/>
          </p:cNvSpPr>
          <p:nvPr>
            <p:ph type="body" sz="quarter" idx="13" hasCustomPrompt="1"/>
          </p:nvPr>
        </p:nvSpPr>
        <p:spPr>
          <a:xfrm>
            <a:off x="2313838" y="282833"/>
            <a:ext cx="9359999" cy="360000"/>
          </a:xfrm>
          <a:prstGeom prst="rect">
            <a:avLst/>
          </a:prstGeom>
        </p:spPr>
        <p:txBody>
          <a:bodyPr wrap="square" lIns="0" tIns="0" rIns="0" bIns="0" anchor="ctr">
            <a:normAutofit/>
          </a:bodyPr>
          <a:lstStyle>
            <a:lvl1pPr marL="0" indent="0" algn="l">
              <a:buNone/>
              <a:defRPr sz="2400" b="1">
                <a:solidFill>
                  <a:schemeClr val="accent2"/>
                </a:solidFill>
                <a:latin typeface="Verdana" pitchFamily="2" charset="0"/>
                <a:ea typeface="Verdana" panose="020B0604030504040204" pitchFamily="34" charset="0"/>
              </a:defRPr>
            </a:lvl1pPr>
          </a:lstStyle>
          <a:p>
            <a:pPr lvl="0"/>
            <a:r>
              <a:rPr dirty="0" err="1"/>
              <a:t>Firstname</a:t>
            </a:r>
            <a:r>
              <a:rPr dirty="0"/>
              <a:t> LASTNAME</a:t>
            </a:r>
          </a:p>
        </p:txBody>
      </p:sp>
      <p:sp>
        <p:nvSpPr>
          <p:cNvPr id="6" name="Text Placeholder 5">
            <a:extLst>
              <a:ext uri="{FF2B5EF4-FFF2-40B4-BE49-F238E27FC236}">
                <a16:creationId xmlns:a16="http://schemas.microsoft.com/office/drawing/2014/main" id="{E82CC739-012E-3ADE-B9EC-7501EA44A58A}"/>
              </a:ext>
            </a:extLst>
          </p:cNvPr>
          <p:cNvSpPr>
            <a:spLocks noGrp="1"/>
          </p:cNvSpPr>
          <p:nvPr userDrawn="1">
            <p:ph type="body" sz="quarter" idx="15" hasCustomPrompt="1"/>
          </p:nvPr>
        </p:nvSpPr>
        <p:spPr>
          <a:xfrm>
            <a:off x="2313839" y="1149762"/>
            <a:ext cx="9360000" cy="720000"/>
          </a:xfrm>
          <a:prstGeom prst="rect">
            <a:avLst/>
          </a:prstGeom>
        </p:spPr>
        <p:txBody>
          <a:bodyPr lIns="0" tIns="18000" rIns="0" bIns="18000">
            <a:normAutofit/>
          </a:bodyPr>
          <a:lstStyle>
            <a:lvl1pPr marL="0" indent="0">
              <a:buNone/>
              <a:defRPr sz="1200">
                <a:latin typeface="Verdana" pitchFamily="2" charset="0"/>
              </a:defRPr>
            </a:lvl1pPr>
            <a:lvl2pPr marL="368300" indent="0">
              <a:buNone/>
              <a:defRPr/>
            </a:lvl2pPr>
            <a:lvl3pPr marL="606425" indent="0">
              <a:buNone/>
              <a:defRPr/>
            </a:lvl3pPr>
            <a:lvl4pPr marL="1116013" indent="0">
              <a:buNone/>
              <a:defRPr/>
            </a:lvl4pPr>
            <a:lvl5pPr marL="1384300" indent="0">
              <a:buNone/>
              <a:defRPr/>
            </a:lvl5pPr>
          </a:lstStyle>
          <a:p>
            <a:pPr lvl="0"/>
            <a:r>
              <a:rPr dirty="0"/>
              <a:t>Summary</a:t>
            </a:r>
          </a:p>
        </p:txBody>
      </p:sp>
      <p:pic>
        <p:nvPicPr>
          <p:cNvPr id="70" name="Image 1">
            <a:extLst>
              <a:ext uri="{FF2B5EF4-FFF2-40B4-BE49-F238E27FC236}">
                <a16:creationId xmlns:a16="http://schemas.microsoft.com/office/drawing/2014/main" id="{B70E76A0-E50A-877C-E767-0C26CFA4810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8" name="Oval 27">
            <a:extLst>
              <a:ext uri="{FF2B5EF4-FFF2-40B4-BE49-F238E27FC236}">
                <a16:creationId xmlns:a16="http://schemas.microsoft.com/office/drawing/2014/main" id="{F71B9326-0D85-E36A-BEC6-E5196BE8B3F4}"/>
              </a:ext>
            </a:extLst>
          </p:cNvPr>
          <p:cNvSpPr/>
          <p:nvPr userDrawn="1"/>
        </p:nvSpPr>
        <p:spPr bwMode="auto">
          <a:xfrm>
            <a:off x="1567250" y="5015133"/>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52" name="Oval 51">
            <a:extLst>
              <a:ext uri="{FF2B5EF4-FFF2-40B4-BE49-F238E27FC236}">
                <a16:creationId xmlns:a16="http://schemas.microsoft.com/office/drawing/2014/main" id="{28C10ADE-F6F5-3B36-B76D-5FC638895462}"/>
              </a:ext>
            </a:extLst>
          </p:cNvPr>
          <p:cNvSpPr/>
          <p:nvPr userDrawn="1"/>
        </p:nvSpPr>
        <p:spPr bwMode="auto">
          <a:xfrm>
            <a:off x="3790703" y="5021765"/>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53" name="Oval 52">
            <a:extLst>
              <a:ext uri="{FF2B5EF4-FFF2-40B4-BE49-F238E27FC236}">
                <a16:creationId xmlns:a16="http://schemas.microsoft.com/office/drawing/2014/main" id="{3A870F33-9606-331E-7BA7-8830D4E29500}"/>
              </a:ext>
            </a:extLst>
          </p:cNvPr>
          <p:cNvSpPr/>
          <p:nvPr userDrawn="1"/>
        </p:nvSpPr>
        <p:spPr bwMode="auto">
          <a:xfrm>
            <a:off x="6014156" y="5011120"/>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1" name="Oval 60">
            <a:extLst>
              <a:ext uri="{FF2B5EF4-FFF2-40B4-BE49-F238E27FC236}">
                <a16:creationId xmlns:a16="http://schemas.microsoft.com/office/drawing/2014/main" id="{7B609DAF-278D-CBD4-105D-4883F8477538}"/>
              </a:ext>
            </a:extLst>
          </p:cNvPr>
          <p:cNvSpPr/>
          <p:nvPr userDrawn="1"/>
        </p:nvSpPr>
        <p:spPr bwMode="auto">
          <a:xfrm>
            <a:off x="8237609" y="5018170"/>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3" name="Oval 62">
            <a:extLst>
              <a:ext uri="{FF2B5EF4-FFF2-40B4-BE49-F238E27FC236}">
                <a16:creationId xmlns:a16="http://schemas.microsoft.com/office/drawing/2014/main" id="{09E99C66-483D-A14D-38A5-F6B7BE5AF7D0}"/>
              </a:ext>
            </a:extLst>
          </p:cNvPr>
          <p:cNvSpPr/>
          <p:nvPr userDrawn="1"/>
        </p:nvSpPr>
        <p:spPr bwMode="auto">
          <a:xfrm>
            <a:off x="1567250" y="2253764"/>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5" name="Oval 64">
            <a:extLst>
              <a:ext uri="{FF2B5EF4-FFF2-40B4-BE49-F238E27FC236}">
                <a16:creationId xmlns:a16="http://schemas.microsoft.com/office/drawing/2014/main" id="{109EA216-CCFD-CA95-876D-111FF21C1C0C}"/>
              </a:ext>
            </a:extLst>
          </p:cNvPr>
          <p:cNvSpPr/>
          <p:nvPr userDrawn="1"/>
        </p:nvSpPr>
        <p:spPr bwMode="auto">
          <a:xfrm>
            <a:off x="3790702" y="2260396"/>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6" name="Oval 65">
            <a:extLst>
              <a:ext uri="{FF2B5EF4-FFF2-40B4-BE49-F238E27FC236}">
                <a16:creationId xmlns:a16="http://schemas.microsoft.com/office/drawing/2014/main" id="{B19488B5-CE9B-13D8-40B9-C4AA28C8424C}"/>
              </a:ext>
            </a:extLst>
          </p:cNvPr>
          <p:cNvSpPr/>
          <p:nvPr userDrawn="1"/>
        </p:nvSpPr>
        <p:spPr bwMode="auto">
          <a:xfrm>
            <a:off x="6014154" y="2249751"/>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8" name="Oval 67">
            <a:extLst>
              <a:ext uri="{FF2B5EF4-FFF2-40B4-BE49-F238E27FC236}">
                <a16:creationId xmlns:a16="http://schemas.microsoft.com/office/drawing/2014/main" id="{1F14F21A-71ED-7A88-A7B8-4D577A0D9481}"/>
              </a:ext>
            </a:extLst>
          </p:cNvPr>
          <p:cNvSpPr/>
          <p:nvPr userDrawn="1"/>
        </p:nvSpPr>
        <p:spPr bwMode="auto">
          <a:xfrm>
            <a:off x="8237609" y="2256801"/>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2" name="Ellipse 24">
            <a:extLst>
              <a:ext uri="{FF2B5EF4-FFF2-40B4-BE49-F238E27FC236}">
                <a16:creationId xmlns:a16="http://schemas.microsoft.com/office/drawing/2014/main" id="{70A5567C-381F-02A1-F688-A662C7B6DFA9}"/>
              </a:ext>
            </a:extLst>
          </p:cNvPr>
          <p:cNvSpPr/>
          <p:nvPr userDrawn="1"/>
        </p:nvSpPr>
        <p:spPr>
          <a:xfrm>
            <a:off x="551384" y="319647"/>
            <a:ext cx="1440000" cy="1440000"/>
          </a:xfrm>
          <a:prstGeom prst="ellipse">
            <a:avLst/>
          </a:prstGeom>
          <a:solidFill>
            <a:schemeClr val="bg1"/>
          </a:solidFill>
          <a:ln w="25400">
            <a:solidFill>
              <a:srgbClr val="E236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Picture Placeholder 4">
            <a:extLst>
              <a:ext uri="{FF2B5EF4-FFF2-40B4-BE49-F238E27FC236}">
                <a16:creationId xmlns:a16="http://schemas.microsoft.com/office/drawing/2014/main" id="{BD8FCE68-29BC-2C93-1272-8E1BB180DB64}"/>
              </a:ext>
            </a:extLst>
          </p:cNvPr>
          <p:cNvSpPr>
            <a:spLocks noGrp="1"/>
          </p:cNvSpPr>
          <p:nvPr>
            <p:ph type="pic" sz="quarter" idx="49" hasCustomPrompt="1"/>
          </p:nvPr>
        </p:nvSpPr>
        <p:spPr>
          <a:xfrm>
            <a:off x="641384" y="409647"/>
            <a:ext cx="1260000" cy="1260000"/>
          </a:xfrm>
          <a:prstGeom prst="ellipse">
            <a:avLst/>
          </a:prstGeom>
          <a:solidFill>
            <a:srgbClr val="E23615"/>
          </a:solidFill>
          <a:ln w="76200">
            <a:solidFill>
              <a:schemeClr val="bg1"/>
            </a:solidFill>
          </a:ln>
        </p:spPr>
        <p:txBody>
          <a:bodyPr lIns="0" tIns="0" rIns="0" bIns="0" anchor="ctr"/>
          <a:lstStyle>
            <a:lvl1pPr marL="0" indent="0" algn="ctr">
              <a:buNone/>
              <a:defRPr sz="1800">
                <a:solidFill>
                  <a:schemeClr val="bg1"/>
                </a:solidFill>
                <a:latin typeface="Montserrat Light" pitchFamily="2" charset="0"/>
              </a:defRPr>
            </a:lvl1pPr>
          </a:lstStyle>
          <a:p>
            <a:r>
              <a:rPr dirty="0"/>
              <a:t>Picture</a:t>
            </a:r>
          </a:p>
        </p:txBody>
      </p:sp>
      <p:sp>
        <p:nvSpPr>
          <p:cNvPr id="22" name="Text Placeholder 21">
            <a:extLst>
              <a:ext uri="{FF2B5EF4-FFF2-40B4-BE49-F238E27FC236}">
                <a16:creationId xmlns:a16="http://schemas.microsoft.com/office/drawing/2014/main" id="{DEE94557-EE09-ADCA-C48D-FB4C58576BF4}"/>
              </a:ext>
            </a:extLst>
          </p:cNvPr>
          <p:cNvSpPr>
            <a:spLocks noGrp="1"/>
          </p:cNvSpPr>
          <p:nvPr>
            <p:ph type="body" sz="quarter" idx="50" hasCustomPrompt="1"/>
          </p:nvPr>
        </p:nvSpPr>
        <p:spPr>
          <a:xfrm>
            <a:off x="9963876" y="2308586"/>
            <a:ext cx="383200" cy="246221"/>
          </a:xfrm>
          <a:prstGeom prst="rect">
            <a:avLst/>
          </a:prstGeom>
        </p:spPr>
        <p:txBody>
          <a:bodyPr/>
          <a:lstStyle>
            <a:lvl1pPr marL="0" indent="0" algn="ctr">
              <a:buNone/>
              <a:defRPr sz="1200"/>
            </a:lvl1pPr>
          </a:lstStyle>
          <a:p>
            <a:pPr lvl="0"/>
            <a:r>
              <a:rPr dirty="0"/>
              <a:t>EN</a:t>
            </a:r>
          </a:p>
        </p:txBody>
      </p:sp>
      <p:sp>
        <p:nvSpPr>
          <p:cNvPr id="38" name="Text Placeholder 21">
            <a:extLst>
              <a:ext uri="{FF2B5EF4-FFF2-40B4-BE49-F238E27FC236}">
                <a16:creationId xmlns:a16="http://schemas.microsoft.com/office/drawing/2014/main" id="{E9FFF984-4874-C653-AA3E-0E061CF14B22}"/>
              </a:ext>
            </a:extLst>
          </p:cNvPr>
          <p:cNvSpPr>
            <a:spLocks noGrp="1"/>
          </p:cNvSpPr>
          <p:nvPr>
            <p:ph type="body" sz="quarter" idx="51" hasCustomPrompt="1"/>
          </p:nvPr>
        </p:nvSpPr>
        <p:spPr>
          <a:xfrm>
            <a:off x="10401931" y="2312777"/>
            <a:ext cx="383200" cy="246221"/>
          </a:xfrm>
          <a:prstGeom prst="rect">
            <a:avLst/>
          </a:prstGeom>
        </p:spPr>
        <p:txBody>
          <a:bodyPr/>
          <a:lstStyle>
            <a:lvl1pPr marL="0" indent="0" algn="ctr">
              <a:buNone/>
              <a:defRPr sz="1200"/>
            </a:lvl1pPr>
          </a:lstStyle>
          <a:p>
            <a:pPr lvl="0"/>
            <a:r>
              <a:rPr dirty="0"/>
              <a:t>FR</a:t>
            </a:r>
          </a:p>
        </p:txBody>
      </p:sp>
      <p:sp>
        <p:nvSpPr>
          <p:cNvPr id="46" name="Text Placeholder 21">
            <a:extLst>
              <a:ext uri="{FF2B5EF4-FFF2-40B4-BE49-F238E27FC236}">
                <a16:creationId xmlns:a16="http://schemas.microsoft.com/office/drawing/2014/main" id="{7FE7E05D-0F02-4755-039A-ADFE36AB0160}"/>
              </a:ext>
            </a:extLst>
          </p:cNvPr>
          <p:cNvSpPr>
            <a:spLocks noGrp="1"/>
          </p:cNvSpPr>
          <p:nvPr>
            <p:ph type="body" sz="quarter" idx="52" hasCustomPrompt="1"/>
          </p:nvPr>
        </p:nvSpPr>
        <p:spPr>
          <a:xfrm>
            <a:off x="10837182" y="2311797"/>
            <a:ext cx="383200" cy="246221"/>
          </a:xfrm>
          <a:prstGeom prst="rect">
            <a:avLst/>
          </a:prstGeom>
        </p:spPr>
        <p:txBody>
          <a:bodyPr/>
          <a:lstStyle>
            <a:lvl1pPr marL="0" indent="0" algn="ctr">
              <a:buNone/>
              <a:defRPr sz="1200"/>
            </a:lvl1pPr>
          </a:lstStyle>
          <a:p>
            <a:pPr lvl="0"/>
            <a:r>
              <a:rPr dirty="0"/>
              <a:t>DE</a:t>
            </a:r>
          </a:p>
        </p:txBody>
      </p:sp>
    </p:spTree>
    <p:extLst>
      <p:ext uri="{BB962C8B-B14F-4D97-AF65-F5344CB8AC3E}">
        <p14:creationId xmlns:p14="http://schemas.microsoft.com/office/powerpoint/2010/main" val="7429781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V Template 2024 V2">
    <p:spTree>
      <p:nvGrpSpPr>
        <p:cNvPr id="1" name=""/>
        <p:cNvGrpSpPr/>
        <p:nvPr/>
      </p:nvGrpSpPr>
      <p:grpSpPr>
        <a:xfrm>
          <a:off x="0" y="0"/>
          <a:ext cx="0" cy="0"/>
          <a:chOff x="0" y="0"/>
          <a:chExt cx="0" cy="0"/>
        </a:xfrm>
      </p:grpSpPr>
      <p:sp>
        <p:nvSpPr>
          <p:cNvPr id="7" name="Text Box 6">
            <a:extLst>
              <a:ext uri="{FF2B5EF4-FFF2-40B4-BE49-F238E27FC236}">
                <a16:creationId xmlns:a16="http://schemas.microsoft.com/office/drawing/2014/main" id="{E35C79E2-CD72-37BD-67D7-96ABA1DAA4B4}"/>
              </a:ext>
            </a:extLst>
          </p:cNvPr>
          <p:cNvSpPr txBox="1"/>
          <p:nvPr userDrawn="1"/>
        </p:nvSpPr>
        <p:spPr>
          <a:xfrm>
            <a:off x="9513839" y="4502103"/>
            <a:ext cx="2160000" cy="216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gn="ctr">
              <a:lnSpc>
                <a:spcPct val="100000"/>
              </a:lnSpc>
            </a:pPr>
            <a:r>
              <a:rPr sz="16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Certifications</a:t>
            </a:r>
            <a:endParaRPr sz="1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8" name="Text Box 6">
            <a:extLst>
              <a:ext uri="{FF2B5EF4-FFF2-40B4-BE49-F238E27FC236}">
                <a16:creationId xmlns:a16="http://schemas.microsoft.com/office/drawing/2014/main" id="{2B3FC57B-4CBB-AC39-1C9E-3EE280756F4A}"/>
              </a:ext>
            </a:extLst>
          </p:cNvPr>
          <p:cNvSpPr txBox="1"/>
          <p:nvPr userDrawn="1"/>
        </p:nvSpPr>
        <p:spPr>
          <a:xfrm>
            <a:off x="551384" y="4703321"/>
            <a:ext cx="3600000" cy="360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nSpc>
                <a:spcPct val="107000"/>
              </a:lnSpc>
            </a:pPr>
            <a:r>
              <a:rPr sz="2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Areas of expertise / Skills</a:t>
            </a:r>
            <a:endParaRPr sz="11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9" name="Text Box 6">
            <a:extLst>
              <a:ext uri="{FF2B5EF4-FFF2-40B4-BE49-F238E27FC236}">
                <a16:creationId xmlns:a16="http://schemas.microsoft.com/office/drawing/2014/main" id="{E1D21656-B630-39ED-FE39-4B3C191BF885}"/>
              </a:ext>
            </a:extLst>
          </p:cNvPr>
          <p:cNvSpPr txBox="1"/>
          <p:nvPr userDrawn="1"/>
        </p:nvSpPr>
        <p:spPr>
          <a:xfrm>
            <a:off x="551384" y="1944629"/>
            <a:ext cx="3600000" cy="360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nSpc>
                <a:spcPct val="107000"/>
              </a:lnSpc>
            </a:pPr>
            <a:r>
              <a:rPr sz="2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Key Projects</a:t>
            </a:r>
            <a:endParaRPr sz="11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8825521-5915-64DE-8A0E-4B26110D74C7}"/>
              </a:ext>
            </a:extLst>
          </p:cNvPr>
          <p:cNvSpPr txBox="1"/>
          <p:nvPr userDrawn="1"/>
        </p:nvSpPr>
        <p:spPr>
          <a:xfrm>
            <a:off x="9513839" y="1973372"/>
            <a:ext cx="2160000" cy="246221"/>
          </a:xfrm>
          <a:prstGeom prst="rect">
            <a:avLst/>
          </a:prstGeom>
          <a:noFill/>
        </p:spPr>
        <p:txBody>
          <a:bodyPr wrap="square" lIns="0" tIns="0" rIns="0" bIns="0" rtlCol="0">
            <a:spAutoFit/>
          </a:bodyPr>
          <a:lstStyle/>
          <a:p>
            <a:pPr algn="ctr"/>
            <a:r>
              <a:rPr sz="1600" b="1" cap="small" baseline="0" noProof="0" dirty="0">
                <a:solidFill>
                  <a:schemeClr val="tx1"/>
                </a:solidFill>
                <a:latin typeface="Verdana" pitchFamily="2" charset="0"/>
              </a:rPr>
              <a:t>Languages</a:t>
            </a:r>
            <a:endParaRPr sz="3200" b="1" cap="small" baseline="0" noProof="0" dirty="0">
              <a:solidFill>
                <a:schemeClr val="tx1"/>
              </a:solidFill>
              <a:latin typeface="Verdana" pitchFamily="2" charset="0"/>
            </a:endParaRPr>
          </a:p>
        </p:txBody>
      </p:sp>
      <p:sp>
        <p:nvSpPr>
          <p:cNvPr id="11" name="Text Placeholder 10">
            <a:extLst>
              <a:ext uri="{FF2B5EF4-FFF2-40B4-BE49-F238E27FC236}">
                <a16:creationId xmlns:a16="http://schemas.microsoft.com/office/drawing/2014/main" id="{FBDB01B1-F011-9F58-7C6E-CDB0F7388468}"/>
              </a:ext>
            </a:extLst>
          </p:cNvPr>
          <p:cNvSpPr>
            <a:spLocks noGrp="1"/>
          </p:cNvSpPr>
          <p:nvPr userDrawn="1">
            <p:ph type="body" sz="quarter" idx="16" hasCustomPrompt="1"/>
          </p:nvPr>
        </p:nvSpPr>
        <p:spPr>
          <a:xfrm>
            <a:off x="9513839" y="4762105"/>
            <a:ext cx="2160000" cy="1800000"/>
          </a:xfrm>
          <a:prstGeom prst="rect">
            <a:avLst/>
          </a:prstGeom>
        </p:spPr>
        <p:txBody>
          <a:bodyPr lIns="36000" tIns="36000" rIns="36000" bIns="36000">
            <a:normAutofit/>
          </a:bodyPr>
          <a:lstStyle>
            <a:lvl1pPr marL="0" indent="0" algn="ctr">
              <a:lnSpc>
                <a:spcPct val="100000"/>
              </a:lnSpc>
              <a:spcBef>
                <a:spcPts val="0"/>
              </a:spcBef>
              <a:spcAft>
                <a:spcPts val="1200"/>
              </a:spcAft>
              <a:buNone/>
              <a:defRPr sz="1200">
                <a:solidFill>
                  <a:schemeClr val="accent2"/>
                </a:solidFill>
                <a:latin typeface="Montserrat Light" pitchFamily="2" charset="0"/>
              </a:defRPr>
            </a:lvl1pPr>
            <a:lvl2pPr>
              <a:defRPr>
                <a:solidFill>
                  <a:schemeClr val="bg1"/>
                </a:solidFill>
                <a:latin typeface="Proxima Nova" panose="02000506030000020004" pitchFamily="50" charset="0"/>
              </a:defRPr>
            </a:lvl2pPr>
            <a:lvl3pPr>
              <a:defRPr>
                <a:solidFill>
                  <a:schemeClr val="bg1"/>
                </a:solidFill>
                <a:latin typeface="Proxima Nova" panose="02000506030000020004" pitchFamily="50" charset="0"/>
              </a:defRPr>
            </a:lvl3pPr>
            <a:lvl4pPr>
              <a:defRPr>
                <a:solidFill>
                  <a:schemeClr val="bg1"/>
                </a:solidFill>
                <a:latin typeface="Proxima Nova" panose="02000506030000020004" pitchFamily="50" charset="0"/>
              </a:defRPr>
            </a:lvl4pPr>
            <a:lvl5pPr>
              <a:defRPr>
                <a:solidFill>
                  <a:schemeClr val="bg1"/>
                </a:solidFill>
                <a:latin typeface="Proxima Nova" panose="02000506030000020004" pitchFamily="50" charset="0"/>
              </a:defRPr>
            </a:lvl5pPr>
          </a:lstStyle>
          <a:p>
            <a:pPr lvl="0"/>
            <a:r>
              <a:rPr dirty="0"/>
              <a:t>Certificate (Date)</a:t>
            </a:r>
          </a:p>
          <a:p>
            <a:pPr lvl="0"/>
            <a:r>
              <a:rPr dirty="0"/>
              <a:t>Certificate (Date)</a:t>
            </a:r>
          </a:p>
          <a:p>
            <a:pPr marL="0" marR="0" lvl="0" indent="0" algn="ctr" defTabSz="914400" rtl="0" eaLnBrk="1" fontAlgn="auto" latinLnBrk="0" hangingPunct="1">
              <a:lnSpc>
                <a:spcPct val="100000"/>
              </a:lnSpc>
              <a:spcBef>
                <a:spcPts val="0"/>
              </a:spcBef>
              <a:spcAft>
                <a:spcPts val="600"/>
              </a:spcAft>
              <a:buClr>
                <a:schemeClr val="tx2"/>
              </a:buClr>
              <a:buSzPct val="120000"/>
              <a:buFont typeface="Segoe UI" panose="020B0502040204020203" pitchFamily="34" charset="0"/>
              <a:buNone/>
              <a:tabLst/>
              <a:defRPr/>
            </a:pPr>
            <a:r>
              <a:rPr dirty="0"/>
              <a:t>Certificate (Date)</a:t>
            </a:r>
          </a:p>
        </p:txBody>
      </p:sp>
      <p:sp>
        <p:nvSpPr>
          <p:cNvPr id="14" name="Text Placeholder 13">
            <a:extLst>
              <a:ext uri="{FF2B5EF4-FFF2-40B4-BE49-F238E27FC236}">
                <a16:creationId xmlns:a16="http://schemas.microsoft.com/office/drawing/2014/main" id="{63012BFC-060F-7052-F3F8-91391A499295}"/>
              </a:ext>
            </a:extLst>
          </p:cNvPr>
          <p:cNvSpPr>
            <a:spLocks noGrp="1"/>
          </p:cNvSpPr>
          <p:nvPr userDrawn="1">
            <p:ph type="body" sz="quarter" idx="17" hasCustomPrompt="1"/>
          </p:nvPr>
        </p:nvSpPr>
        <p:spPr>
          <a:xfrm>
            <a:off x="551384" y="3076092"/>
            <a:ext cx="2160000" cy="1620000"/>
          </a:xfrm>
          <a:prstGeom prst="rect">
            <a:avLst/>
          </a:prstGeom>
        </p:spPr>
        <p:txBody>
          <a:bodyPr lIns="18000" tIns="18000" rIns="18000" bIns="18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15" name="Text Placeholder 13">
            <a:extLst>
              <a:ext uri="{FF2B5EF4-FFF2-40B4-BE49-F238E27FC236}">
                <a16:creationId xmlns:a16="http://schemas.microsoft.com/office/drawing/2014/main" id="{084DA5DA-4737-A9CE-4F7D-EA4EDA2564C5}"/>
              </a:ext>
            </a:extLst>
          </p:cNvPr>
          <p:cNvSpPr>
            <a:spLocks noGrp="1"/>
          </p:cNvSpPr>
          <p:nvPr userDrawn="1">
            <p:ph type="body" sz="quarter" idx="18" hasCustomPrompt="1"/>
          </p:nvPr>
        </p:nvSpPr>
        <p:spPr>
          <a:xfrm>
            <a:off x="551384"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33" name="Text Placeholder 13">
            <a:extLst>
              <a:ext uri="{FF2B5EF4-FFF2-40B4-BE49-F238E27FC236}">
                <a16:creationId xmlns:a16="http://schemas.microsoft.com/office/drawing/2014/main" id="{3287C330-4747-0D96-2791-85E1C6947413}"/>
              </a:ext>
            </a:extLst>
          </p:cNvPr>
          <p:cNvSpPr>
            <a:spLocks noGrp="1"/>
          </p:cNvSpPr>
          <p:nvPr userDrawn="1">
            <p:ph type="body" sz="quarter" idx="25" hasCustomPrompt="1"/>
          </p:nvPr>
        </p:nvSpPr>
        <p:spPr>
          <a:xfrm>
            <a:off x="551384" y="5493578"/>
            <a:ext cx="2160000" cy="1260000"/>
          </a:xfrm>
          <a:prstGeom prst="rect">
            <a:avLst/>
          </a:prstGeom>
        </p:spPr>
        <p:txBody>
          <a:bodyPr lIns="36000" tIns="36000" rIns="36000" bIns="36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34" name="Text Placeholder 13">
            <a:extLst>
              <a:ext uri="{FF2B5EF4-FFF2-40B4-BE49-F238E27FC236}">
                <a16:creationId xmlns:a16="http://schemas.microsoft.com/office/drawing/2014/main" id="{03136295-C0FC-297D-3CC2-00029192376D}"/>
              </a:ext>
            </a:extLst>
          </p:cNvPr>
          <p:cNvSpPr>
            <a:spLocks noGrp="1"/>
          </p:cNvSpPr>
          <p:nvPr userDrawn="1">
            <p:ph type="body" sz="quarter" idx="26" hasCustomPrompt="1"/>
          </p:nvPr>
        </p:nvSpPr>
        <p:spPr>
          <a:xfrm>
            <a:off x="551384"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1</a:t>
            </a:r>
          </a:p>
        </p:txBody>
      </p:sp>
      <p:sp>
        <p:nvSpPr>
          <p:cNvPr id="39" name="Text Placeholder 13">
            <a:extLst>
              <a:ext uri="{FF2B5EF4-FFF2-40B4-BE49-F238E27FC236}">
                <a16:creationId xmlns:a16="http://schemas.microsoft.com/office/drawing/2014/main" id="{EB57EAE5-A9F5-472C-3C33-A681CD63DABC}"/>
              </a:ext>
            </a:extLst>
          </p:cNvPr>
          <p:cNvSpPr>
            <a:spLocks noGrp="1"/>
          </p:cNvSpPr>
          <p:nvPr userDrawn="1">
            <p:ph type="body" sz="quarter" idx="27" hasCustomPrompt="1"/>
          </p:nvPr>
        </p:nvSpPr>
        <p:spPr>
          <a:xfrm>
            <a:off x="2774837" y="5493578"/>
            <a:ext cx="2160000" cy="1260000"/>
          </a:xfrm>
          <a:prstGeom prst="rect">
            <a:avLst/>
          </a:prstGeom>
        </p:spPr>
        <p:txBody>
          <a:bodyPr lIns="36000" tIns="36000" rIns="36000" bIns="36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0" name="Text Placeholder 13">
            <a:extLst>
              <a:ext uri="{FF2B5EF4-FFF2-40B4-BE49-F238E27FC236}">
                <a16:creationId xmlns:a16="http://schemas.microsoft.com/office/drawing/2014/main" id="{5B78D032-590F-CA88-0E17-F7E781522441}"/>
              </a:ext>
            </a:extLst>
          </p:cNvPr>
          <p:cNvSpPr>
            <a:spLocks noGrp="1"/>
          </p:cNvSpPr>
          <p:nvPr userDrawn="1">
            <p:ph type="body" sz="quarter" idx="28" hasCustomPrompt="1"/>
          </p:nvPr>
        </p:nvSpPr>
        <p:spPr>
          <a:xfrm>
            <a:off x="2774837"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2</a:t>
            </a:r>
          </a:p>
        </p:txBody>
      </p:sp>
      <p:sp>
        <p:nvSpPr>
          <p:cNvPr id="41" name="Text Placeholder 13">
            <a:extLst>
              <a:ext uri="{FF2B5EF4-FFF2-40B4-BE49-F238E27FC236}">
                <a16:creationId xmlns:a16="http://schemas.microsoft.com/office/drawing/2014/main" id="{3E6E7912-4A98-65B1-808A-BE6122D97E84}"/>
              </a:ext>
            </a:extLst>
          </p:cNvPr>
          <p:cNvSpPr>
            <a:spLocks noGrp="1"/>
          </p:cNvSpPr>
          <p:nvPr userDrawn="1">
            <p:ph type="body" sz="quarter" idx="29" hasCustomPrompt="1"/>
          </p:nvPr>
        </p:nvSpPr>
        <p:spPr>
          <a:xfrm>
            <a:off x="4998290" y="5493578"/>
            <a:ext cx="2160000" cy="1260000"/>
          </a:xfrm>
          <a:prstGeom prst="rect">
            <a:avLst/>
          </a:prstGeom>
        </p:spPr>
        <p:txBody>
          <a:bodyPr lIns="36000" tIns="36000" rIns="36000" bIns="36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2" name="Text Placeholder 13">
            <a:extLst>
              <a:ext uri="{FF2B5EF4-FFF2-40B4-BE49-F238E27FC236}">
                <a16:creationId xmlns:a16="http://schemas.microsoft.com/office/drawing/2014/main" id="{6DA9B9AA-1B69-057A-C3C0-8887E2004D5B}"/>
              </a:ext>
            </a:extLst>
          </p:cNvPr>
          <p:cNvSpPr>
            <a:spLocks noGrp="1"/>
          </p:cNvSpPr>
          <p:nvPr userDrawn="1">
            <p:ph type="body" sz="quarter" idx="30" hasCustomPrompt="1"/>
          </p:nvPr>
        </p:nvSpPr>
        <p:spPr>
          <a:xfrm>
            <a:off x="4998290"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3</a:t>
            </a:r>
          </a:p>
        </p:txBody>
      </p:sp>
      <p:sp>
        <p:nvSpPr>
          <p:cNvPr id="43" name="Text Placeholder 13">
            <a:extLst>
              <a:ext uri="{FF2B5EF4-FFF2-40B4-BE49-F238E27FC236}">
                <a16:creationId xmlns:a16="http://schemas.microsoft.com/office/drawing/2014/main" id="{C35F0407-C88C-27E0-8D52-47F63E337288}"/>
              </a:ext>
            </a:extLst>
          </p:cNvPr>
          <p:cNvSpPr>
            <a:spLocks noGrp="1"/>
          </p:cNvSpPr>
          <p:nvPr userDrawn="1">
            <p:ph type="body" sz="quarter" idx="31" hasCustomPrompt="1"/>
          </p:nvPr>
        </p:nvSpPr>
        <p:spPr>
          <a:xfrm>
            <a:off x="7221743" y="5493578"/>
            <a:ext cx="2160000" cy="1260000"/>
          </a:xfrm>
          <a:prstGeom prst="rect">
            <a:avLst/>
          </a:prstGeom>
        </p:spPr>
        <p:txBody>
          <a:bodyPr lIns="36000" tIns="36000" rIns="36000" bIns="36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Key fact 1 </a:t>
            </a:r>
          </a:p>
          <a:p>
            <a:pPr lvl="0"/>
            <a:r>
              <a:rPr dirty="0"/>
              <a:t>Key fact 2</a:t>
            </a:r>
          </a:p>
          <a:p>
            <a:pPr lvl="0"/>
            <a:r>
              <a:rPr dirty="0"/>
              <a:t>…</a:t>
            </a:r>
          </a:p>
        </p:txBody>
      </p:sp>
      <p:sp>
        <p:nvSpPr>
          <p:cNvPr id="44" name="Text Placeholder 13">
            <a:extLst>
              <a:ext uri="{FF2B5EF4-FFF2-40B4-BE49-F238E27FC236}">
                <a16:creationId xmlns:a16="http://schemas.microsoft.com/office/drawing/2014/main" id="{8E5F7948-23B8-3262-4539-E06F61D48AEF}"/>
              </a:ext>
            </a:extLst>
          </p:cNvPr>
          <p:cNvSpPr>
            <a:spLocks noGrp="1"/>
          </p:cNvSpPr>
          <p:nvPr userDrawn="1">
            <p:ph type="body" sz="quarter" idx="32" hasCustomPrompt="1"/>
          </p:nvPr>
        </p:nvSpPr>
        <p:spPr>
          <a:xfrm>
            <a:off x="7221743" y="5158546"/>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Competency 4</a:t>
            </a:r>
          </a:p>
        </p:txBody>
      </p:sp>
      <p:sp>
        <p:nvSpPr>
          <p:cNvPr id="25" name="TextBox 24">
            <a:extLst>
              <a:ext uri="{FF2B5EF4-FFF2-40B4-BE49-F238E27FC236}">
                <a16:creationId xmlns:a16="http://schemas.microsoft.com/office/drawing/2014/main" id="{AD9F284E-A017-3CC3-3C51-5DAB3130A0D9}"/>
              </a:ext>
            </a:extLst>
          </p:cNvPr>
          <p:cNvSpPr txBox="1"/>
          <p:nvPr userDrawn="1"/>
        </p:nvSpPr>
        <p:spPr>
          <a:xfrm>
            <a:off x="11025839" y="6620504"/>
            <a:ext cx="648000" cy="161583"/>
          </a:xfrm>
          <a:prstGeom prst="rect">
            <a:avLst/>
          </a:prstGeom>
          <a:noFill/>
        </p:spPr>
        <p:txBody>
          <a:bodyPr wrap="square" lIns="0" tIns="0" rIns="0" bIns="0" rtlCol="0">
            <a:spAutoFit/>
          </a:bodyPr>
          <a:lstStyle/>
          <a:p>
            <a:pPr algn="r"/>
            <a:r>
              <a:rPr sz="1050" dirty="0">
                <a:solidFill>
                  <a:schemeClr val="accent2"/>
                </a:solidFill>
                <a:effectLst/>
                <a:latin typeface="Proxima Nova" panose="02000506030000020004" pitchFamily="50" charset="0"/>
                <a:ea typeface="Calibri" panose="020F0502020204030204" pitchFamily="34" charset="0"/>
                <a:cs typeface="Times New Roman" panose="02020603050405020304" pitchFamily="18" charset="0"/>
              </a:rPr>
              <a:t>©2024</a:t>
            </a:r>
            <a:endParaRPr sz="1050" dirty="0">
              <a:solidFill>
                <a:schemeClr val="accent2"/>
              </a:solidFill>
            </a:endParaRPr>
          </a:p>
        </p:txBody>
      </p:sp>
      <p:cxnSp>
        <p:nvCxnSpPr>
          <p:cNvPr id="13" name="Straight Connector 12">
            <a:extLst>
              <a:ext uri="{FF2B5EF4-FFF2-40B4-BE49-F238E27FC236}">
                <a16:creationId xmlns:a16="http://schemas.microsoft.com/office/drawing/2014/main" id="{FE6B1E52-133E-E13A-E2E1-D68C094F427C}"/>
              </a:ext>
            </a:extLst>
          </p:cNvPr>
          <p:cNvCxnSpPr>
            <a:cxnSpLocks/>
          </p:cNvCxnSpPr>
          <p:nvPr userDrawn="1"/>
        </p:nvCxnSpPr>
        <p:spPr>
          <a:xfrm>
            <a:off x="9440861" y="2072948"/>
            <a:ext cx="13859" cy="46800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Text Box 6">
            <a:extLst>
              <a:ext uri="{FF2B5EF4-FFF2-40B4-BE49-F238E27FC236}">
                <a16:creationId xmlns:a16="http://schemas.microsoft.com/office/drawing/2014/main" id="{D19D8DE3-B3BC-E8A4-A06B-CD68FB2E4212}"/>
              </a:ext>
            </a:extLst>
          </p:cNvPr>
          <p:cNvSpPr txBox="1"/>
          <p:nvPr userDrawn="1"/>
        </p:nvSpPr>
        <p:spPr>
          <a:xfrm>
            <a:off x="9513839" y="2726724"/>
            <a:ext cx="2160000" cy="216000"/>
          </a:xfrm>
          <a:prstGeom prst="rect">
            <a:avLst/>
          </a:prstGeom>
          <a:noFill/>
          <a:ln w="6350">
            <a:noFill/>
          </a:ln>
        </p:spPr>
        <p:txBody>
          <a:bodyPr rot="0" spcFirstLastPara="0" vert="horz" wrap="square" lIns="0" tIns="0" rIns="0" bIns="0" numCol="1" spcCol="0" rtlCol="0" fromWordArt="0" anchor="t" anchorCtr="0" forceAA="0" compatLnSpc="1">
            <a:prstTxWarp prst="textNoShape">
              <a:avLst/>
            </a:prstTxWarp>
            <a:noAutofit/>
          </a:bodyPr>
          <a:lstStyle/>
          <a:p>
            <a:pPr algn="ctr">
              <a:lnSpc>
                <a:spcPct val="100000"/>
              </a:lnSpc>
            </a:pPr>
            <a:r>
              <a:rPr sz="16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rPr>
              <a:t>Education</a:t>
            </a:r>
            <a:endParaRPr sz="1000" b="1" kern="0" cap="small" baseline="0" noProof="0" dirty="0">
              <a:solidFill>
                <a:schemeClr val="tx1"/>
              </a:solidFill>
              <a:effectLst/>
              <a:latin typeface="Verdana" pitchFamily="2" charset="0"/>
              <a:ea typeface="Times New Roman" panose="02020603050405020304" pitchFamily="18" charset="0"/>
              <a:cs typeface="Times New Roman" panose="02020603050405020304" pitchFamily="18" charset="0"/>
            </a:endParaRPr>
          </a:p>
        </p:txBody>
      </p:sp>
      <p:sp>
        <p:nvSpPr>
          <p:cNvPr id="27" name="Text Placeholder 10">
            <a:extLst>
              <a:ext uri="{FF2B5EF4-FFF2-40B4-BE49-F238E27FC236}">
                <a16:creationId xmlns:a16="http://schemas.microsoft.com/office/drawing/2014/main" id="{5F2A5E5B-674F-F0D4-0938-C3F560D7BE12}"/>
              </a:ext>
            </a:extLst>
          </p:cNvPr>
          <p:cNvSpPr>
            <a:spLocks noGrp="1"/>
          </p:cNvSpPr>
          <p:nvPr>
            <p:ph type="body" sz="quarter" idx="38" hasCustomPrompt="1"/>
          </p:nvPr>
        </p:nvSpPr>
        <p:spPr>
          <a:xfrm>
            <a:off x="9513839" y="3002013"/>
            <a:ext cx="2160000" cy="1440000"/>
          </a:xfrm>
          <a:prstGeom prst="rect">
            <a:avLst/>
          </a:prstGeom>
        </p:spPr>
        <p:txBody>
          <a:bodyPr lIns="36000" tIns="36000" rIns="36000" bIns="36000">
            <a:normAutofit/>
          </a:bodyPr>
          <a:lstStyle>
            <a:lvl1pPr marL="0" indent="0" algn="ctr">
              <a:lnSpc>
                <a:spcPct val="100000"/>
              </a:lnSpc>
              <a:spcBef>
                <a:spcPts val="0"/>
              </a:spcBef>
              <a:spcAft>
                <a:spcPts val="1200"/>
              </a:spcAft>
              <a:buNone/>
              <a:defRPr sz="1200">
                <a:solidFill>
                  <a:schemeClr val="accent2"/>
                </a:solidFill>
                <a:latin typeface="Montserrat Light" pitchFamily="2" charset="0"/>
              </a:defRPr>
            </a:lvl1pPr>
            <a:lvl2pPr>
              <a:defRPr>
                <a:solidFill>
                  <a:schemeClr val="bg1"/>
                </a:solidFill>
                <a:latin typeface="Proxima Nova" panose="02000506030000020004" pitchFamily="50" charset="0"/>
              </a:defRPr>
            </a:lvl2pPr>
            <a:lvl3pPr>
              <a:defRPr>
                <a:solidFill>
                  <a:schemeClr val="bg1"/>
                </a:solidFill>
                <a:latin typeface="Proxima Nova" panose="02000506030000020004" pitchFamily="50" charset="0"/>
              </a:defRPr>
            </a:lvl3pPr>
            <a:lvl4pPr>
              <a:defRPr>
                <a:solidFill>
                  <a:schemeClr val="bg1"/>
                </a:solidFill>
                <a:latin typeface="Proxima Nova" panose="02000506030000020004" pitchFamily="50" charset="0"/>
              </a:defRPr>
            </a:lvl4pPr>
            <a:lvl5pPr>
              <a:defRPr>
                <a:solidFill>
                  <a:schemeClr val="bg1"/>
                </a:solidFill>
                <a:latin typeface="Proxima Nova" panose="02000506030000020004" pitchFamily="50" charset="0"/>
              </a:defRPr>
            </a:lvl5pPr>
          </a:lstStyle>
          <a:p>
            <a:pPr lvl="0"/>
            <a:r>
              <a:rPr dirty="0"/>
              <a:t>Diploma in Domain, Location (Year)</a:t>
            </a:r>
          </a:p>
          <a:p>
            <a:pPr lvl="0"/>
            <a:r>
              <a:rPr dirty="0"/>
              <a:t>Diploma in Domain, Location (Year)</a:t>
            </a:r>
          </a:p>
        </p:txBody>
      </p:sp>
      <p:sp>
        <p:nvSpPr>
          <p:cNvPr id="30" name="Text Placeholder 13">
            <a:extLst>
              <a:ext uri="{FF2B5EF4-FFF2-40B4-BE49-F238E27FC236}">
                <a16:creationId xmlns:a16="http://schemas.microsoft.com/office/drawing/2014/main" id="{0F791D29-5F51-A78B-4825-E72C42671FB4}"/>
              </a:ext>
            </a:extLst>
          </p:cNvPr>
          <p:cNvSpPr>
            <a:spLocks noGrp="1"/>
          </p:cNvSpPr>
          <p:nvPr>
            <p:ph type="body" sz="quarter" idx="39" hasCustomPrompt="1"/>
          </p:nvPr>
        </p:nvSpPr>
        <p:spPr>
          <a:xfrm>
            <a:off x="551384"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31" name="Text Placeholder 13">
            <a:extLst>
              <a:ext uri="{FF2B5EF4-FFF2-40B4-BE49-F238E27FC236}">
                <a16:creationId xmlns:a16="http://schemas.microsoft.com/office/drawing/2014/main" id="{AE284D35-491B-2380-8B5F-26B0BDC2A773}"/>
              </a:ext>
            </a:extLst>
          </p:cNvPr>
          <p:cNvSpPr>
            <a:spLocks noGrp="1"/>
          </p:cNvSpPr>
          <p:nvPr>
            <p:ph type="body" sz="quarter" idx="40" hasCustomPrompt="1"/>
          </p:nvPr>
        </p:nvSpPr>
        <p:spPr>
          <a:xfrm>
            <a:off x="7221743" y="3076092"/>
            <a:ext cx="2160000" cy="1620000"/>
          </a:xfrm>
          <a:prstGeom prst="rect">
            <a:avLst/>
          </a:prstGeom>
        </p:spPr>
        <p:txBody>
          <a:bodyPr lIns="18000" tIns="18000" rIns="18000" bIns="18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32" name="Text Placeholder 13">
            <a:extLst>
              <a:ext uri="{FF2B5EF4-FFF2-40B4-BE49-F238E27FC236}">
                <a16:creationId xmlns:a16="http://schemas.microsoft.com/office/drawing/2014/main" id="{7AAB8D8B-D214-EC59-92DD-EC07886E9CE6}"/>
              </a:ext>
            </a:extLst>
          </p:cNvPr>
          <p:cNvSpPr>
            <a:spLocks noGrp="1"/>
          </p:cNvSpPr>
          <p:nvPr>
            <p:ph type="body" sz="quarter" idx="41" hasCustomPrompt="1"/>
          </p:nvPr>
        </p:nvSpPr>
        <p:spPr>
          <a:xfrm>
            <a:off x="7221743"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35" name="Text Placeholder 13">
            <a:extLst>
              <a:ext uri="{FF2B5EF4-FFF2-40B4-BE49-F238E27FC236}">
                <a16:creationId xmlns:a16="http://schemas.microsoft.com/office/drawing/2014/main" id="{2AEB29F5-AFF1-BBC2-944D-747D47236985}"/>
              </a:ext>
            </a:extLst>
          </p:cNvPr>
          <p:cNvSpPr>
            <a:spLocks noGrp="1"/>
          </p:cNvSpPr>
          <p:nvPr>
            <p:ph type="body" sz="quarter" idx="42" hasCustomPrompt="1"/>
          </p:nvPr>
        </p:nvSpPr>
        <p:spPr>
          <a:xfrm>
            <a:off x="7221743"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45" name="Text Placeholder 13">
            <a:extLst>
              <a:ext uri="{FF2B5EF4-FFF2-40B4-BE49-F238E27FC236}">
                <a16:creationId xmlns:a16="http://schemas.microsoft.com/office/drawing/2014/main" id="{93AD5FC4-0EC8-4393-4DE4-39DC0C79D8CA}"/>
              </a:ext>
            </a:extLst>
          </p:cNvPr>
          <p:cNvSpPr>
            <a:spLocks noGrp="1"/>
          </p:cNvSpPr>
          <p:nvPr>
            <p:ph type="body" sz="quarter" idx="43" hasCustomPrompt="1"/>
          </p:nvPr>
        </p:nvSpPr>
        <p:spPr>
          <a:xfrm>
            <a:off x="4998290" y="3076092"/>
            <a:ext cx="2160000" cy="1620000"/>
          </a:xfrm>
          <a:prstGeom prst="rect">
            <a:avLst/>
          </a:prstGeom>
        </p:spPr>
        <p:txBody>
          <a:bodyPr lIns="18000" tIns="18000" rIns="18000" bIns="18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47" name="Text Placeholder 13">
            <a:extLst>
              <a:ext uri="{FF2B5EF4-FFF2-40B4-BE49-F238E27FC236}">
                <a16:creationId xmlns:a16="http://schemas.microsoft.com/office/drawing/2014/main" id="{06F9B3FA-AEB5-A841-63FC-BC005EE5D246}"/>
              </a:ext>
            </a:extLst>
          </p:cNvPr>
          <p:cNvSpPr>
            <a:spLocks noGrp="1"/>
          </p:cNvSpPr>
          <p:nvPr>
            <p:ph type="body" sz="quarter" idx="44" hasCustomPrompt="1"/>
          </p:nvPr>
        </p:nvSpPr>
        <p:spPr>
          <a:xfrm>
            <a:off x="4998290"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48" name="Text Placeholder 13">
            <a:extLst>
              <a:ext uri="{FF2B5EF4-FFF2-40B4-BE49-F238E27FC236}">
                <a16:creationId xmlns:a16="http://schemas.microsoft.com/office/drawing/2014/main" id="{E7AF71F6-7A09-0ABB-46F9-EF1E2A7468DA}"/>
              </a:ext>
            </a:extLst>
          </p:cNvPr>
          <p:cNvSpPr>
            <a:spLocks noGrp="1"/>
          </p:cNvSpPr>
          <p:nvPr>
            <p:ph type="body" sz="quarter" idx="45" hasCustomPrompt="1"/>
          </p:nvPr>
        </p:nvSpPr>
        <p:spPr>
          <a:xfrm>
            <a:off x="4998290"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49" name="Text Placeholder 13">
            <a:extLst>
              <a:ext uri="{FF2B5EF4-FFF2-40B4-BE49-F238E27FC236}">
                <a16:creationId xmlns:a16="http://schemas.microsoft.com/office/drawing/2014/main" id="{40B85DB7-9CBE-A7BD-CF7A-03C20813E67D}"/>
              </a:ext>
            </a:extLst>
          </p:cNvPr>
          <p:cNvSpPr>
            <a:spLocks noGrp="1"/>
          </p:cNvSpPr>
          <p:nvPr>
            <p:ph type="body" sz="quarter" idx="46" hasCustomPrompt="1"/>
          </p:nvPr>
        </p:nvSpPr>
        <p:spPr>
          <a:xfrm>
            <a:off x="2774837" y="3076092"/>
            <a:ext cx="2160000" cy="1620000"/>
          </a:xfrm>
          <a:prstGeom prst="rect">
            <a:avLst/>
          </a:prstGeom>
        </p:spPr>
        <p:txBody>
          <a:bodyPr lIns="18000" tIns="18000" rIns="18000" bIns="18000">
            <a:normAutofit/>
          </a:bodyPr>
          <a:lstStyle>
            <a:lvl1pPr marL="108000" indent="-108000">
              <a:lnSpc>
                <a:spcPct val="100000"/>
              </a:lnSpc>
              <a:spcBef>
                <a:spcPts val="0"/>
              </a:spcBef>
              <a:defRPr sz="1200">
                <a:latin typeface="Montserrat Light"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Activity 1</a:t>
            </a:r>
          </a:p>
          <a:p>
            <a:pPr lvl="0"/>
            <a:r>
              <a:rPr dirty="0"/>
              <a:t>Activity 2</a:t>
            </a:r>
          </a:p>
          <a:p>
            <a:pPr lvl="0"/>
            <a:r>
              <a:rPr dirty="0"/>
              <a:t>…</a:t>
            </a:r>
          </a:p>
        </p:txBody>
      </p:sp>
      <p:sp>
        <p:nvSpPr>
          <p:cNvPr id="50" name="Text Placeholder 13">
            <a:extLst>
              <a:ext uri="{FF2B5EF4-FFF2-40B4-BE49-F238E27FC236}">
                <a16:creationId xmlns:a16="http://schemas.microsoft.com/office/drawing/2014/main" id="{4B7EC795-C466-F81B-3269-C6B8973AEA21}"/>
              </a:ext>
            </a:extLst>
          </p:cNvPr>
          <p:cNvSpPr>
            <a:spLocks noGrp="1"/>
          </p:cNvSpPr>
          <p:nvPr>
            <p:ph type="body" sz="quarter" idx="47" hasCustomPrompt="1"/>
          </p:nvPr>
        </p:nvSpPr>
        <p:spPr>
          <a:xfrm>
            <a:off x="2774837" y="2400250"/>
            <a:ext cx="2160000" cy="288000"/>
          </a:xfrm>
          <a:prstGeom prst="rect">
            <a:avLst/>
          </a:prstGeom>
        </p:spPr>
        <p:txBody>
          <a:bodyPr lIns="18000" tIns="18000" rIns="18000" bIns="18000">
            <a:normAutofit/>
          </a:bodyPr>
          <a:lstStyle>
            <a:lvl1pPr marL="0" indent="0" algn="ctr">
              <a:lnSpc>
                <a:spcPct val="100000"/>
              </a:lnSpc>
              <a:spcBef>
                <a:spcPts val="0"/>
              </a:spcBef>
              <a:buNone/>
              <a:defRPr sz="1200" b="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Customer</a:t>
            </a:r>
          </a:p>
        </p:txBody>
      </p:sp>
      <p:sp>
        <p:nvSpPr>
          <p:cNvPr id="51" name="Text Placeholder 13">
            <a:extLst>
              <a:ext uri="{FF2B5EF4-FFF2-40B4-BE49-F238E27FC236}">
                <a16:creationId xmlns:a16="http://schemas.microsoft.com/office/drawing/2014/main" id="{D27E2393-DA61-A9C1-10B2-B2D632D8C03A}"/>
              </a:ext>
            </a:extLst>
          </p:cNvPr>
          <p:cNvSpPr>
            <a:spLocks noGrp="1"/>
          </p:cNvSpPr>
          <p:nvPr>
            <p:ph type="body" sz="quarter" idx="48" hasCustomPrompt="1"/>
          </p:nvPr>
        </p:nvSpPr>
        <p:spPr>
          <a:xfrm>
            <a:off x="2774837" y="2726724"/>
            <a:ext cx="2160000" cy="288000"/>
          </a:xfrm>
          <a:prstGeom prst="rect">
            <a:avLst/>
          </a:prstGeom>
        </p:spPr>
        <p:txBody>
          <a:bodyPr lIns="18000" tIns="18000" rIns="18000" bIns="18000">
            <a:normAutofit/>
          </a:bodyPr>
          <a:lstStyle>
            <a:lvl1pPr marL="0" indent="0" algn="ctr">
              <a:lnSpc>
                <a:spcPct val="100000"/>
              </a:lnSpc>
              <a:spcBef>
                <a:spcPts val="0"/>
              </a:spcBef>
              <a:buNone/>
              <a:defRPr sz="1200" b="1" i="0">
                <a:latin typeface="Verdana" pitchFamily="2" charset="0"/>
              </a:defRPr>
            </a:lvl1pPr>
            <a:lvl2pPr>
              <a:lnSpc>
                <a:spcPct val="100000"/>
              </a:lnSpc>
              <a:spcBef>
                <a:spcPts val="0"/>
              </a:spcBef>
              <a:defRPr sz="1200">
                <a:latin typeface="Proxima Nova" panose="02000506030000020004" pitchFamily="50" charset="0"/>
              </a:defRPr>
            </a:lvl2pPr>
            <a:lvl3pPr>
              <a:lnSpc>
                <a:spcPct val="100000"/>
              </a:lnSpc>
              <a:spcBef>
                <a:spcPts val="0"/>
              </a:spcBef>
              <a:defRPr sz="1200">
                <a:latin typeface="Proxima Nova" panose="02000506030000020004" pitchFamily="50" charset="0"/>
              </a:defRPr>
            </a:lvl3pPr>
            <a:lvl4pPr>
              <a:lnSpc>
                <a:spcPct val="100000"/>
              </a:lnSpc>
              <a:spcBef>
                <a:spcPts val="0"/>
              </a:spcBef>
              <a:defRPr sz="1200">
                <a:latin typeface="Proxima Nova" panose="02000506030000020004" pitchFamily="50" charset="0"/>
              </a:defRPr>
            </a:lvl4pPr>
            <a:lvl5pPr>
              <a:lnSpc>
                <a:spcPct val="100000"/>
              </a:lnSpc>
              <a:spcBef>
                <a:spcPts val="0"/>
              </a:spcBef>
              <a:defRPr sz="1200">
                <a:latin typeface="Proxima Nova" panose="02000506030000020004" pitchFamily="50" charset="0"/>
              </a:defRPr>
            </a:lvl5pPr>
          </a:lstStyle>
          <a:p>
            <a:pPr lvl="0"/>
            <a:r>
              <a:rPr dirty="0"/>
              <a:t>Role</a:t>
            </a:r>
          </a:p>
        </p:txBody>
      </p:sp>
      <p:sp>
        <p:nvSpPr>
          <p:cNvPr id="29" name="Freeform: Shape 28">
            <a:extLst>
              <a:ext uri="{FF2B5EF4-FFF2-40B4-BE49-F238E27FC236}">
                <a16:creationId xmlns:a16="http://schemas.microsoft.com/office/drawing/2014/main" id="{F73C8ADA-E4C6-211F-D095-84D62FE29538}"/>
              </a:ext>
            </a:extLst>
          </p:cNvPr>
          <p:cNvSpPr/>
          <p:nvPr userDrawn="1"/>
        </p:nvSpPr>
        <p:spPr bwMode="auto">
          <a:xfrm flipV="1">
            <a:off x="1663110" y="5054544"/>
            <a:ext cx="2160000" cy="58781"/>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58" name="Freeform: Shape 57">
            <a:extLst>
              <a:ext uri="{FF2B5EF4-FFF2-40B4-BE49-F238E27FC236}">
                <a16:creationId xmlns:a16="http://schemas.microsoft.com/office/drawing/2014/main" id="{E5B7C721-C09C-F02D-79B6-710900305647}"/>
              </a:ext>
            </a:extLst>
          </p:cNvPr>
          <p:cNvSpPr/>
          <p:nvPr userDrawn="1"/>
        </p:nvSpPr>
        <p:spPr bwMode="auto">
          <a:xfrm flipV="1">
            <a:off x="3886562" y="5054544"/>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2" name="Freeform: Shape 61">
            <a:extLst>
              <a:ext uri="{FF2B5EF4-FFF2-40B4-BE49-F238E27FC236}">
                <a16:creationId xmlns:a16="http://schemas.microsoft.com/office/drawing/2014/main" id="{5E41337E-299E-D556-3490-8A7E968ED303}"/>
              </a:ext>
            </a:extLst>
          </p:cNvPr>
          <p:cNvSpPr/>
          <p:nvPr userDrawn="1"/>
        </p:nvSpPr>
        <p:spPr bwMode="auto">
          <a:xfrm flipV="1">
            <a:off x="6110014" y="5054905"/>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4" name="Freeform: Shape 63">
            <a:extLst>
              <a:ext uri="{FF2B5EF4-FFF2-40B4-BE49-F238E27FC236}">
                <a16:creationId xmlns:a16="http://schemas.microsoft.com/office/drawing/2014/main" id="{49E31EB2-043D-630B-0287-927704231AE7}"/>
              </a:ext>
            </a:extLst>
          </p:cNvPr>
          <p:cNvSpPr/>
          <p:nvPr userDrawn="1"/>
        </p:nvSpPr>
        <p:spPr bwMode="auto">
          <a:xfrm flipV="1">
            <a:off x="1663110" y="2293175"/>
            <a:ext cx="2160000" cy="58781"/>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7" name="Freeform: Shape 66">
            <a:extLst>
              <a:ext uri="{FF2B5EF4-FFF2-40B4-BE49-F238E27FC236}">
                <a16:creationId xmlns:a16="http://schemas.microsoft.com/office/drawing/2014/main" id="{5D036F00-DD87-3ADC-74EA-E081FB2E024C}"/>
              </a:ext>
            </a:extLst>
          </p:cNvPr>
          <p:cNvSpPr/>
          <p:nvPr userDrawn="1"/>
        </p:nvSpPr>
        <p:spPr bwMode="auto">
          <a:xfrm flipV="1">
            <a:off x="3886562" y="2293175"/>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69" name="Freeform: Shape 68">
            <a:extLst>
              <a:ext uri="{FF2B5EF4-FFF2-40B4-BE49-F238E27FC236}">
                <a16:creationId xmlns:a16="http://schemas.microsoft.com/office/drawing/2014/main" id="{00131AFF-0119-640D-2B62-61ABF2472D88}"/>
              </a:ext>
            </a:extLst>
          </p:cNvPr>
          <p:cNvSpPr/>
          <p:nvPr userDrawn="1"/>
        </p:nvSpPr>
        <p:spPr bwMode="auto">
          <a:xfrm flipV="1">
            <a:off x="6110014" y="2293536"/>
            <a:ext cx="2160000" cy="58780"/>
          </a:xfrm>
          <a:custGeom>
            <a:avLst/>
            <a:gdLst>
              <a:gd name="connsiteX0" fmla="*/ 2953584 w 3023225"/>
              <a:gd name="connsiteY0" fmla="*/ 0 h 149561"/>
              <a:gd name="connsiteX1" fmla="*/ 3023225 w 3023225"/>
              <a:gd name="connsiteY1" fmla="*/ 73366 h 149561"/>
              <a:gd name="connsiteX2" fmla="*/ 2953584 w 3023225"/>
              <a:gd name="connsiteY2" fmla="*/ 146732 h 149561"/>
              <a:gd name="connsiteX3" fmla="*/ 2953584 w 3023225"/>
              <a:gd name="connsiteY3" fmla="*/ 149561 h 149561"/>
              <a:gd name="connsiteX4" fmla="*/ 82550 w 3023225"/>
              <a:gd name="connsiteY4" fmla="*/ 149561 h 149561"/>
              <a:gd name="connsiteX5" fmla="*/ 82550 w 3023225"/>
              <a:gd name="connsiteY5" fmla="*/ 148931 h 149561"/>
              <a:gd name="connsiteX6" fmla="*/ 79233 w 3023225"/>
              <a:gd name="connsiteY6" fmla="*/ 149561 h 149561"/>
              <a:gd name="connsiteX7" fmla="*/ 0 w 3023225"/>
              <a:gd name="connsiteY7" fmla="*/ 75041 h 149561"/>
              <a:gd name="connsiteX8" fmla="*/ 79233 w 3023225"/>
              <a:gd name="connsiteY8" fmla="*/ 521 h 149561"/>
              <a:gd name="connsiteX9" fmla="*/ 82550 w 3023225"/>
              <a:gd name="connsiteY9" fmla="*/ 1151 h 149561"/>
              <a:gd name="connsiteX10" fmla="*/ 82550 w 3023225"/>
              <a:gd name="connsiteY10" fmla="*/ 521 h 149561"/>
              <a:gd name="connsiteX11" fmla="*/ 2951135 w 3023225"/>
              <a:gd name="connsiteY11" fmla="*/ 521 h 149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23225" h="149561">
                <a:moveTo>
                  <a:pt x="2953584" y="0"/>
                </a:moveTo>
                <a:cubicBezTo>
                  <a:pt x="2992046" y="0"/>
                  <a:pt x="3023225" y="32847"/>
                  <a:pt x="3023225" y="73366"/>
                </a:cubicBezTo>
                <a:cubicBezTo>
                  <a:pt x="3023225" y="113885"/>
                  <a:pt x="2992046" y="146732"/>
                  <a:pt x="2953584" y="146732"/>
                </a:cubicBezTo>
                <a:lnTo>
                  <a:pt x="2953584" y="149561"/>
                </a:lnTo>
                <a:lnTo>
                  <a:pt x="82550" y="149561"/>
                </a:lnTo>
                <a:lnTo>
                  <a:pt x="82550" y="148931"/>
                </a:lnTo>
                <a:lnTo>
                  <a:pt x="79233" y="149561"/>
                </a:lnTo>
                <a:cubicBezTo>
                  <a:pt x="35474" y="149561"/>
                  <a:pt x="0" y="116197"/>
                  <a:pt x="0" y="75041"/>
                </a:cubicBezTo>
                <a:cubicBezTo>
                  <a:pt x="0" y="33885"/>
                  <a:pt x="35474" y="521"/>
                  <a:pt x="79233" y="521"/>
                </a:cubicBezTo>
                <a:lnTo>
                  <a:pt x="82550" y="1151"/>
                </a:lnTo>
                <a:lnTo>
                  <a:pt x="82550" y="521"/>
                </a:lnTo>
                <a:lnTo>
                  <a:pt x="2951135" y="521"/>
                </a:lnTo>
                <a:close/>
              </a:path>
            </a:pathLst>
          </a:custGeom>
          <a:solidFill>
            <a:srgbClr val="414344">
              <a:alpha val="20000"/>
            </a:srgbClr>
          </a:solidFill>
          <a:ln>
            <a:noFill/>
          </a:ln>
        </p:spPr>
        <p:txBody>
          <a:bodyPr vert="horz" wrap="square" lIns="91440" tIns="45720" rIns="91440" bIns="45720" numCol="1" rtlCol="0" anchor="t" anchorCtr="0" compatLnSpc="1">
            <a:prstTxWarp prst="textNoShape">
              <a:avLst/>
            </a:prstTxWarp>
            <a:noAutofit/>
          </a:bodyPr>
          <a:lstStyle/>
          <a:p>
            <a:pPr algn="ctr"/>
            <a:endParaRPr/>
          </a:p>
        </p:txBody>
      </p:sp>
      <p:sp>
        <p:nvSpPr>
          <p:cNvPr id="36" name="Titre 1"/>
          <p:cNvSpPr>
            <a:spLocks noGrp="1"/>
          </p:cNvSpPr>
          <p:nvPr>
            <p:ph type="title" hasCustomPrompt="1"/>
          </p:nvPr>
        </p:nvSpPr>
        <p:spPr>
          <a:xfrm>
            <a:off x="551384" y="679647"/>
            <a:ext cx="11122455" cy="360000"/>
          </a:xfrm>
          <a:prstGeom prst="rect">
            <a:avLst/>
          </a:prstGeom>
        </p:spPr>
        <p:txBody>
          <a:bodyPr lIns="0" tIns="0" rIns="0" bIns="0" anchor="ctr">
            <a:normAutofit/>
          </a:bodyPr>
          <a:lstStyle>
            <a:lvl1pPr algn="l">
              <a:defRPr sz="2000">
                <a:solidFill>
                  <a:schemeClr val="accent2"/>
                </a:solidFill>
                <a:latin typeface="Montserrat Light" pitchFamily="2" charset="0"/>
                <a:ea typeface="Verdana" panose="020B0604030504040204" pitchFamily="34" charset="0"/>
              </a:defRPr>
            </a:lvl1pPr>
          </a:lstStyle>
          <a:p>
            <a:pPr algn="l"/>
            <a:r>
              <a:rPr dirty="0"/>
              <a:t>Role</a:t>
            </a:r>
          </a:p>
        </p:txBody>
      </p:sp>
      <p:sp>
        <p:nvSpPr>
          <p:cNvPr id="37" name="Espace réservé du texte 7"/>
          <p:cNvSpPr>
            <a:spLocks noGrp="1"/>
          </p:cNvSpPr>
          <p:nvPr>
            <p:ph type="body" sz="quarter" idx="13" hasCustomPrompt="1"/>
          </p:nvPr>
        </p:nvSpPr>
        <p:spPr>
          <a:xfrm>
            <a:off x="551384" y="282833"/>
            <a:ext cx="11122454" cy="360000"/>
          </a:xfrm>
          <a:prstGeom prst="rect">
            <a:avLst/>
          </a:prstGeom>
        </p:spPr>
        <p:txBody>
          <a:bodyPr wrap="square" lIns="0" tIns="0" rIns="0" bIns="0" anchor="ctr">
            <a:normAutofit/>
          </a:bodyPr>
          <a:lstStyle>
            <a:lvl1pPr marL="0" indent="0" algn="l">
              <a:buNone/>
              <a:defRPr sz="2400" b="1">
                <a:solidFill>
                  <a:schemeClr val="accent2"/>
                </a:solidFill>
                <a:latin typeface="Verdana" pitchFamily="2" charset="0"/>
                <a:ea typeface="Verdana" panose="020B0604030504040204" pitchFamily="34" charset="0"/>
              </a:defRPr>
            </a:lvl1pPr>
          </a:lstStyle>
          <a:p>
            <a:pPr lvl="0"/>
            <a:r>
              <a:rPr dirty="0" err="1"/>
              <a:t>Firstname</a:t>
            </a:r>
            <a:r>
              <a:rPr dirty="0"/>
              <a:t> LASTNAME</a:t>
            </a:r>
          </a:p>
        </p:txBody>
      </p:sp>
      <p:sp>
        <p:nvSpPr>
          <p:cNvPr id="6" name="Text Placeholder 5">
            <a:extLst>
              <a:ext uri="{FF2B5EF4-FFF2-40B4-BE49-F238E27FC236}">
                <a16:creationId xmlns:a16="http://schemas.microsoft.com/office/drawing/2014/main" id="{E82CC739-012E-3ADE-B9EC-7501EA44A58A}"/>
              </a:ext>
            </a:extLst>
          </p:cNvPr>
          <p:cNvSpPr>
            <a:spLocks noGrp="1"/>
          </p:cNvSpPr>
          <p:nvPr userDrawn="1">
            <p:ph type="body" sz="quarter" idx="15" hasCustomPrompt="1"/>
          </p:nvPr>
        </p:nvSpPr>
        <p:spPr>
          <a:xfrm>
            <a:off x="551384" y="1149762"/>
            <a:ext cx="11122455" cy="720000"/>
          </a:xfrm>
          <a:prstGeom prst="rect">
            <a:avLst/>
          </a:prstGeom>
        </p:spPr>
        <p:txBody>
          <a:bodyPr lIns="0" tIns="18000" rIns="0" bIns="18000">
            <a:normAutofit/>
          </a:bodyPr>
          <a:lstStyle>
            <a:lvl1pPr marL="0" indent="0">
              <a:buNone/>
              <a:defRPr sz="1200">
                <a:latin typeface="Verdana" pitchFamily="2" charset="0"/>
              </a:defRPr>
            </a:lvl1pPr>
            <a:lvl2pPr marL="368300" indent="0">
              <a:buNone/>
              <a:defRPr/>
            </a:lvl2pPr>
            <a:lvl3pPr marL="606425" indent="0">
              <a:buNone/>
              <a:defRPr/>
            </a:lvl3pPr>
            <a:lvl4pPr marL="1116013" indent="0">
              <a:buNone/>
              <a:defRPr/>
            </a:lvl4pPr>
            <a:lvl5pPr marL="1384300" indent="0">
              <a:buNone/>
              <a:defRPr/>
            </a:lvl5pPr>
          </a:lstStyle>
          <a:p>
            <a:pPr lvl="0"/>
            <a:r>
              <a:rPr dirty="0"/>
              <a:t>Summary</a:t>
            </a:r>
          </a:p>
        </p:txBody>
      </p:sp>
      <p:pic>
        <p:nvPicPr>
          <p:cNvPr id="70" name="Image 1">
            <a:extLst>
              <a:ext uri="{FF2B5EF4-FFF2-40B4-BE49-F238E27FC236}">
                <a16:creationId xmlns:a16="http://schemas.microsoft.com/office/drawing/2014/main" id="{B70E76A0-E50A-877C-E767-0C26CFA4810C}"/>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8" name="Oval 27">
            <a:extLst>
              <a:ext uri="{FF2B5EF4-FFF2-40B4-BE49-F238E27FC236}">
                <a16:creationId xmlns:a16="http://schemas.microsoft.com/office/drawing/2014/main" id="{F71B9326-0D85-E36A-BEC6-E5196BE8B3F4}"/>
              </a:ext>
            </a:extLst>
          </p:cNvPr>
          <p:cNvSpPr/>
          <p:nvPr userDrawn="1"/>
        </p:nvSpPr>
        <p:spPr bwMode="auto">
          <a:xfrm>
            <a:off x="1567250" y="5015133"/>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52" name="Oval 51">
            <a:extLst>
              <a:ext uri="{FF2B5EF4-FFF2-40B4-BE49-F238E27FC236}">
                <a16:creationId xmlns:a16="http://schemas.microsoft.com/office/drawing/2014/main" id="{28C10ADE-F6F5-3B36-B76D-5FC638895462}"/>
              </a:ext>
            </a:extLst>
          </p:cNvPr>
          <p:cNvSpPr/>
          <p:nvPr userDrawn="1"/>
        </p:nvSpPr>
        <p:spPr bwMode="auto">
          <a:xfrm>
            <a:off x="3790703" y="5021765"/>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53" name="Oval 52">
            <a:extLst>
              <a:ext uri="{FF2B5EF4-FFF2-40B4-BE49-F238E27FC236}">
                <a16:creationId xmlns:a16="http://schemas.microsoft.com/office/drawing/2014/main" id="{3A870F33-9606-331E-7BA7-8830D4E29500}"/>
              </a:ext>
            </a:extLst>
          </p:cNvPr>
          <p:cNvSpPr/>
          <p:nvPr userDrawn="1"/>
        </p:nvSpPr>
        <p:spPr bwMode="auto">
          <a:xfrm>
            <a:off x="6014156" y="5011120"/>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1" name="Oval 60">
            <a:extLst>
              <a:ext uri="{FF2B5EF4-FFF2-40B4-BE49-F238E27FC236}">
                <a16:creationId xmlns:a16="http://schemas.microsoft.com/office/drawing/2014/main" id="{7B609DAF-278D-CBD4-105D-4883F8477538}"/>
              </a:ext>
            </a:extLst>
          </p:cNvPr>
          <p:cNvSpPr/>
          <p:nvPr userDrawn="1"/>
        </p:nvSpPr>
        <p:spPr bwMode="auto">
          <a:xfrm>
            <a:off x="8237609" y="5018170"/>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3" name="Oval 62">
            <a:extLst>
              <a:ext uri="{FF2B5EF4-FFF2-40B4-BE49-F238E27FC236}">
                <a16:creationId xmlns:a16="http://schemas.microsoft.com/office/drawing/2014/main" id="{09E99C66-483D-A14D-38A5-F6B7BE5AF7D0}"/>
              </a:ext>
            </a:extLst>
          </p:cNvPr>
          <p:cNvSpPr/>
          <p:nvPr userDrawn="1"/>
        </p:nvSpPr>
        <p:spPr bwMode="auto">
          <a:xfrm>
            <a:off x="1567250" y="2253764"/>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5" name="Oval 64">
            <a:extLst>
              <a:ext uri="{FF2B5EF4-FFF2-40B4-BE49-F238E27FC236}">
                <a16:creationId xmlns:a16="http://schemas.microsoft.com/office/drawing/2014/main" id="{109EA216-CCFD-CA95-876D-111FF21C1C0C}"/>
              </a:ext>
            </a:extLst>
          </p:cNvPr>
          <p:cNvSpPr/>
          <p:nvPr userDrawn="1"/>
        </p:nvSpPr>
        <p:spPr bwMode="auto">
          <a:xfrm>
            <a:off x="3790702" y="2260396"/>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6" name="Oval 65">
            <a:extLst>
              <a:ext uri="{FF2B5EF4-FFF2-40B4-BE49-F238E27FC236}">
                <a16:creationId xmlns:a16="http://schemas.microsoft.com/office/drawing/2014/main" id="{B19488B5-CE9B-13D8-40B9-C4AA28C8424C}"/>
              </a:ext>
            </a:extLst>
          </p:cNvPr>
          <p:cNvSpPr/>
          <p:nvPr userDrawn="1"/>
        </p:nvSpPr>
        <p:spPr bwMode="auto">
          <a:xfrm>
            <a:off x="6014154" y="2249751"/>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68" name="Oval 67">
            <a:extLst>
              <a:ext uri="{FF2B5EF4-FFF2-40B4-BE49-F238E27FC236}">
                <a16:creationId xmlns:a16="http://schemas.microsoft.com/office/drawing/2014/main" id="{1F14F21A-71ED-7A88-A7B8-4D577A0D9481}"/>
              </a:ext>
            </a:extLst>
          </p:cNvPr>
          <p:cNvSpPr/>
          <p:nvPr userDrawn="1"/>
        </p:nvSpPr>
        <p:spPr bwMode="auto">
          <a:xfrm>
            <a:off x="8237609" y="2256801"/>
            <a:ext cx="128268" cy="128268"/>
          </a:xfrm>
          <a:prstGeom prst="ellipse">
            <a:avLst/>
          </a:prstGeom>
          <a:solidFill>
            <a:srgbClr val="E23615"/>
          </a:solidFill>
          <a:ln>
            <a:noFill/>
          </a:ln>
        </p:spPr>
        <p:txBody>
          <a:bodyPr vert="horz" wrap="square" lIns="91440" tIns="45720" rIns="91440" bIns="45720" numCol="1" rtlCol="0" anchor="t" anchorCtr="0" compatLnSpc="1">
            <a:prstTxWarp prst="textNoShape">
              <a:avLst/>
            </a:prstTxWarp>
          </a:bodyPr>
          <a:lstStyle/>
          <a:p>
            <a:pPr algn="ctr"/>
            <a:endParaRPr/>
          </a:p>
        </p:txBody>
      </p:sp>
      <p:sp>
        <p:nvSpPr>
          <p:cNvPr id="2" name="Text Placeholder 21">
            <a:extLst>
              <a:ext uri="{FF2B5EF4-FFF2-40B4-BE49-F238E27FC236}">
                <a16:creationId xmlns:a16="http://schemas.microsoft.com/office/drawing/2014/main" id="{5E3822BA-45CB-F4DF-34D1-79C2D8A7B873}"/>
              </a:ext>
            </a:extLst>
          </p:cNvPr>
          <p:cNvSpPr>
            <a:spLocks noGrp="1"/>
          </p:cNvSpPr>
          <p:nvPr>
            <p:ph type="body" sz="quarter" idx="50" hasCustomPrompt="1"/>
          </p:nvPr>
        </p:nvSpPr>
        <p:spPr>
          <a:xfrm>
            <a:off x="9963876" y="2308586"/>
            <a:ext cx="383200" cy="246221"/>
          </a:xfrm>
          <a:prstGeom prst="rect">
            <a:avLst/>
          </a:prstGeom>
        </p:spPr>
        <p:txBody>
          <a:bodyPr/>
          <a:lstStyle>
            <a:lvl1pPr marL="0" indent="0" algn="ctr">
              <a:buNone/>
              <a:defRPr sz="1200"/>
            </a:lvl1pPr>
          </a:lstStyle>
          <a:p>
            <a:pPr lvl="0"/>
            <a:r>
              <a:rPr dirty="0"/>
              <a:t>EN</a:t>
            </a:r>
          </a:p>
        </p:txBody>
      </p:sp>
      <p:sp>
        <p:nvSpPr>
          <p:cNvPr id="3" name="Text Placeholder 21">
            <a:extLst>
              <a:ext uri="{FF2B5EF4-FFF2-40B4-BE49-F238E27FC236}">
                <a16:creationId xmlns:a16="http://schemas.microsoft.com/office/drawing/2014/main" id="{804598A3-7450-8827-8B15-990C06E744C2}"/>
              </a:ext>
            </a:extLst>
          </p:cNvPr>
          <p:cNvSpPr>
            <a:spLocks noGrp="1"/>
          </p:cNvSpPr>
          <p:nvPr>
            <p:ph type="body" sz="quarter" idx="51" hasCustomPrompt="1"/>
          </p:nvPr>
        </p:nvSpPr>
        <p:spPr>
          <a:xfrm>
            <a:off x="10401931" y="2312777"/>
            <a:ext cx="383200" cy="246221"/>
          </a:xfrm>
          <a:prstGeom prst="rect">
            <a:avLst/>
          </a:prstGeom>
        </p:spPr>
        <p:txBody>
          <a:bodyPr/>
          <a:lstStyle>
            <a:lvl1pPr marL="0" indent="0" algn="ctr">
              <a:buNone/>
              <a:defRPr sz="1200"/>
            </a:lvl1pPr>
          </a:lstStyle>
          <a:p>
            <a:pPr lvl="0"/>
            <a:r>
              <a:rPr dirty="0"/>
              <a:t>FR</a:t>
            </a:r>
          </a:p>
        </p:txBody>
      </p:sp>
      <p:sp>
        <p:nvSpPr>
          <p:cNvPr id="4" name="Text Placeholder 21">
            <a:extLst>
              <a:ext uri="{FF2B5EF4-FFF2-40B4-BE49-F238E27FC236}">
                <a16:creationId xmlns:a16="http://schemas.microsoft.com/office/drawing/2014/main" id="{5EDEFB6E-A5E5-D65D-DE9C-E2344D2674F3}"/>
              </a:ext>
            </a:extLst>
          </p:cNvPr>
          <p:cNvSpPr>
            <a:spLocks noGrp="1"/>
          </p:cNvSpPr>
          <p:nvPr>
            <p:ph type="body" sz="quarter" idx="52" hasCustomPrompt="1"/>
          </p:nvPr>
        </p:nvSpPr>
        <p:spPr>
          <a:xfrm>
            <a:off x="10837182" y="2311797"/>
            <a:ext cx="383200" cy="246221"/>
          </a:xfrm>
          <a:prstGeom prst="rect">
            <a:avLst/>
          </a:prstGeom>
        </p:spPr>
        <p:txBody>
          <a:bodyPr/>
          <a:lstStyle>
            <a:lvl1pPr marL="0" indent="0" algn="ctr">
              <a:buNone/>
              <a:defRPr sz="1200"/>
            </a:lvl1pPr>
          </a:lstStyle>
          <a:p>
            <a:pPr lvl="0"/>
            <a:r>
              <a:rPr dirty="0"/>
              <a:t>DE</a:t>
            </a:r>
          </a:p>
        </p:txBody>
      </p:sp>
    </p:spTree>
    <p:extLst>
      <p:ext uri="{BB962C8B-B14F-4D97-AF65-F5344CB8AC3E}">
        <p14:creationId xmlns:p14="http://schemas.microsoft.com/office/powerpoint/2010/main" val="228378437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llars_2col">
    <p:spTree>
      <p:nvGrpSpPr>
        <p:cNvPr id="1" name=""/>
        <p:cNvGrpSpPr/>
        <p:nvPr/>
      </p:nvGrpSpPr>
      <p:grpSpPr>
        <a:xfrm>
          <a:off x="0" y="0"/>
          <a:ext cx="0" cy="0"/>
          <a:chOff x="0" y="0"/>
          <a:chExt cx="0" cy="0"/>
        </a:xfrm>
      </p:grpSpPr>
      <p:sp>
        <p:nvSpPr>
          <p:cNvPr id="3" name="Subtitle"/>
          <p:cNvSpPr>
            <a:spLocks noGrp="1"/>
          </p:cNvSpPr>
          <p:nvPr userDrawn="1">
            <p:ph type="subTitle" idx="1"/>
          </p:nvPr>
        </p:nvSpPr>
        <p:spPr>
          <a:xfrm>
            <a:off x="597103" y="903970"/>
            <a:ext cx="11076127" cy="365760"/>
          </a:xfrm>
          <a:prstGeom prst="rect">
            <a:avLst/>
          </a:prstGeom>
          <a:noFill/>
          <a:ln>
            <a:noFill/>
          </a:ln>
        </p:spPr>
        <p:txBody>
          <a:bodyPr wrap="square" anchor="t"/>
          <a:lstStyle/>
          <a:p>
            <a:pPr algn="l">
              <a:buNone/>
            </a:pPr>
            <a:endParaRPr sz="1400" i="1">
              <a:latin typeface="Verdana" pitchFamily="34" charset="0"/>
            </a:endParaRPr>
          </a:p>
        </p:txBody>
      </p:sp>
      <p:sp>
        <p:nvSpPr>
          <p:cNvPr id="100" name="PillarBg1"/>
          <p:cNvSpPr/>
          <p:nvPr/>
        </p:nvSpPr>
        <p:spPr>
          <a:xfrm>
            <a:off x="767405" y="1829967"/>
            <a:ext cx="5278595" cy="4231402"/>
          </a:xfrm>
          <a:prstGeom prst="rect">
            <a:avLst/>
          </a:prstGeom>
          <a:solidFill>
            <a:srgbClr val="F4F4F4"/>
          </a:solidFill>
          <a:ln>
            <a:noFill/>
          </a:ln>
        </p:spPr>
        <p:txBody>
          <a:bodyPr/>
          <a:lstStyle/>
          <a:p>
            <a:endParaRPr>
              <a:latin typeface="Verdana" pitchFamily="2" charset="0"/>
            </a:endParaRPr>
          </a:p>
        </p:txBody>
      </p:sp>
      <p:sp>
        <p:nvSpPr>
          <p:cNvPr id="101" name="PillarBar1"/>
          <p:cNvSpPr/>
          <p:nvPr/>
        </p:nvSpPr>
        <p:spPr>
          <a:xfrm>
            <a:off x="767405" y="1772816"/>
            <a:ext cx="5278595" cy="57151"/>
          </a:xfrm>
          <a:prstGeom prst="rect">
            <a:avLst/>
          </a:prstGeom>
          <a:solidFill>
            <a:srgbClr val="E23615"/>
          </a:solidFill>
          <a:ln>
            <a:noFill/>
          </a:ln>
        </p:spPr>
        <p:txBody>
          <a:bodyPr/>
          <a:lstStyle/>
          <a:p>
            <a:endParaRPr>
              <a:latin typeface="Verdana" pitchFamily="2" charset="0"/>
            </a:endParaRPr>
          </a:p>
        </p:txBody>
      </p:sp>
      <p:sp>
        <p:nvSpPr>
          <p:cNvPr id="102" name="PillarTitle1"/>
          <p:cNvSpPr>
            <a:spLocks noGrp="1"/>
          </p:cNvSpPr>
          <p:nvPr userDrawn="1">
            <p:ph type="body" idx="10"/>
          </p:nvPr>
        </p:nvSpPr>
        <p:spPr>
          <a:xfrm>
            <a:off x="917405" y="1971414"/>
            <a:ext cx="4978595"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1 Title</a:t>
            </a:r>
          </a:p>
        </p:txBody>
      </p:sp>
      <p:sp>
        <p:nvSpPr>
          <p:cNvPr id="103" name="PillarContent1"/>
          <p:cNvSpPr>
            <a:spLocks noGrp="1"/>
          </p:cNvSpPr>
          <p:nvPr userDrawn="1">
            <p:ph type="body" idx="11"/>
          </p:nvPr>
        </p:nvSpPr>
        <p:spPr>
          <a:xfrm>
            <a:off x="867405" y="2570722"/>
            <a:ext cx="5078595"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10" name="PillarBg2"/>
          <p:cNvSpPr/>
          <p:nvPr/>
        </p:nvSpPr>
        <p:spPr>
          <a:xfrm>
            <a:off x="6146000" y="1829967"/>
            <a:ext cx="5278595" cy="4231402"/>
          </a:xfrm>
          <a:prstGeom prst="rect">
            <a:avLst/>
          </a:prstGeom>
          <a:solidFill>
            <a:srgbClr val="F4F4F4"/>
          </a:solidFill>
          <a:ln>
            <a:noFill/>
          </a:ln>
        </p:spPr>
        <p:txBody>
          <a:bodyPr/>
          <a:lstStyle/>
          <a:p>
            <a:endParaRPr>
              <a:latin typeface="Verdana" pitchFamily="2" charset="0"/>
            </a:endParaRPr>
          </a:p>
        </p:txBody>
      </p:sp>
      <p:sp>
        <p:nvSpPr>
          <p:cNvPr id="111" name="PillarBar2"/>
          <p:cNvSpPr/>
          <p:nvPr/>
        </p:nvSpPr>
        <p:spPr>
          <a:xfrm>
            <a:off x="6146000" y="1772816"/>
            <a:ext cx="5278595" cy="57151"/>
          </a:xfrm>
          <a:prstGeom prst="rect">
            <a:avLst/>
          </a:prstGeom>
          <a:solidFill>
            <a:srgbClr val="00B0F0"/>
          </a:solidFill>
          <a:ln>
            <a:noFill/>
          </a:ln>
        </p:spPr>
        <p:txBody>
          <a:bodyPr/>
          <a:lstStyle/>
          <a:p>
            <a:endParaRPr>
              <a:latin typeface="Verdana" pitchFamily="2" charset="0"/>
            </a:endParaRPr>
          </a:p>
        </p:txBody>
      </p:sp>
      <p:sp>
        <p:nvSpPr>
          <p:cNvPr id="112" name="PillarTitle2"/>
          <p:cNvSpPr>
            <a:spLocks noGrp="1"/>
          </p:cNvSpPr>
          <p:nvPr userDrawn="1">
            <p:ph type="body" idx="12"/>
          </p:nvPr>
        </p:nvSpPr>
        <p:spPr>
          <a:xfrm>
            <a:off x="6296000" y="1971414"/>
            <a:ext cx="4978595"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2 Title</a:t>
            </a:r>
          </a:p>
        </p:txBody>
      </p:sp>
      <p:sp>
        <p:nvSpPr>
          <p:cNvPr id="113" name="PillarContent2"/>
          <p:cNvSpPr>
            <a:spLocks noGrp="1"/>
          </p:cNvSpPr>
          <p:nvPr userDrawn="1">
            <p:ph type="body" idx="13"/>
          </p:nvPr>
        </p:nvSpPr>
        <p:spPr>
          <a:xfrm>
            <a:off x="6246000" y="2570722"/>
            <a:ext cx="5078595"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4" name="Title 1">
            <a:extLst>
              <a:ext uri="{FF2B5EF4-FFF2-40B4-BE49-F238E27FC236}">
                <a16:creationId xmlns:a16="http://schemas.microsoft.com/office/drawing/2014/main" id="{30342D00-092A-4877-1DC1-AB1A5D6B8F9A}"/>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a:t>Click to insert title</a:t>
            </a:r>
          </a:p>
        </p:txBody>
      </p:sp>
      <p:pic>
        <p:nvPicPr>
          <p:cNvPr id="5" name="Image 3">
            <a:extLst>
              <a:ext uri="{FF2B5EF4-FFF2-40B4-BE49-F238E27FC236}">
                <a16:creationId xmlns:a16="http://schemas.microsoft.com/office/drawing/2014/main" id="{9334A73C-0782-5299-D26B-7A9F0AE637CA}"/>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 name="Text Placeholder 11">
            <a:extLst>
              <a:ext uri="{FF2B5EF4-FFF2-40B4-BE49-F238E27FC236}">
                <a16:creationId xmlns:a16="http://schemas.microsoft.com/office/drawing/2014/main" id="{105D5466-B06E-FF48-3A8E-2DFE3B25241B}"/>
              </a:ext>
            </a:extLst>
          </p:cNvPr>
          <p:cNvSpPr>
            <a:spLocks noGrp="1"/>
          </p:cNvSpPr>
          <p:nvPr>
            <p:ph type="body" sz="quarter" idx="2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6" name="Text Placeholder 11">
            <a:extLst>
              <a:ext uri="{FF2B5EF4-FFF2-40B4-BE49-F238E27FC236}">
                <a16:creationId xmlns:a16="http://schemas.microsoft.com/office/drawing/2014/main" id="{24C3E52E-6397-3DB3-26E2-B16225F4D7D9}"/>
              </a:ext>
            </a:extLst>
          </p:cNvPr>
          <p:cNvSpPr>
            <a:spLocks noGrp="1"/>
          </p:cNvSpPr>
          <p:nvPr>
            <p:ph type="body" sz="quarter" idx="2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spTree>
    <p:extLst>
      <p:ext uri="{BB962C8B-B14F-4D97-AF65-F5344CB8AC3E}">
        <p14:creationId xmlns:p14="http://schemas.microsoft.com/office/powerpoint/2010/main" val="31620602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llars_3col">
    <p:spTree>
      <p:nvGrpSpPr>
        <p:cNvPr id="1" name=""/>
        <p:cNvGrpSpPr/>
        <p:nvPr/>
      </p:nvGrpSpPr>
      <p:grpSpPr>
        <a:xfrm>
          <a:off x="0" y="0"/>
          <a:ext cx="0" cy="0"/>
          <a:chOff x="0" y="0"/>
          <a:chExt cx="0" cy="0"/>
        </a:xfrm>
      </p:grpSpPr>
      <p:sp>
        <p:nvSpPr>
          <p:cNvPr id="3" name="Subtitle"/>
          <p:cNvSpPr>
            <a:spLocks noGrp="1"/>
          </p:cNvSpPr>
          <p:nvPr userDrawn="1">
            <p:ph type="subTitle" idx="1"/>
          </p:nvPr>
        </p:nvSpPr>
        <p:spPr>
          <a:xfrm>
            <a:off x="597103" y="903970"/>
            <a:ext cx="11076127" cy="365760"/>
          </a:xfrm>
          <a:prstGeom prst="rect">
            <a:avLst/>
          </a:prstGeom>
          <a:noFill/>
          <a:ln>
            <a:noFill/>
          </a:ln>
        </p:spPr>
        <p:txBody>
          <a:bodyPr wrap="square" anchor="t"/>
          <a:lstStyle/>
          <a:p>
            <a:pPr algn="l">
              <a:buNone/>
            </a:pPr>
            <a:endParaRPr sz="1400" i="1">
              <a:latin typeface="Verdana" pitchFamily="34" charset="0"/>
            </a:endParaRPr>
          </a:p>
        </p:txBody>
      </p:sp>
      <p:sp>
        <p:nvSpPr>
          <p:cNvPr id="100" name="PillarBg1"/>
          <p:cNvSpPr/>
          <p:nvPr/>
        </p:nvSpPr>
        <p:spPr>
          <a:xfrm>
            <a:off x="767405" y="1829967"/>
            <a:ext cx="3485730" cy="4231402"/>
          </a:xfrm>
          <a:prstGeom prst="rect">
            <a:avLst/>
          </a:prstGeom>
          <a:solidFill>
            <a:srgbClr val="F4F4F4"/>
          </a:solidFill>
          <a:ln>
            <a:noFill/>
          </a:ln>
        </p:spPr>
        <p:txBody>
          <a:bodyPr/>
          <a:lstStyle/>
          <a:p>
            <a:endParaRPr>
              <a:latin typeface="Verdana" pitchFamily="2" charset="0"/>
            </a:endParaRPr>
          </a:p>
        </p:txBody>
      </p:sp>
      <p:sp>
        <p:nvSpPr>
          <p:cNvPr id="101" name="PillarBar1"/>
          <p:cNvSpPr/>
          <p:nvPr/>
        </p:nvSpPr>
        <p:spPr>
          <a:xfrm>
            <a:off x="767405" y="1772816"/>
            <a:ext cx="3485730" cy="57151"/>
          </a:xfrm>
          <a:prstGeom prst="rect">
            <a:avLst/>
          </a:prstGeom>
          <a:solidFill>
            <a:srgbClr val="E23615"/>
          </a:solidFill>
          <a:ln>
            <a:noFill/>
          </a:ln>
        </p:spPr>
        <p:txBody>
          <a:bodyPr/>
          <a:lstStyle/>
          <a:p>
            <a:endParaRPr>
              <a:latin typeface="Verdana" pitchFamily="2" charset="0"/>
            </a:endParaRPr>
          </a:p>
        </p:txBody>
      </p:sp>
      <p:sp>
        <p:nvSpPr>
          <p:cNvPr id="102" name="PillarTitle1"/>
          <p:cNvSpPr>
            <a:spLocks noGrp="1"/>
          </p:cNvSpPr>
          <p:nvPr userDrawn="1">
            <p:ph type="body" idx="10"/>
          </p:nvPr>
        </p:nvSpPr>
        <p:spPr>
          <a:xfrm>
            <a:off x="917405" y="1971414"/>
            <a:ext cx="3185730"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1 Title</a:t>
            </a:r>
          </a:p>
        </p:txBody>
      </p:sp>
      <p:sp>
        <p:nvSpPr>
          <p:cNvPr id="103" name="PillarContent1"/>
          <p:cNvSpPr>
            <a:spLocks noGrp="1"/>
          </p:cNvSpPr>
          <p:nvPr userDrawn="1">
            <p:ph type="body" idx="11"/>
          </p:nvPr>
        </p:nvSpPr>
        <p:spPr>
          <a:xfrm>
            <a:off x="867405" y="2570722"/>
            <a:ext cx="3285730"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10" name="PillarBg2"/>
          <p:cNvSpPr/>
          <p:nvPr/>
        </p:nvSpPr>
        <p:spPr>
          <a:xfrm>
            <a:off x="4353135" y="1829967"/>
            <a:ext cx="3485730" cy="4231402"/>
          </a:xfrm>
          <a:prstGeom prst="rect">
            <a:avLst/>
          </a:prstGeom>
          <a:solidFill>
            <a:srgbClr val="F4F4F4"/>
          </a:solidFill>
          <a:ln>
            <a:noFill/>
          </a:ln>
        </p:spPr>
        <p:txBody>
          <a:bodyPr/>
          <a:lstStyle/>
          <a:p>
            <a:endParaRPr>
              <a:latin typeface="Verdana" pitchFamily="2" charset="0"/>
            </a:endParaRPr>
          </a:p>
        </p:txBody>
      </p:sp>
      <p:sp>
        <p:nvSpPr>
          <p:cNvPr id="111" name="PillarBar2"/>
          <p:cNvSpPr/>
          <p:nvPr/>
        </p:nvSpPr>
        <p:spPr>
          <a:xfrm>
            <a:off x="4353135" y="1772816"/>
            <a:ext cx="3485730" cy="57151"/>
          </a:xfrm>
          <a:prstGeom prst="rect">
            <a:avLst/>
          </a:prstGeom>
          <a:solidFill>
            <a:srgbClr val="00B0F0"/>
          </a:solidFill>
          <a:ln>
            <a:noFill/>
          </a:ln>
        </p:spPr>
        <p:txBody>
          <a:bodyPr/>
          <a:lstStyle/>
          <a:p>
            <a:endParaRPr>
              <a:latin typeface="Verdana" pitchFamily="2" charset="0"/>
            </a:endParaRPr>
          </a:p>
        </p:txBody>
      </p:sp>
      <p:sp>
        <p:nvSpPr>
          <p:cNvPr id="112" name="PillarTitle2"/>
          <p:cNvSpPr>
            <a:spLocks noGrp="1"/>
          </p:cNvSpPr>
          <p:nvPr userDrawn="1">
            <p:ph type="body" idx="12"/>
          </p:nvPr>
        </p:nvSpPr>
        <p:spPr>
          <a:xfrm>
            <a:off x="4503135" y="1971414"/>
            <a:ext cx="3185730"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2 Title</a:t>
            </a:r>
          </a:p>
        </p:txBody>
      </p:sp>
      <p:sp>
        <p:nvSpPr>
          <p:cNvPr id="113" name="PillarContent2"/>
          <p:cNvSpPr>
            <a:spLocks noGrp="1"/>
          </p:cNvSpPr>
          <p:nvPr userDrawn="1">
            <p:ph type="body" idx="13"/>
          </p:nvPr>
        </p:nvSpPr>
        <p:spPr>
          <a:xfrm>
            <a:off x="4453135" y="2570722"/>
            <a:ext cx="3285730"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20" name="PillarBg3"/>
          <p:cNvSpPr/>
          <p:nvPr/>
        </p:nvSpPr>
        <p:spPr>
          <a:xfrm>
            <a:off x="7938865" y="1829967"/>
            <a:ext cx="3485730" cy="4231402"/>
          </a:xfrm>
          <a:prstGeom prst="rect">
            <a:avLst/>
          </a:prstGeom>
          <a:solidFill>
            <a:srgbClr val="F4F4F4"/>
          </a:solidFill>
          <a:ln>
            <a:noFill/>
          </a:ln>
        </p:spPr>
        <p:txBody>
          <a:bodyPr/>
          <a:lstStyle/>
          <a:p>
            <a:endParaRPr>
              <a:latin typeface="Verdana" pitchFamily="2" charset="0"/>
            </a:endParaRPr>
          </a:p>
        </p:txBody>
      </p:sp>
      <p:sp>
        <p:nvSpPr>
          <p:cNvPr id="121" name="PillarBar3"/>
          <p:cNvSpPr/>
          <p:nvPr/>
        </p:nvSpPr>
        <p:spPr>
          <a:xfrm>
            <a:off x="7938865" y="1772816"/>
            <a:ext cx="3485730" cy="57151"/>
          </a:xfrm>
          <a:prstGeom prst="rect">
            <a:avLst/>
          </a:prstGeom>
          <a:solidFill>
            <a:srgbClr val="FFCA4B"/>
          </a:solidFill>
          <a:ln>
            <a:noFill/>
          </a:ln>
        </p:spPr>
        <p:txBody>
          <a:bodyPr/>
          <a:lstStyle/>
          <a:p>
            <a:endParaRPr>
              <a:latin typeface="Verdana" pitchFamily="2" charset="0"/>
            </a:endParaRPr>
          </a:p>
        </p:txBody>
      </p:sp>
      <p:sp>
        <p:nvSpPr>
          <p:cNvPr id="122" name="PillarTitle3"/>
          <p:cNvSpPr>
            <a:spLocks noGrp="1"/>
          </p:cNvSpPr>
          <p:nvPr userDrawn="1">
            <p:ph type="body" idx="14"/>
          </p:nvPr>
        </p:nvSpPr>
        <p:spPr>
          <a:xfrm>
            <a:off x="8088865" y="1971414"/>
            <a:ext cx="3185730"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3 Title</a:t>
            </a:r>
          </a:p>
        </p:txBody>
      </p:sp>
      <p:sp>
        <p:nvSpPr>
          <p:cNvPr id="123" name="PillarContent3"/>
          <p:cNvSpPr>
            <a:spLocks noGrp="1"/>
          </p:cNvSpPr>
          <p:nvPr userDrawn="1">
            <p:ph type="body" idx="15"/>
          </p:nvPr>
        </p:nvSpPr>
        <p:spPr>
          <a:xfrm>
            <a:off x="8038865" y="2570722"/>
            <a:ext cx="3285730"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4" name="Title 1">
            <a:extLst>
              <a:ext uri="{FF2B5EF4-FFF2-40B4-BE49-F238E27FC236}">
                <a16:creationId xmlns:a16="http://schemas.microsoft.com/office/drawing/2014/main" id="{7C06E463-E440-1F73-1F73-DF67B339D0C5}"/>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a:t>Click to insert title</a:t>
            </a:r>
          </a:p>
        </p:txBody>
      </p:sp>
      <p:pic>
        <p:nvPicPr>
          <p:cNvPr id="5" name="Image 3">
            <a:extLst>
              <a:ext uri="{FF2B5EF4-FFF2-40B4-BE49-F238E27FC236}">
                <a16:creationId xmlns:a16="http://schemas.microsoft.com/office/drawing/2014/main" id="{50B09935-5DB1-F993-5D7F-F91C58CD6627}"/>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 name="Text Placeholder 11">
            <a:extLst>
              <a:ext uri="{FF2B5EF4-FFF2-40B4-BE49-F238E27FC236}">
                <a16:creationId xmlns:a16="http://schemas.microsoft.com/office/drawing/2014/main" id="{E196ED5A-4004-D3F5-8FBB-7A284975E775}"/>
              </a:ext>
            </a:extLst>
          </p:cNvPr>
          <p:cNvSpPr>
            <a:spLocks noGrp="1"/>
          </p:cNvSpPr>
          <p:nvPr>
            <p:ph type="body" sz="quarter" idx="2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6" name="Text Placeholder 11">
            <a:extLst>
              <a:ext uri="{FF2B5EF4-FFF2-40B4-BE49-F238E27FC236}">
                <a16:creationId xmlns:a16="http://schemas.microsoft.com/office/drawing/2014/main" id="{9CE39B9B-E062-6A42-D2C5-3D123E82DD48}"/>
              </a:ext>
            </a:extLst>
          </p:cNvPr>
          <p:cNvSpPr>
            <a:spLocks noGrp="1"/>
          </p:cNvSpPr>
          <p:nvPr>
            <p:ph type="body" sz="quarter" idx="2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spTree>
    <p:extLst>
      <p:ext uri="{BB962C8B-B14F-4D97-AF65-F5344CB8AC3E}">
        <p14:creationId xmlns:p14="http://schemas.microsoft.com/office/powerpoint/2010/main" val="11093247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llars_4col">
    <p:spTree>
      <p:nvGrpSpPr>
        <p:cNvPr id="1" name=""/>
        <p:cNvGrpSpPr/>
        <p:nvPr/>
      </p:nvGrpSpPr>
      <p:grpSpPr>
        <a:xfrm>
          <a:off x="0" y="0"/>
          <a:ext cx="0" cy="0"/>
          <a:chOff x="0" y="0"/>
          <a:chExt cx="0" cy="0"/>
        </a:xfrm>
      </p:grpSpPr>
      <p:sp>
        <p:nvSpPr>
          <p:cNvPr id="3" name="Subtitle"/>
          <p:cNvSpPr>
            <a:spLocks noGrp="1"/>
          </p:cNvSpPr>
          <p:nvPr userDrawn="1">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
        <p:nvSpPr>
          <p:cNvPr id="100" name="PillarBg1"/>
          <p:cNvSpPr/>
          <p:nvPr/>
        </p:nvSpPr>
        <p:spPr>
          <a:xfrm>
            <a:off x="767405" y="1829967"/>
            <a:ext cx="2589297" cy="4231402"/>
          </a:xfrm>
          <a:prstGeom prst="rect">
            <a:avLst/>
          </a:prstGeom>
          <a:solidFill>
            <a:srgbClr val="F4F4F4"/>
          </a:solidFill>
          <a:ln>
            <a:noFill/>
          </a:ln>
        </p:spPr>
        <p:txBody>
          <a:bodyPr/>
          <a:lstStyle/>
          <a:p>
            <a:endParaRPr>
              <a:latin typeface="Verdana" pitchFamily="2" charset="0"/>
            </a:endParaRPr>
          </a:p>
        </p:txBody>
      </p:sp>
      <p:sp>
        <p:nvSpPr>
          <p:cNvPr id="101" name="PillarBar1"/>
          <p:cNvSpPr/>
          <p:nvPr/>
        </p:nvSpPr>
        <p:spPr>
          <a:xfrm>
            <a:off x="767405" y="1772816"/>
            <a:ext cx="2589297" cy="57151"/>
          </a:xfrm>
          <a:prstGeom prst="rect">
            <a:avLst/>
          </a:prstGeom>
          <a:solidFill>
            <a:srgbClr val="E23615"/>
          </a:solidFill>
          <a:ln>
            <a:noFill/>
          </a:ln>
        </p:spPr>
        <p:txBody>
          <a:bodyPr/>
          <a:lstStyle/>
          <a:p>
            <a:endParaRPr>
              <a:latin typeface="Verdana" pitchFamily="2" charset="0"/>
            </a:endParaRPr>
          </a:p>
        </p:txBody>
      </p:sp>
      <p:sp>
        <p:nvSpPr>
          <p:cNvPr id="102" name="PillarTitle1"/>
          <p:cNvSpPr>
            <a:spLocks noGrp="1"/>
          </p:cNvSpPr>
          <p:nvPr userDrawn="1">
            <p:ph type="body" idx="10"/>
          </p:nvPr>
        </p:nvSpPr>
        <p:spPr>
          <a:xfrm>
            <a:off x="917405" y="1971414"/>
            <a:ext cx="2289297"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1 Title</a:t>
            </a:r>
          </a:p>
        </p:txBody>
      </p:sp>
      <p:sp>
        <p:nvSpPr>
          <p:cNvPr id="103" name="PillarContent1"/>
          <p:cNvSpPr>
            <a:spLocks noGrp="1"/>
          </p:cNvSpPr>
          <p:nvPr userDrawn="1">
            <p:ph type="body" idx="11"/>
          </p:nvPr>
        </p:nvSpPr>
        <p:spPr>
          <a:xfrm>
            <a:off x="867405" y="2570722"/>
            <a:ext cx="2389297" cy="3433496"/>
          </a:xfrm>
          <a:prstGeom prst="rect">
            <a:avLst/>
          </a:prstGeom>
          <a:noFill/>
          <a:ln>
            <a:noFill/>
          </a:ln>
        </p:spPr>
        <p:txBody>
          <a:bodyPr wrap="square" lIns="91440" tIns="45720" rIns="91440" bIns="45720" anchor="t"/>
          <a:lstStyle/>
          <a:p>
            <a:pPr marL="171450" indent="-171450">
              <a:buChar char="•"/>
            </a:pPr>
            <a:r>
              <a:rPr sz="1400" dirty="0">
                <a:solidFill>
                  <a:srgbClr val="414344"/>
                </a:solidFill>
                <a:latin typeface="Verdana" pitchFamily="2" charset="0"/>
              </a:rPr>
              <a:t>Content placeholder</a:t>
            </a:r>
          </a:p>
        </p:txBody>
      </p:sp>
      <p:sp>
        <p:nvSpPr>
          <p:cNvPr id="110" name="PillarBg2"/>
          <p:cNvSpPr/>
          <p:nvPr/>
        </p:nvSpPr>
        <p:spPr>
          <a:xfrm>
            <a:off x="3456702" y="1829967"/>
            <a:ext cx="2589297" cy="4231402"/>
          </a:xfrm>
          <a:prstGeom prst="rect">
            <a:avLst/>
          </a:prstGeom>
          <a:solidFill>
            <a:srgbClr val="F4F4F4"/>
          </a:solidFill>
          <a:ln>
            <a:noFill/>
          </a:ln>
        </p:spPr>
        <p:txBody>
          <a:bodyPr/>
          <a:lstStyle/>
          <a:p>
            <a:endParaRPr>
              <a:latin typeface="Verdana" pitchFamily="2" charset="0"/>
            </a:endParaRPr>
          </a:p>
        </p:txBody>
      </p:sp>
      <p:sp>
        <p:nvSpPr>
          <p:cNvPr id="111" name="PillarBar2"/>
          <p:cNvSpPr/>
          <p:nvPr/>
        </p:nvSpPr>
        <p:spPr>
          <a:xfrm>
            <a:off x="3456702" y="1772816"/>
            <a:ext cx="2589297" cy="57151"/>
          </a:xfrm>
          <a:prstGeom prst="rect">
            <a:avLst/>
          </a:prstGeom>
          <a:solidFill>
            <a:srgbClr val="00B0F0"/>
          </a:solidFill>
          <a:ln>
            <a:noFill/>
          </a:ln>
        </p:spPr>
        <p:txBody>
          <a:bodyPr/>
          <a:lstStyle/>
          <a:p>
            <a:endParaRPr>
              <a:latin typeface="Verdana" pitchFamily="2" charset="0"/>
            </a:endParaRPr>
          </a:p>
        </p:txBody>
      </p:sp>
      <p:sp>
        <p:nvSpPr>
          <p:cNvPr id="112" name="PillarTitle2"/>
          <p:cNvSpPr>
            <a:spLocks noGrp="1"/>
          </p:cNvSpPr>
          <p:nvPr userDrawn="1">
            <p:ph type="body" idx="12"/>
          </p:nvPr>
        </p:nvSpPr>
        <p:spPr>
          <a:xfrm>
            <a:off x="3606702" y="1971414"/>
            <a:ext cx="2289297"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2 Title</a:t>
            </a:r>
          </a:p>
        </p:txBody>
      </p:sp>
      <p:sp>
        <p:nvSpPr>
          <p:cNvPr id="113" name="PillarContent2"/>
          <p:cNvSpPr>
            <a:spLocks noGrp="1"/>
          </p:cNvSpPr>
          <p:nvPr userDrawn="1">
            <p:ph type="body" idx="13"/>
          </p:nvPr>
        </p:nvSpPr>
        <p:spPr>
          <a:xfrm>
            <a:off x="3556702" y="2570722"/>
            <a:ext cx="2389297"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20" name="PillarBg3"/>
          <p:cNvSpPr/>
          <p:nvPr/>
        </p:nvSpPr>
        <p:spPr>
          <a:xfrm>
            <a:off x="6145999" y="1829967"/>
            <a:ext cx="2589297" cy="4231402"/>
          </a:xfrm>
          <a:prstGeom prst="rect">
            <a:avLst/>
          </a:prstGeom>
          <a:solidFill>
            <a:srgbClr val="F4F4F4"/>
          </a:solidFill>
          <a:ln>
            <a:noFill/>
          </a:ln>
        </p:spPr>
        <p:txBody>
          <a:bodyPr/>
          <a:lstStyle/>
          <a:p>
            <a:endParaRPr>
              <a:latin typeface="Verdana" pitchFamily="2" charset="0"/>
            </a:endParaRPr>
          </a:p>
        </p:txBody>
      </p:sp>
      <p:sp>
        <p:nvSpPr>
          <p:cNvPr id="121" name="PillarBar3"/>
          <p:cNvSpPr/>
          <p:nvPr/>
        </p:nvSpPr>
        <p:spPr>
          <a:xfrm>
            <a:off x="6145999" y="1772816"/>
            <a:ext cx="2589297" cy="57151"/>
          </a:xfrm>
          <a:prstGeom prst="rect">
            <a:avLst/>
          </a:prstGeom>
          <a:solidFill>
            <a:srgbClr val="FFCA4B"/>
          </a:solidFill>
          <a:ln>
            <a:noFill/>
          </a:ln>
        </p:spPr>
        <p:txBody>
          <a:bodyPr/>
          <a:lstStyle/>
          <a:p>
            <a:endParaRPr>
              <a:latin typeface="Verdana" pitchFamily="2" charset="0"/>
            </a:endParaRPr>
          </a:p>
        </p:txBody>
      </p:sp>
      <p:sp>
        <p:nvSpPr>
          <p:cNvPr id="122" name="PillarTitle3"/>
          <p:cNvSpPr>
            <a:spLocks noGrp="1"/>
          </p:cNvSpPr>
          <p:nvPr userDrawn="1">
            <p:ph type="body" idx="14"/>
          </p:nvPr>
        </p:nvSpPr>
        <p:spPr>
          <a:xfrm>
            <a:off x="6295999" y="1971414"/>
            <a:ext cx="2289297"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3 Title</a:t>
            </a:r>
          </a:p>
        </p:txBody>
      </p:sp>
      <p:sp>
        <p:nvSpPr>
          <p:cNvPr id="123" name="PillarContent3"/>
          <p:cNvSpPr>
            <a:spLocks noGrp="1"/>
          </p:cNvSpPr>
          <p:nvPr userDrawn="1">
            <p:ph type="body" idx="15"/>
          </p:nvPr>
        </p:nvSpPr>
        <p:spPr>
          <a:xfrm>
            <a:off x="6245999" y="2570722"/>
            <a:ext cx="2389297"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30" name="PillarBg4"/>
          <p:cNvSpPr/>
          <p:nvPr/>
        </p:nvSpPr>
        <p:spPr>
          <a:xfrm>
            <a:off x="8835296" y="1829967"/>
            <a:ext cx="2589297" cy="4231402"/>
          </a:xfrm>
          <a:prstGeom prst="rect">
            <a:avLst/>
          </a:prstGeom>
          <a:solidFill>
            <a:srgbClr val="F4F4F4"/>
          </a:solidFill>
          <a:ln>
            <a:noFill/>
          </a:ln>
        </p:spPr>
        <p:txBody>
          <a:bodyPr/>
          <a:lstStyle/>
          <a:p>
            <a:endParaRPr>
              <a:latin typeface="Verdana" pitchFamily="2" charset="0"/>
            </a:endParaRPr>
          </a:p>
        </p:txBody>
      </p:sp>
      <p:sp>
        <p:nvSpPr>
          <p:cNvPr id="131" name="PillarBar4"/>
          <p:cNvSpPr/>
          <p:nvPr/>
        </p:nvSpPr>
        <p:spPr>
          <a:xfrm>
            <a:off x="8835296" y="1772816"/>
            <a:ext cx="2589297" cy="57151"/>
          </a:xfrm>
          <a:prstGeom prst="rect">
            <a:avLst/>
          </a:prstGeom>
          <a:solidFill>
            <a:srgbClr val="28AF91"/>
          </a:solidFill>
          <a:ln>
            <a:noFill/>
          </a:ln>
        </p:spPr>
        <p:txBody>
          <a:bodyPr/>
          <a:lstStyle/>
          <a:p>
            <a:endParaRPr>
              <a:latin typeface="Verdana" pitchFamily="2" charset="0"/>
            </a:endParaRPr>
          </a:p>
        </p:txBody>
      </p:sp>
      <p:sp>
        <p:nvSpPr>
          <p:cNvPr id="132" name="PillarTitle4"/>
          <p:cNvSpPr>
            <a:spLocks noGrp="1"/>
          </p:cNvSpPr>
          <p:nvPr userDrawn="1">
            <p:ph type="body" idx="16"/>
          </p:nvPr>
        </p:nvSpPr>
        <p:spPr>
          <a:xfrm>
            <a:off x="8985296" y="1971414"/>
            <a:ext cx="2289297" cy="307777"/>
          </a:xfrm>
          <a:prstGeom prst="rect">
            <a:avLst/>
          </a:prstGeom>
          <a:noFill/>
          <a:ln>
            <a:noFill/>
          </a:ln>
        </p:spPr>
        <p:txBody>
          <a:bodyPr lIns="91440" tIns="45720" rIns="91440" bIns="45720" anchor="t" anchorCtr="0"/>
          <a:lstStyle/>
          <a:p>
            <a:pPr marL="0" marR="0" indent="0" algn="l">
              <a:buNone/>
            </a:pPr>
            <a:r>
              <a:rPr sz="1600" b="1" i="0" noProof="0">
                <a:solidFill>
                  <a:srgbClr val="E23615"/>
                </a:solidFill>
                <a:latin typeface="Verdana" pitchFamily="2" charset="0"/>
              </a:rPr>
              <a:t>Pillar 4 Title</a:t>
            </a:r>
          </a:p>
        </p:txBody>
      </p:sp>
      <p:sp>
        <p:nvSpPr>
          <p:cNvPr id="133" name="PillarContent4"/>
          <p:cNvSpPr>
            <a:spLocks noGrp="1"/>
          </p:cNvSpPr>
          <p:nvPr userDrawn="1">
            <p:ph type="body" idx="17"/>
          </p:nvPr>
        </p:nvSpPr>
        <p:spPr>
          <a:xfrm>
            <a:off x="8935296" y="2570722"/>
            <a:ext cx="2389297"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4" name="Title 1">
            <a:extLst>
              <a:ext uri="{FF2B5EF4-FFF2-40B4-BE49-F238E27FC236}">
                <a16:creationId xmlns:a16="http://schemas.microsoft.com/office/drawing/2014/main" id="{5AB73475-7AD7-898B-16DA-30C38C59150B}"/>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a:t>Click to insert title</a:t>
            </a:r>
          </a:p>
        </p:txBody>
      </p:sp>
      <p:pic>
        <p:nvPicPr>
          <p:cNvPr id="5" name="Image 3">
            <a:extLst>
              <a:ext uri="{FF2B5EF4-FFF2-40B4-BE49-F238E27FC236}">
                <a16:creationId xmlns:a16="http://schemas.microsoft.com/office/drawing/2014/main" id="{5380E0F6-FD68-1EED-8390-D36E954462D5}"/>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 name="Text Placeholder 11">
            <a:extLst>
              <a:ext uri="{FF2B5EF4-FFF2-40B4-BE49-F238E27FC236}">
                <a16:creationId xmlns:a16="http://schemas.microsoft.com/office/drawing/2014/main" id="{09BF6FAD-A2FD-BAEE-9CB8-5B2F19626812}"/>
              </a:ext>
            </a:extLst>
          </p:cNvPr>
          <p:cNvSpPr>
            <a:spLocks noGrp="1"/>
          </p:cNvSpPr>
          <p:nvPr>
            <p:ph type="body" sz="quarter" idx="2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6" name="Text Placeholder 11">
            <a:extLst>
              <a:ext uri="{FF2B5EF4-FFF2-40B4-BE49-F238E27FC236}">
                <a16:creationId xmlns:a16="http://schemas.microsoft.com/office/drawing/2014/main" id="{28486A39-7BEB-24F3-1CF8-EF352ADF45A3}"/>
              </a:ext>
            </a:extLst>
          </p:cNvPr>
          <p:cNvSpPr>
            <a:spLocks noGrp="1"/>
          </p:cNvSpPr>
          <p:nvPr>
            <p:ph type="body" sz="quarter" idx="2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spTree>
    <p:extLst>
      <p:ext uri="{BB962C8B-B14F-4D97-AF65-F5344CB8AC3E}">
        <p14:creationId xmlns:p14="http://schemas.microsoft.com/office/powerpoint/2010/main" val="112099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Pillars_5col">
    <p:spTree>
      <p:nvGrpSpPr>
        <p:cNvPr id="1" name=""/>
        <p:cNvGrpSpPr/>
        <p:nvPr/>
      </p:nvGrpSpPr>
      <p:grpSpPr>
        <a:xfrm>
          <a:off x="0" y="0"/>
          <a:ext cx="0" cy="0"/>
          <a:chOff x="0" y="0"/>
          <a:chExt cx="0" cy="0"/>
        </a:xfrm>
      </p:grpSpPr>
      <p:sp>
        <p:nvSpPr>
          <p:cNvPr id="3" name="Subtitle"/>
          <p:cNvSpPr>
            <a:spLocks noGrp="1"/>
          </p:cNvSpPr>
          <p:nvPr userDrawn="1">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
        <p:nvSpPr>
          <p:cNvPr id="100" name="PillarBg1"/>
          <p:cNvSpPr/>
          <p:nvPr/>
        </p:nvSpPr>
        <p:spPr>
          <a:xfrm>
            <a:off x="767405" y="1829967"/>
            <a:ext cx="2051438" cy="4231402"/>
          </a:xfrm>
          <a:prstGeom prst="rect">
            <a:avLst/>
          </a:prstGeom>
          <a:solidFill>
            <a:srgbClr val="F4F4F4"/>
          </a:solidFill>
          <a:ln>
            <a:noFill/>
          </a:ln>
        </p:spPr>
        <p:txBody>
          <a:bodyPr/>
          <a:lstStyle/>
          <a:p>
            <a:endParaRPr>
              <a:latin typeface="Verdana" pitchFamily="2" charset="0"/>
            </a:endParaRPr>
          </a:p>
        </p:txBody>
      </p:sp>
      <p:sp>
        <p:nvSpPr>
          <p:cNvPr id="101" name="PillarBar1"/>
          <p:cNvSpPr/>
          <p:nvPr/>
        </p:nvSpPr>
        <p:spPr>
          <a:xfrm>
            <a:off x="767405" y="1772816"/>
            <a:ext cx="2051438" cy="57151"/>
          </a:xfrm>
          <a:prstGeom prst="rect">
            <a:avLst/>
          </a:prstGeom>
          <a:solidFill>
            <a:srgbClr val="E23615"/>
          </a:solidFill>
          <a:ln>
            <a:noFill/>
          </a:ln>
        </p:spPr>
        <p:txBody>
          <a:bodyPr/>
          <a:lstStyle/>
          <a:p>
            <a:endParaRPr>
              <a:latin typeface="Verdana" pitchFamily="2" charset="0"/>
            </a:endParaRPr>
          </a:p>
        </p:txBody>
      </p:sp>
      <p:sp>
        <p:nvSpPr>
          <p:cNvPr id="102" name="PillarTitle1"/>
          <p:cNvSpPr>
            <a:spLocks noGrp="1"/>
          </p:cNvSpPr>
          <p:nvPr userDrawn="1">
            <p:ph type="body" idx="10"/>
          </p:nvPr>
        </p:nvSpPr>
        <p:spPr>
          <a:xfrm>
            <a:off x="917405" y="1971414"/>
            <a:ext cx="1751438" cy="307777"/>
          </a:xfrm>
          <a:prstGeom prst="rect">
            <a:avLst/>
          </a:prstGeom>
          <a:noFill/>
          <a:ln>
            <a:noFill/>
          </a:ln>
        </p:spPr>
        <p:txBody>
          <a:bodyPr lIns="91440" tIns="45720" rIns="91440" bIns="45720" anchor="t" anchorCtr="0"/>
          <a:lstStyle/>
          <a:p>
            <a:pPr marL="0" marR="0" indent="0" algn="l">
              <a:buNone/>
            </a:pPr>
            <a:r>
              <a:rPr sz="1600" b="1" i="0" noProof="0" dirty="0">
                <a:solidFill>
                  <a:srgbClr val="E23615"/>
                </a:solidFill>
                <a:latin typeface="Verdana" pitchFamily="2" charset="0"/>
              </a:rPr>
              <a:t>Pillar 1 Title</a:t>
            </a:r>
          </a:p>
        </p:txBody>
      </p:sp>
      <p:sp>
        <p:nvSpPr>
          <p:cNvPr id="103" name="PillarContent1"/>
          <p:cNvSpPr>
            <a:spLocks noGrp="1"/>
          </p:cNvSpPr>
          <p:nvPr userDrawn="1">
            <p:ph type="body" idx="11"/>
          </p:nvPr>
        </p:nvSpPr>
        <p:spPr>
          <a:xfrm>
            <a:off x="867405" y="2570722"/>
            <a:ext cx="1851438" cy="3433496"/>
          </a:xfrm>
          <a:prstGeom prst="rect">
            <a:avLst/>
          </a:prstGeom>
          <a:noFill/>
          <a:ln>
            <a:noFill/>
          </a:ln>
        </p:spPr>
        <p:txBody>
          <a:bodyPr wrap="square" lIns="91440" tIns="45720" rIns="91440" bIns="45720" anchor="t"/>
          <a:lstStyle/>
          <a:p>
            <a:pPr marL="171450" indent="-171450">
              <a:buChar char="•"/>
            </a:pPr>
            <a:r>
              <a:rPr sz="1400" dirty="0">
                <a:solidFill>
                  <a:srgbClr val="414344"/>
                </a:solidFill>
                <a:latin typeface="Verdana" pitchFamily="2" charset="0"/>
              </a:rPr>
              <a:t>Content placeholder</a:t>
            </a:r>
          </a:p>
        </p:txBody>
      </p:sp>
      <p:sp>
        <p:nvSpPr>
          <p:cNvPr id="110" name="PillarBg2"/>
          <p:cNvSpPr/>
          <p:nvPr/>
        </p:nvSpPr>
        <p:spPr>
          <a:xfrm>
            <a:off x="2918843" y="1829967"/>
            <a:ext cx="2051438" cy="4231402"/>
          </a:xfrm>
          <a:prstGeom prst="rect">
            <a:avLst/>
          </a:prstGeom>
          <a:solidFill>
            <a:srgbClr val="F4F4F4"/>
          </a:solidFill>
          <a:ln>
            <a:noFill/>
          </a:ln>
        </p:spPr>
        <p:txBody>
          <a:bodyPr/>
          <a:lstStyle/>
          <a:p>
            <a:endParaRPr>
              <a:latin typeface="Verdana" pitchFamily="2" charset="0"/>
            </a:endParaRPr>
          </a:p>
        </p:txBody>
      </p:sp>
      <p:sp>
        <p:nvSpPr>
          <p:cNvPr id="111" name="PillarBar2"/>
          <p:cNvSpPr/>
          <p:nvPr/>
        </p:nvSpPr>
        <p:spPr>
          <a:xfrm>
            <a:off x="2918843" y="1772816"/>
            <a:ext cx="2051438" cy="57151"/>
          </a:xfrm>
          <a:prstGeom prst="rect">
            <a:avLst/>
          </a:prstGeom>
          <a:solidFill>
            <a:srgbClr val="00B0F0"/>
          </a:solidFill>
          <a:ln>
            <a:noFill/>
          </a:ln>
        </p:spPr>
        <p:txBody>
          <a:bodyPr/>
          <a:lstStyle/>
          <a:p>
            <a:endParaRPr>
              <a:latin typeface="Verdana" pitchFamily="2" charset="0"/>
            </a:endParaRPr>
          </a:p>
        </p:txBody>
      </p:sp>
      <p:sp>
        <p:nvSpPr>
          <p:cNvPr id="112" name="PillarTitle2"/>
          <p:cNvSpPr>
            <a:spLocks noGrp="1"/>
          </p:cNvSpPr>
          <p:nvPr userDrawn="1">
            <p:ph type="body" idx="12"/>
          </p:nvPr>
        </p:nvSpPr>
        <p:spPr>
          <a:xfrm>
            <a:off x="3068843" y="1971414"/>
            <a:ext cx="1751438" cy="307777"/>
          </a:xfrm>
          <a:prstGeom prst="rect">
            <a:avLst/>
          </a:prstGeom>
          <a:noFill/>
          <a:ln>
            <a:noFill/>
          </a:ln>
        </p:spPr>
        <p:txBody>
          <a:bodyPr lIns="91440" tIns="45720" rIns="91440" bIns="45720" anchor="t" anchorCtr="0"/>
          <a:lstStyle/>
          <a:p>
            <a:pPr marL="0" marR="0" indent="0" algn="l">
              <a:buNone/>
            </a:pPr>
            <a:r>
              <a:rPr sz="1600" b="1" i="0" noProof="0" dirty="0">
                <a:solidFill>
                  <a:srgbClr val="E23615"/>
                </a:solidFill>
                <a:latin typeface="Verdana" pitchFamily="2" charset="0"/>
              </a:rPr>
              <a:t>Pillar 2 Title</a:t>
            </a:r>
          </a:p>
        </p:txBody>
      </p:sp>
      <p:sp>
        <p:nvSpPr>
          <p:cNvPr id="113" name="PillarContent2"/>
          <p:cNvSpPr>
            <a:spLocks noGrp="1"/>
          </p:cNvSpPr>
          <p:nvPr userDrawn="1">
            <p:ph type="body" idx="13"/>
          </p:nvPr>
        </p:nvSpPr>
        <p:spPr>
          <a:xfrm>
            <a:off x="3018843" y="2570722"/>
            <a:ext cx="1851438"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20" name="PillarBg3"/>
          <p:cNvSpPr/>
          <p:nvPr/>
        </p:nvSpPr>
        <p:spPr>
          <a:xfrm>
            <a:off x="5070281" y="1829967"/>
            <a:ext cx="2051438" cy="4231402"/>
          </a:xfrm>
          <a:prstGeom prst="rect">
            <a:avLst/>
          </a:prstGeom>
          <a:solidFill>
            <a:srgbClr val="F4F4F4"/>
          </a:solidFill>
          <a:ln>
            <a:noFill/>
          </a:ln>
        </p:spPr>
        <p:txBody>
          <a:bodyPr/>
          <a:lstStyle/>
          <a:p>
            <a:endParaRPr>
              <a:latin typeface="Verdana" pitchFamily="2" charset="0"/>
            </a:endParaRPr>
          </a:p>
        </p:txBody>
      </p:sp>
      <p:sp>
        <p:nvSpPr>
          <p:cNvPr id="121" name="PillarBar3"/>
          <p:cNvSpPr/>
          <p:nvPr/>
        </p:nvSpPr>
        <p:spPr>
          <a:xfrm>
            <a:off x="5070281" y="1772816"/>
            <a:ext cx="2051438" cy="57151"/>
          </a:xfrm>
          <a:prstGeom prst="rect">
            <a:avLst/>
          </a:prstGeom>
          <a:solidFill>
            <a:srgbClr val="FFCA4B"/>
          </a:solidFill>
          <a:ln>
            <a:noFill/>
          </a:ln>
        </p:spPr>
        <p:txBody>
          <a:bodyPr/>
          <a:lstStyle/>
          <a:p>
            <a:endParaRPr>
              <a:latin typeface="Verdana" pitchFamily="2" charset="0"/>
            </a:endParaRPr>
          </a:p>
        </p:txBody>
      </p:sp>
      <p:sp>
        <p:nvSpPr>
          <p:cNvPr id="122" name="PillarTitle3"/>
          <p:cNvSpPr>
            <a:spLocks noGrp="1"/>
          </p:cNvSpPr>
          <p:nvPr userDrawn="1">
            <p:ph type="body" idx="14"/>
          </p:nvPr>
        </p:nvSpPr>
        <p:spPr>
          <a:xfrm>
            <a:off x="5220281" y="1971414"/>
            <a:ext cx="1751438" cy="307777"/>
          </a:xfrm>
          <a:prstGeom prst="rect">
            <a:avLst/>
          </a:prstGeom>
          <a:noFill/>
          <a:ln>
            <a:noFill/>
          </a:ln>
        </p:spPr>
        <p:txBody>
          <a:bodyPr lIns="91440" tIns="45720" rIns="91440" bIns="45720" anchor="t" anchorCtr="0"/>
          <a:lstStyle/>
          <a:p>
            <a:pPr marL="0" marR="0" indent="0" algn="l">
              <a:buNone/>
            </a:pPr>
            <a:r>
              <a:rPr sz="1600" b="1" i="0" noProof="0" dirty="0">
                <a:solidFill>
                  <a:srgbClr val="E23615"/>
                </a:solidFill>
                <a:latin typeface="Verdana" pitchFamily="2" charset="0"/>
              </a:rPr>
              <a:t>Pillar 3 Title</a:t>
            </a:r>
          </a:p>
        </p:txBody>
      </p:sp>
      <p:sp>
        <p:nvSpPr>
          <p:cNvPr id="123" name="PillarContent3"/>
          <p:cNvSpPr>
            <a:spLocks noGrp="1"/>
          </p:cNvSpPr>
          <p:nvPr userDrawn="1">
            <p:ph type="body" idx="15"/>
          </p:nvPr>
        </p:nvSpPr>
        <p:spPr>
          <a:xfrm>
            <a:off x="5170281" y="2570722"/>
            <a:ext cx="1851438"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30" name="PillarBg4"/>
          <p:cNvSpPr/>
          <p:nvPr/>
        </p:nvSpPr>
        <p:spPr>
          <a:xfrm>
            <a:off x="7221719" y="1829967"/>
            <a:ext cx="2051438" cy="4231402"/>
          </a:xfrm>
          <a:prstGeom prst="rect">
            <a:avLst/>
          </a:prstGeom>
          <a:solidFill>
            <a:srgbClr val="F4F4F4"/>
          </a:solidFill>
          <a:ln>
            <a:noFill/>
          </a:ln>
        </p:spPr>
        <p:txBody>
          <a:bodyPr/>
          <a:lstStyle/>
          <a:p>
            <a:endParaRPr>
              <a:latin typeface="Verdana" pitchFamily="2" charset="0"/>
            </a:endParaRPr>
          </a:p>
        </p:txBody>
      </p:sp>
      <p:sp>
        <p:nvSpPr>
          <p:cNvPr id="131" name="PillarBar4"/>
          <p:cNvSpPr/>
          <p:nvPr/>
        </p:nvSpPr>
        <p:spPr>
          <a:xfrm>
            <a:off x="7221719" y="1772816"/>
            <a:ext cx="2051438" cy="57151"/>
          </a:xfrm>
          <a:prstGeom prst="rect">
            <a:avLst/>
          </a:prstGeom>
          <a:solidFill>
            <a:srgbClr val="28AF91"/>
          </a:solidFill>
          <a:ln>
            <a:noFill/>
          </a:ln>
        </p:spPr>
        <p:txBody>
          <a:bodyPr/>
          <a:lstStyle/>
          <a:p>
            <a:endParaRPr>
              <a:latin typeface="Verdana" pitchFamily="2" charset="0"/>
            </a:endParaRPr>
          </a:p>
        </p:txBody>
      </p:sp>
      <p:sp>
        <p:nvSpPr>
          <p:cNvPr id="132" name="PillarTitle4"/>
          <p:cNvSpPr>
            <a:spLocks noGrp="1"/>
          </p:cNvSpPr>
          <p:nvPr userDrawn="1">
            <p:ph type="body" idx="16"/>
          </p:nvPr>
        </p:nvSpPr>
        <p:spPr>
          <a:xfrm>
            <a:off x="7371719" y="1971414"/>
            <a:ext cx="1751438" cy="307777"/>
          </a:xfrm>
          <a:prstGeom prst="rect">
            <a:avLst/>
          </a:prstGeom>
          <a:noFill/>
          <a:ln>
            <a:noFill/>
          </a:ln>
        </p:spPr>
        <p:txBody>
          <a:bodyPr lIns="91440" tIns="45720" rIns="91440" bIns="45720" anchor="t" anchorCtr="0"/>
          <a:lstStyle/>
          <a:p>
            <a:pPr marL="0" marR="0" indent="0" algn="l">
              <a:buNone/>
            </a:pPr>
            <a:r>
              <a:rPr sz="1600" b="1" i="0" noProof="0" dirty="0">
                <a:solidFill>
                  <a:srgbClr val="E23615"/>
                </a:solidFill>
                <a:latin typeface="Verdana" pitchFamily="2" charset="0"/>
              </a:rPr>
              <a:t>Pillar 4 Title</a:t>
            </a:r>
          </a:p>
        </p:txBody>
      </p:sp>
      <p:sp>
        <p:nvSpPr>
          <p:cNvPr id="133" name="PillarContent4"/>
          <p:cNvSpPr>
            <a:spLocks noGrp="1"/>
          </p:cNvSpPr>
          <p:nvPr userDrawn="1">
            <p:ph type="body" idx="17"/>
          </p:nvPr>
        </p:nvSpPr>
        <p:spPr>
          <a:xfrm>
            <a:off x="7321719" y="2570722"/>
            <a:ext cx="1851438"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140" name="PillarBg5"/>
          <p:cNvSpPr/>
          <p:nvPr/>
        </p:nvSpPr>
        <p:spPr>
          <a:xfrm>
            <a:off x="9373157" y="1829967"/>
            <a:ext cx="2051438" cy="4231402"/>
          </a:xfrm>
          <a:prstGeom prst="rect">
            <a:avLst/>
          </a:prstGeom>
          <a:solidFill>
            <a:srgbClr val="F4F4F4"/>
          </a:solidFill>
          <a:ln>
            <a:noFill/>
          </a:ln>
        </p:spPr>
        <p:txBody>
          <a:bodyPr/>
          <a:lstStyle/>
          <a:p>
            <a:endParaRPr>
              <a:latin typeface="Verdana" pitchFamily="2" charset="0"/>
            </a:endParaRPr>
          </a:p>
        </p:txBody>
      </p:sp>
      <p:sp>
        <p:nvSpPr>
          <p:cNvPr id="141" name="PillarBar5"/>
          <p:cNvSpPr/>
          <p:nvPr/>
        </p:nvSpPr>
        <p:spPr>
          <a:xfrm>
            <a:off x="9373157" y="1772816"/>
            <a:ext cx="2051438" cy="57151"/>
          </a:xfrm>
          <a:prstGeom prst="rect">
            <a:avLst/>
          </a:prstGeom>
          <a:solidFill>
            <a:srgbClr val="414344"/>
          </a:solidFill>
          <a:ln>
            <a:noFill/>
          </a:ln>
        </p:spPr>
        <p:txBody>
          <a:bodyPr/>
          <a:lstStyle/>
          <a:p>
            <a:endParaRPr>
              <a:latin typeface="Verdana" pitchFamily="2" charset="0"/>
            </a:endParaRPr>
          </a:p>
        </p:txBody>
      </p:sp>
      <p:sp>
        <p:nvSpPr>
          <p:cNvPr id="142" name="PillarTitle5"/>
          <p:cNvSpPr>
            <a:spLocks noGrp="1"/>
          </p:cNvSpPr>
          <p:nvPr userDrawn="1">
            <p:ph type="body" idx="18"/>
          </p:nvPr>
        </p:nvSpPr>
        <p:spPr>
          <a:xfrm>
            <a:off x="9523157" y="1971414"/>
            <a:ext cx="1751438" cy="307777"/>
          </a:xfrm>
          <a:prstGeom prst="rect">
            <a:avLst/>
          </a:prstGeom>
          <a:noFill/>
          <a:ln>
            <a:noFill/>
          </a:ln>
        </p:spPr>
        <p:txBody>
          <a:bodyPr lIns="91440" tIns="45720" rIns="91440" bIns="45720" anchor="t" anchorCtr="0"/>
          <a:lstStyle/>
          <a:p>
            <a:pPr marL="0" marR="0" indent="0" algn="l">
              <a:buNone/>
            </a:pPr>
            <a:r>
              <a:rPr sz="1600" b="1" i="0" noProof="0" dirty="0">
                <a:solidFill>
                  <a:srgbClr val="E23615"/>
                </a:solidFill>
                <a:latin typeface="Verdana" pitchFamily="2" charset="0"/>
              </a:rPr>
              <a:t>Pillar 5 Title</a:t>
            </a:r>
          </a:p>
        </p:txBody>
      </p:sp>
      <p:sp>
        <p:nvSpPr>
          <p:cNvPr id="143" name="PillarContent5"/>
          <p:cNvSpPr>
            <a:spLocks noGrp="1"/>
          </p:cNvSpPr>
          <p:nvPr userDrawn="1">
            <p:ph type="body" idx="19"/>
          </p:nvPr>
        </p:nvSpPr>
        <p:spPr>
          <a:xfrm>
            <a:off x="9473157" y="2570722"/>
            <a:ext cx="1851438" cy="3433496"/>
          </a:xfrm>
          <a:prstGeom prst="rect">
            <a:avLst/>
          </a:prstGeom>
          <a:noFill/>
          <a:ln>
            <a:noFill/>
          </a:ln>
        </p:spPr>
        <p:txBody>
          <a:bodyPr wrap="square" lIns="91440" tIns="45720" rIns="91440" bIns="45720" anchor="t"/>
          <a:lstStyle/>
          <a:p>
            <a:pPr marL="171450" indent="-171450">
              <a:buChar char="•"/>
            </a:pPr>
            <a:r>
              <a:rPr sz="1400">
                <a:solidFill>
                  <a:srgbClr val="414344"/>
                </a:solidFill>
                <a:latin typeface="Verdana" pitchFamily="2" charset="0"/>
              </a:rPr>
              <a:t>Content placeholder</a:t>
            </a:r>
          </a:p>
        </p:txBody>
      </p:sp>
      <p:sp>
        <p:nvSpPr>
          <p:cNvPr id="4" name="Title 1">
            <a:extLst>
              <a:ext uri="{FF2B5EF4-FFF2-40B4-BE49-F238E27FC236}">
                <a16:creationId xmlns:a16="http://schemas.microsoft.com/office/drawing/2014/main" id="{45DF30DF-119C-E629-7F24-E0212D6A067F}"/>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pic>
        <p:nvPicPr>
          <p:cNvPr id="5" name="Image 3">
            <a:extLst>
              <a:ext uri="{FF2B5EF4-FFF2-40B4-BE49-F238E27FC236}">
                <a16:creationId xmlns:a16="http://schemas.microsoft.com/office/drawing/2014/main" id="{5DE561EB-9526-0F7A-D2EC-650E5C47CA04}"/>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2" name="Text Placeholder 11">
            <a:extLst>
              <a:ext uri="{FF2B5EF4-FFF2-40B4-BE49-F238E27FC236}">
                <a16:creationId xmlns:a16="http://schemas.microsoft.com/office/drawing/2014/main" id="{13B65233-02B0-62C8-D012-55D04241A67C}"/>
              </a:ext>
            </a:extLst>
          </p:cNvPr>
          <p:cNvSpPr>
            <a:spLocks noGrp="1"/>
          </p:cNvSpPr>
          <p:nvPr>
            <p:ph type="body" sz="quarter" idx="26"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6" name="Text Placeholder 11">
            <a:extLst>
              <a:ext uri="{FF2B5EF4-FFF2-40B4-BE49-F238E27FC236}">
                <a16:creationId xmlns:a16="http://schemas.microsoft.com/office/drawing/2014/main" id="{18295363-CCB1-5EB0-BA63-DE40FF640383}"/>
              </a:ext>
            </a:extLst>
          </p:cNvPr>
          <p:cNvSpPr>
            <a:spLocks noGrp="1"/>
          </p:cNvSpPr>
          <p:nvPr>
            <p:ph type="body" sz="quarter" idx="27"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spTree>
    <p:extLst>
      <p:ext uri="{BB962C8B-B14F-4D97-AF65-F5344CB8AC3E}">
        <p14:creationId xmlns:p14="http://schemas.microsoft.com/office/powerpoint/2010/main" val="325635020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Slide 1">
    <p:spTree>
      <p:nvGrpSpPr>
        <p:cNvPr id="1" name=""/>
        <p:cNvGrpSpPr/>
        <p:nvPr/>
      </p:nvGrpSpPr>
      <p:grpSpPr>
        <a:xfrm>
          <a:off x="0" y="0"/>
          <a:ext cx="0" cy="0"/>
          <a:chOff x="0" y="0"/>
          <a:chExt cx="0" cy="0"/>
        </a:xfrm>
      </p:grpSpPr>
      <p:sp>
        <p:nvSpPr>
          <p:cNvPr id="3" name="Text Placeholder 11">
            <a:extLst>
              <a:ext uri="{FF2B5EF4-FFF2-40B4-BE49-F238E27FC236}">
                <a16:creationId xmlns:a16="http://schemas.microsoft.com/office/drawing/2014/main" id="{C8F5E1B7-5461-83F8-508C-711539ED5B3A}"/>
              </a:ext>
            </a:extLst>
          </p:cNvPr>
          <p:cNvSpPr>
            <a:spLocks noGrp="1"/>
          </p:cNvSpPr>
          <p:nvPr>
            <p:ph type="body" sz="quarter" idx="27" hasCustomPrompt="1"/>
          </p:nvPr>
        </p:nvSpPr>
        <p:spPr>
          <a:xfrm>
            <a:off x="622827" y="6410756"/>
            <a:ext cx="1447911" cy="210542"/>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1" i="0" kern="1200" baseline="0" dirty="0">
                <a:solidFill>
                  <a:schemeClr val="accent2"/>
                </a:solidFill>
                <a:latin typeface="Verdana" pitchFamily="2" charset="77"/>
                <a:ea typeface="+mn-ea"/>
                <a:cs typeface="+mn-cs"/>
              </a:defRPr>
            </a:lvl1pPr>
          </a:lstStyle>
          <a:p>
            <a:pPr lvl="0"/>
            <a:r>
              <a:rPr dirty="0"/>
              <a:t>Footnote 1</a:t>
            </a:r>
          </a:p>
        </p:txBody>
      </p:sp>
      <p:sp>
        <p:nvSpPr>
          <p:cNvPr id="4" name="Text Placeholder 11">
            <a:extLst>
              <a:ext uri="{FF2B5EF4-FFF2-40B4-BE49-F238E27FC236}">
                <a16:creationId xmlns:a16="http://schemas.microsoft.com/office/drawing/2014/main" id="{DAA659DF-0700-2F11-37DB-0677DC2401EF}"/>
              </a:ext>
            </a:extLst>
          </p:cNvPr>
          <p:cNvSpPr>
            <a:spLocks noGrp="1"/>
          </p:cNvSpPr>
          <p:nvPr>
            <p:ph type="body" sz="quarter" idx="28" hasCustomPrompt="1"/>
          </p:nvPr>
        </p:nvSpPr>
        <p:spPr>
          <a:xfrm>
            <a:off x="2406183" y="6410756"/>
            <a:ext cx="1673593" cy="229973"/>
          </a:xfrm>
          <a:prstGeom prst="rect">
            <a:avLst/>
          </a:prstGeom>
        </p:spPr>
        <p:txBody>
          <a:bodyPr anchor="t" anchorCtr="0"/>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lang="de-CH" sz="1200" b="0" i="0" kern="1200" baseline="0" dirty="0">
                <a:solidFill>
                  <a:schemeClr val="accent2"/>
                </a:solidFill>
                <a:latin typeface="Verdana" panose="00000500000000000000" pitchFamily="2" charset="0"/>
                <a:ea typeface="+mn-ea"/>
                <a:cs typeface="+mn-cs"/>
              </a:defRPr>
            </a:lvl1pPr>
          </a:lstStyle>
          <a:p>
            <a:pPr lvl="0"/>
            <a:r>
              <a:rPr dirty="0"/>
              <a:t>Footnote 2</a:t>
            </a:r>
          </a:p>
        </p:txBody>
      </p:sp>
      <p:pic>
        <p:nvPicPr>
          <p:cNvPr id="5" name="Image 3">
            <a:extLst>
              <a:ext uri="{FF2B5EF4-FFF2-40B4-BE49-F238E27FC236}">
                <a16:creationId xmlns:a16="http://schemas.microsoft.com/office/drawing/2014/main" id="{C7B7BB22-ADAC-9158-848A-B9DF8A022092}"/>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531570" y="1057828"/>
            <a:ext cx="1725935" cy="136090"/>
          </a:xfrm>
          <a:prstGeom prst="rect">
            <a:avLst/>
          </a:prstGeom>
        </p:spPr>
      </p:pic>
      <p:sp>
        <p:nvSpPr>
          <p:cNvPr id="7" name="Titre 2">
            <a:extLst>
              <a:ext uri="{FF2B5EF4-FFF2-40B4-BE49-F238E27FC236}">
                <a16:creationId xmlns:a16="http://schemas.microsoft.com/office/drawing/2014/main" id="{9F9037C1-33E8-E695-6D37-CFE668DF8176}"/>
              </a:ext>
            </a:extLst>
          </p:cNvPr>
          <p:cNvSpPr>
            <a:spLocks noGrp="1"/>
          </p:cNvSpPr>
          <p:nvPr>
            <p:ph type="title" hasCustomPrompt="1"/>
          </p:nvPr>
        </p:nvSpPr>
        <p:spPr>
          <a:xfrm>
            <a:off x="597318" y="466663"/>
            <a:ext cx="11076521" cy="559785"/>
          </a:xfrm>
          <a:prstGeom prst="rect">
            <a:avLst/>
          </a:prstGeom>
        </p:spPr>
        <p:txBody>
          <a:bodyPr>
            <a:normAutofit/>
          </a:bodyPr>
          <a:lstStyle>
            <a:lvl1pPr marL="0" indent="0" algn="l">
              <a:defRPr sz="2000" b="1" i="0" baseline="0">
                <a:solidFill>
                  <a:schemeClr val="accent2"/>
                </a:solidFill>
                <a:latin typeface="Verdana" pitchFamily="2" charset="77"/>
              </a:defRPr>
            </a:lvl1pPr>
          </a:lstStyle>
          <a:p>
            <a:pPr algn="l"/>
            <a:r>
              <a:rPr noProof="0" dirty="0"/>
              <a:t>Click to insert title</a:t>
            </a:r>
          </a:p>
        </p:txBody>
      </p:sp>
      <p:sp>
        <p:nvSpPr>
          <p:cNvPr id="8" name="Subtitle">
            <a:extLst>
              <a:ext uri="{FF2B5EF4-FFF2-40B4-BE49-F238E27FC236}">
                <a16:creationId xmlns:a16="http://schemas.microsoft.com/office/drawing/2014/main" id="{A6DB9FE0-8F17-DE3D-3F14-6D60663C7FE3}"/>
              </a:ext>
            </a:extLst>
          </p:cNvPr>
          <p:cNvSpPr>
            <a:spLocks noGrp="1"/>
          </p:cNvSpPr>
          <p:nvPr>
            <p:ph type="subTitle" idx="1"/>
          </p:nvPr>
        </p:nvSpPr>
        <p:spPr>
          <a:xfrm>
            <a:off x="597103" y="903970"/>
            <a:ext cx="11076127" cy="365760"/>
          </a:xfrm>
          <a:prstGeom prst="rect">
            <a:avLst/>
          </a:prstGeom>
          <a:noFill/>
          <a:ln>
            <a:noFill/>
          </a:ln>
        </p:spPr>
        <p:txBody>
          <a:bodyPr wrap="square" anchor="t"/>
          <a:lstStyle/>
          <a:p>
            <a:pPr algn="l">
              <a:buNone/>
            </a:pPr>
            <a:endParaRPr sz="1400" i="1" dirty="0">
              <a:latin typeface="Verdana" pitchFamily="34" charset="0"/>
            </a:endParaRPr>
          </a:p>
        </p:txBody>
      </p:sp>
    </p:spTree>
    <p:extLst>
      <p:ext uri="{BB962C8B-B14F-4D97-AF65-F5344CB8AC3E}">
        <p14:creationId xmlns:p14="http://schemas.microsoft.com/office/powerpoint/2010/main" val="84908271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179220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ooter Placeholder 4">
            <a:extLst>
              <a:ext uri="{FF2B5EF4-FFF2-40B4-BE49-F238E27FC236}">
                <a16:creationId xmlns:a16="http://schemas.microsoft.com/office/drawing/2014/main" id="{5C38FBCC-A740-AC40-7BCB-BB2BFB6A5085}"/>
              </a:ext>
            </a:extLst>
          </p:cNvPr>
          <p:cNvSpPr txBox="1">
            <a:spLocks/>
          </p:cNvSpPr>
          <p:nvPr userDrawn="1"/>
        </p:nvSpPr>
        <p:spPr>
          <a:xfrm>
            <a:off x="191344" y="6372590"/>
            <a:ext cx="504018" cy="268139"/>
          </a:xfrm>
          <a:prstGeom prst="rect">
            <a:avLst/>
          </a:prstGeom>
        </p:spPr>
        <p:txBody>
          <a:bodyPr vert="horz" lIns="91440" tIns="45720" rIns="180000" bIns="45720" rtlCol="0" anchor="ctr"/>
          <a:lstStyle>
            <a:defPPr>
              <a:defRPr lang="fr-FR"/>
            </a:defPPr>
            <a:lvl1pPr marL="0" algn="l" defTabSz="914400" rtl="0" eaLnBrk="1" latinLnBrk="0" hangingPunct="1">
              <a:defRPr sz="900" b="0" kern="1200">
                <a:solidFill>
                  <a:schemeClr val="accent2"/>
                </a:solidFill>
                <a:latin typeface="Verdana"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4118672-A67E-450C-B5F0-6774677CF265}" type="slidenum">
              <a:rPr smtClean="0"/>
              <a:pPr/>
              <a:t>‹#›</a:t>
            </a:fld>
            <a:endParaRPr b="1" i="0" dirty="0">
              <a:latin typeface="Verdana" pitchFamily="2" charset="77"/>
            </a:endParaRPr>
          </a:p>
        </p:txBody>
      </p:sp>
      <p:pic>
        <p:nvPicPr>
          <p:cNvPr id="2" name="Graphic 1">
            <a:extLst>
              <a:ext uri="{FF2B5EF4-FFF2-40B4-BE49-F238E27FC236}">
                <a16:creationId xmlns:a16="http://schemas.microsoft.com/office/drawing/2014/main" id="{42CE9689-E7F6-C4D2-861E-1BD8FB89D407}"/>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rot="16200000">
            <a:off x="11454253" y="6020593"/>
            <a:ext cx="990599" cy="227012"/>
          </a:xfrm>
          <a:prstGeom prst="rect">
            <a:avLst/>
          </a:prstGeom>
        </p:spPr>
      </p:pic>
    </p:spTree>
    <p:extLst>
      <p:ext uri="{BB962C8B-B14F-4D97-AF65-F5344CB8AC3E}">
        <p14:creationId xmlns:p14="http://schemas.microsoft.com/office/powerpoint/2010/main" val="1678555418"/>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73" r:id="rId7"/>
    <p:sldLayoutId id="2147483843" r:id="rId8"/>
    <p:sldLayoutId id="2147483886" r:id="rId9"/>
    <p:sldLayoutId id="2147483778" r:id="rId10"/>
    <p:sldLayoutId id="2147483783" r:id="rId11"/>
    <p:sldLayoutId id="2147483784" r:id="rId12"/>
    <p:sldLayoutId id="2147483785" r:id="rId13"/>
    <p:sldLayoutId id="2147483780" r:id="rId14"/>
    <p:sldLayoutId id="2147483781" r:id="rId15"/>
    <p:sldLayoutId id="2147483877" r:id="rId16"/>
    <p:sldLayoutId id="2147483880" r:id="rId17"/>
    <p:sldLayoutId id="2147483793" r:id="rId18"/>
    <p:sldLayoutId id="2147483812" r:id="rId19"/>
    <p:sldLayoutId id="2147483813" r:id="rId20"/>
    <p:sldLayoutId id="2147483801" r:id="rId21"/>
    <p:sldLayoutId id="2147483803" r:id="rId22"/>
    <p:sldLayoutId id="2147483804" r:id="rId23"/>
    <p:sldLayoutId id="2147483805" r:id="rId24"/>
    <p:sldLayoutId id="2147483847" r:id="rId25"/>
    <p:sldLayoutId id="2147483848" r:id="rId26"/>
    <p:sldLayoutId id="2147483883" r:id="rId27"/>
    <p:sldLayoutId id="2147483884" r:id="rId28"/>
    <p:sldLayoutId id="2147483885" r:id="rId29"/>
    <p:sldLayoutId id="2147483887" r:id="rId30"/>
    <p:sldLayoutId id="2147483822" r:id="rId31"/>
    <p:sldLayoutId id="2147483882" r:id="rId32"/>
  </p:sldLayoutIdLst>
  <p:transition>
    <p:fade/>
  </p:transition>
  <p:hf hdr="0" dt="0"/>
  <p:txStyles>
    <p:titleStyle>
      <a:lvl1pPr algn="l" defTabSz="914400" rtl="0" eaLnBrk="1" latinLnBrk="0" hangingPunct="1">
        <a:lnSpc>
          <a:spcPct val="90000"/>
        </a:lnSpc>
        <a:spcBef>
          <a:spcPct val="0"/>
        </a:spcBef>
        <a:buNone/>
        <a:defRPr lang="en-US" sz="2400" b="1" kern="1200" baseline="0">
          <a:solidFill>
            <a:schemeClr val="accent2"/>
          </a:solidFill>
          <a:latin typeface="+mj-lt"/>
          <a:ea typeface="+mj-ea"/>
          <a:cs typeface="+mj-cs"/>
        </a:defRPr>
      </a:lvl1pPr>
    </p:titleStyle>
    <p:bodyStyle>
      <a:lvl1pPr marL="357188" indent="-357188" algn="l" defTabSz="914400" rtl="0" eaLnBrk="1" latinLnBrk="0" hangingPunct="1">
        <a:lnSpc>
          <a:spcPct val="90000"/>
        </a:lnSpc>
        <a:spcBef>
          <a:spcPts val="900"/>
        </a:spcBef>
        <a:buClr>
          <a:schemeClr val="tx2"/>
        </a:buClr>
        <a:buSzPct val="120000"/>
        <a:buFont typeface="Segoe UI" panose="020B0502040204020203" pitchFamily="34" charset="0"/>
        <a:buChar char="–"/>
        <a:defRPr lang="en-US" sz="2200" b="0" kern="1200" baseline="0">
          <a:solidFill>
            <a:schemeClr val="accent2"/>
          </a:solidFill>
          <a:latin typeface="+mn-lt"/>
          <a:ea typeface="+mn-ea"/>
          <a:cs typeface="+mn-cs"/>
        </a:defRPr>
      </a:lvl1pPr>
      <a:lvl2pPr marL="596900" indent="-228600" algn="l" defTabSz="914400" rtl="0" eaLnBrk="1" latinLnBrk="0" hangingPunct="1">
        <a:lnSpc>
          <a:spcPct val="90000"/>
        </a:lnSpc>
        <a:spcBef>
          <a:spcPts val="900"/>
        </a:spcBef>
        <a:buClr>
          <a:schemeClr val="bg1">
            <a:lumMod val="50000"/>
          </a:schemeClr>
        </a:buClr>
        <a:buFont typeface="Arial" panose="020B0604020202020204" pitchFamily="34" charset="0"/>
        <a:buChar char="•"/>
        <a:defRPr lang="en-US" sz="1800" kern="1200">
          <a:solidFill>
            <a:schemeClr val="accent2"/>
          </a:solidFill>
          <a:latin typeface="+mn-lt"/>
          <a:ea typeface="+mn-ea"/>
          <a:cs typeface="+mn-cs"/>
        </a:defRPr>
      </a:lvl2pPr>
      <a:lvl3pPr marL="835025" indent="-228600" algn="l" defTabSz="914400" rtl="0" eaLnBrk="1" latinLnBrk="0" hangingPunct="1">
        <a:lnSpc>
          <a:spcPct val="90000"/>
        </a:lnSpc>
        <a:spcBef>
          <a:spcPts val="900"/>
        </a:spcBef>
        <a:buClr>
          <a:schemeClr val="bg1">
            <a:lumMod val="65000"/>
          </a:schemeClr>
        </a:buClr>
        <a:buSzPct val="100000"/>
        <a:buFont typeface="Arial" panose="020B0604020202020204" pitchFamily="34" charset="0"/>
        <a:buChar char="•"/>
        <a:tabLst/>
        <a:defRPr lang="en-US" sz="1600" kern="1200" baseline="0" dirty="0" smtClean="0">
          <a:solidFill>
            <a:schemeClr val="accent2"/>
          </a:solidFill>
          <a:latin typeface="+mn-lt"/>
          <a:ea typeface="+mn-ea"/>
          <a:cs typeface="+mn-cs"/>
        </a:defRPr>
      </a:lvl3pPr>
      <a:lvl4pPr marL="1344613" indent="-228600" algn="l" defTabSz="914400" rtl="0" eaLnBrk="1" latinLnBrk="0" hangingPunct="1">
        <a:lnSpc>
          <a:spcPct val="90000"/>
        </a:lnSpc>
        <a:spcBef>
          <a:spcPts val="900"/>
        </a:spcBef>
        <a:buSzPct val="100000"/>
        <a:buFont typeface="Arial" panose="020B0604020202020204" pitchFamily="34" charset="0"/>
        <a:buChar char="•"/>
        <a:defRPr lang="en-US" sz="1600" kern="1200">
          <a:solidFill>
            <a:schemeClr val="bg2"/>
          </a:solidFill>
          <a:latin typeface="+mn-lt"/>
          <a:ea typeface="+mn-ea"/>
          <a:cs typeface="+mn-cs"/>
        </a:defRPr>
      </a:lvl4pPr>
      <a:lvl5pPr marL="1612900" indent="-228600" algn="l" defTabSz="914400" rtl="0" eaLnBrk="1" latinLnBrk="0" hangingPunct="1">
        <a:lnSpc>
          <a:spcPct val="90000"/>
        </a:lnSpc>
        <a:spcBef>
          <a:spcPts val="500"/>
        </a:spcBef>
        <a:buFont typeface="Arial" panose="020B0604020202020204" pitchFamily="34" charset="0"/>
        <a:buChar char="•"/>
        <a:defRPr lang="en-US" sz="12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800" kern="1200">
          <a:solidFill>
            <a:schemeClr val="tx1"/>
          </a:solidFill>
          <a:latin typeface="+mn-lt"/>
          <a:ea typeface="+mn-ea"/>
          <a:cs typeface="+mn-cs"/>
        </a:defRPr>
      </a:lvl1pPr>
      <a:lvl2pPr marL="457200" algn="l" defTabSz="914400" rtl="0" eaLnBrk="1" latinLnBrk="0" hangingPunct="1">
        <a:defRPr lang="en-US" sz="1800" kern="1200">
          <a:solidFill>
            <a:schemeClr val="tx1"/>
          </a:solidFill>
          <a:latin typeface="+mn-lt"/>
          <a:ea typeface="+mn-ea"/>
          <a:cs typeface="+mn-cs"/>
        </a:defRPr>
      </a:lvl2pPr>
      <a:lvl3pPr marL="914400" algn="l" defTabSz="914400" rtl="0" eaLnBrk="1" latinLnBrk="0" hangingPunct="1">
        <a:defRPr lang="en-US" sz="1800" kern="1200">
          <a:solidFill>
            <a:schemeClr val="tx1"/>
          </a:solidFill>
          <a:latin typeface="+mn-lt"/>
          <a:ea typeface="+mn-ea"/>
          <a:cs typeface="+mn-cs"/>
        </a:defRPr>
      </a:lvl3pPr>
      <a:lvl4pPr marL="1371600" algn="l" defTabSz="914400" rtl="0" eaLnBrk="1" latinLnBrk="0" hangingPunct="1">
        <a:defRPr lang="en-US" sz="1800" kern="1200">
          <a:solidFill>
            <a:schemeClr val="tx1"/>
          </a:solidFill>
          <a:latin typeface="+mn-lt"/>
          <a:ea typeface="+mn-ea"/>
          <a:cs typeface="+mn-cs"/>
        </a:defRPr>
      </a:lvl4pPr>
      <a:lvl5pPr marL="1828800" algn="l" defTabSz="914400" rtl="0" eaLnBrk="1" latinLnBrk="0" hangingPunct="1">
        <a:defRPr lang="en-US" sz="1800" kern="1200">
          <a:solidFill>
            <a:schemeClr val="tx1"/>
          </a:solidFill>
          <a:latin typeface="+mn-lt"/>
          <a:ea typeface="+mn-ea"/>
          <a:cs typeface="+mn-cs"/>
        </a:defRPr>
      </a:lvl5pPr>
      <a:lvl6pPr marL="2286000" algn="l" defTabSz="914400" rtl="0" eaLnBrk="1" latinLnBrk="0" hangingPunct="1">
        <a:defRPr lang="en-US" sz="1800" kern="1200">
          <a:solidFill>
            <a:schemeClr val="tx1"/>
          </a:solidFill>
          <a:latin typeface="+mn-lt"/>
          <a:ea typeface="+mn-ea"/>
          <a:cs typeface="+mn-cs"/>
        </a:defRPr>
      </a:lvl6pPr>
      <a:lvl7pPr marL="2743200" algn="l" defTabSz="914400" rtl="0" eaLnBrk="1" latinLnBrk="0" hangingPunct="1">
        <a:defRPr lang="en-US" sz="1800" kern="1200">
          <a:solidFill>
            <a:schemeClr val="tx1"/>
          </a:solidFill>
          <a:latin typeface="+mn-lt"/>
          <a:ea typeface="+mn-ea"/>
          <a:cs typeface="+mn-cs"/>
        </a:defRPr>
      </a:lvl7pPr>
      <a:lvl8pPr marL="3200400" algn="l" defTabSz="914400" rtl="0" eaLnBrk="1" latinLnBrk="0" hangingPunct="1">
        <a:defRPr lang="en-US" sz="1800" kern="1200">
          <a:solidFill>
            <a:schemeClr val="tx1"/>
          </a:solidFill>
          <a:latin typeface="+mn-lt"/>
          <a:ea typeface="+mn-ea"/>
          <a:cs typeface="+mn-cs"/>
        </a:defRPr>
      </a:lvl8pPr>
      <a:lvl9pPr marL="3657600" algn="l" defTabSz="914400" rtl="0" eaLnBrk="1" latinLnBrk="0" hangingPunct="1">
        <a:defRPr lang="en-U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551" userDrawn="1">
          <p15:clr>
            <a:srgbClr val="F26B43"/>
          </p15:clr>
        </p15:guide>
        <p15:guide id="4" orient="horz" pos="198" userDrawn="1">
          <p15:clr>
            <a:srgbClr val="F26B43"/>
          </p15:clr>
        </p15:guide>
        <p15:guide id="5" pos="356" userDrawn="1">
          <p15:clr>
            <a:srgbClr val="F26B43"/>
          </p15:clr>
        </p15:guide>
        <p15:guide id="6" pos="7324" userDrawn="1">
          <p15:clr>
            <a:srgbClr val="F26B43"/>
          </p15:clr>
        </p15:guide>
        <p15:guide id="7" orient="horz" pos="3892" userDrawn="1">
          <p15:clr>
            <a:srgbClr val="F26B43"/>
          </p15:clr>
        </p15:guide>
        <p15:guide id="8" orient="horz" pos="114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2.xml"/><Relationship Id="rId5" Type="http://schemas.microsoft.com/office/2007/relationships/hdphoto" Target="../media/hdphoto1.wdp"/><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5059680" y="609600"/>
            <a:ext cx="2072640" cy="2072640"/>
          </a:xfrm>
          <a:prstGeom prst="rect">
            <a:avLst/>
          </a:prstGeom>
        </p:spPr>
      </p:pic>
      <p:sp>
        <p:nvSpPr>
          <p:cNvPr id="3" name="Text 0"/>
          <p:cNvSpPr/>
          <p:nvPr/>
        </p:nvSpPr>
        <p:spPr>
          <a:xfrm>
            <a:off x="609600" y="2804160"/>
            <a:ext cx="10972800" cy="1097280"/>
          </a:xfrm>
          <a:prstGeom prst="rect">
            <a:avLst/>
          </a:prstGeom>
          <a:noFill/>
          <a:ln/>
        </p:spPr>
        <p:txBody>
          <a:bodyPr wrap="square" rtlCol="0" anchor="ctr"/>
          <a:lstStyle/>
          <a:p>
            <a:pPr algn="ctr" defTabSz="1219170"/>
            <a:r>
              <a:rPr sz="6400" b="1" dirty="0">
                <a:solidFill>
                  <a:srgbClr val="F0F0F5"/>
                </a:solidFill>
                <a:latin typeface="Trebuchet MS" pitchFamily="34" charset="0"/>
                <a:ea typeface="Trebuchet MS" pitchFamily="34" charset="-122"/>
                <a:cs typeface="Trebuchet MS" pitchFamily="34" charset="-120"/>
              </a:rPr>
              <a:t>Agentic </a:t>
            </a:r>
            <a:r>
              <a:rPr sz="6400" dirty="0">
                <a:solidFill>
                  <a:srgbClr val="E23615"/>
                </a:solidFill>
                <a:latin typeface="Trebuchet MS" pitchFamily="34" charset="0"/>
                <a:ea typeface="Trebuchet MS" pitchFamily="34" charset="-122"/>
                <a:cs typeface="Trebuchet MS" pitchFamily="34" charset="-120"/>
              </a:rPr>
              <a:t>Engineering</a:t>
            </a:r>
            <a:r>
              <a:rPr sz="3200" dirty="0">
                <a:solidFill>
                  <a:srgbClr val="E23615"/>
                </a:solidFill>
                <a:latin typeface="Trebuchet MS" pitchFamily="34" charset="0"/>
                <a:ea typeface="Trebuchet MS" pitchFamily="34" charset="-122"/>
                <a:cs typeface="Trebuchet MS" pitchFamily="34" charset="-120"/>
              </a:rPr>
              <a:t> by ELCA</a:t>
            </a:r>
            <a:endParaRPr sz="6400" dirty="0">
              <a:solidFill>
                <a:srgbClr val="E23615"/>
              </a:solidFill>
              <a:latin typeface="Verdana" panose="020F0502020204030204"/>
            </a:endParaRPr>
          </a:p>
        </p:txBody>
      </p:sp>
      <p:sp>
        <p:nvSpPr>
          <p:cNvPr id="4" name="Text 1"/>
          <p:cNvSpPr/>
          <p:nvPr/>
        </p:nvSpPr>
        <p:spPr>
          <a:xfrm>
            <a:off x="609600" y="3901440"/>
            <a:ext cx="10972800" cy="609600"/>
          </a:xfrm>
          <a:prstGeom prst="rect">
            <a:avLst/>
          </a:prstGeom>
          <a:noFill/>
          <a:ln/>
        </p:spPr>
        <p:txBody>
          <a:bodyPr wrap="square" rtlCol="0" anchor="ctr"/>
          <a:lstStyle/>
          <a:p>
            <a:pPr algn="ctr" defTabSz="1219170"/>
            <a:r>
              <a:rPr sz="2133" i="1" kern="0" spc="533" dirty="0">
                <a:solidFill>
                  <a:srgbClr val="666680"/>
                </a:solidFill>
                <a:latin typeface="Trebuchet MS" pitchFamily="34" charset="0"/>
                <a:ea typeface="Trebuchet MS" pitchFamily="34" charset="-122"/>
                <a:cs typeface="Trebuchet MS" pitchFamily="34" charset="-120"/>
              </a:rPr>
              <a:t>Where Agents Build Enterprise Solutions</a:t>
            </a:r>
            <a:endParaRPr sz="2133" dirty="0">
              <a:solidFill>
                <a:prstClr val="black"/>
              </a:solidFill>
              <a:latin typeface="Verdana" panose="020F0502020204030204"/>
            </a:endParaRPr>
          </a:p>
        </p:txBody>
      </p:sp>
      <p:sp>
        <p:nvSpPr>
          <p:cNvPr id="5" name="Shape 2"/>
          <p:cNvSpPr/>
          <p:nvPr/>
        </p:nvSpPr>
        <p:spPr>
          <a:xfrm>
            <a:off x="4267200" y="4754880"/>
            <a:ext cx="3657600" cy="0"/>
          </a:xfrm>
          <a:prstGeom prst="line">
            <a:avLst/>
          </a:prstGeom>
          <a:noFill/>
          <a:ln w="19050">
            <a:solidFill>
              <a:srgbClr val="E23615"/>
            </a:solidFill>
            <a:prstDash val="solid"/>
          </a:ln>
        </p:spPr>
        <p:txBody>
          <a:bodyPr/>
          <a:lstStyle/>
          <a:p>
            <a:pPr defTabSz="1219170"/>
            <a:endParaRPr sz="2400" dirty="0">
              <a:solidFill>
                <a:prstClr val="black"/>
              </a:solidFill>
              <a:highlight>
                <a:srgbClr val="E23615"/>
              </a:highlight>
              <a:latin typeface="Verdana" panose="020F0502020204030204"/>
            </a:endParaRPr>
          </a:p>
        </p:txBody>
      </p:sp>
      <p:sp>
        <p:nvSpPr>
          <p:cNvPr id="6" name="Text 3"/>
          <p:cNvSpPr/>
          <p:nvPr/>
        </p:nvSpPr>
        <p:spPr>
          <a:xfrm>
            <a:off x="609600" y="4998720"/>
            <a:ext cx="10972800" cy="487680"/>
          </a:xfrm>
          <a:prstGeom prst="rect">
            <a:avLst/>
          </a:prstGeom>
          <a:noFill/>
          <a:ln/>
        </p:spPr>
        <p:txBody>
          <a:bodyPr wrap="square" rtlCol="0" anchor="ctr"/>
          <a:lstStyle/>
          <a:p>
            <a:pPr algn="ctr" defTabSz="1219170"/>
            <a:r>
              <a:rPr sz="1600" dirty="0">
                <a:solidFill>
                  <a:srgbClr val="555570"/>
                </a:solidFill>
                <a:latin typeface="Verdana" pitchFamily="34" charset="0"/>
                <a:ea typeface="Calibri" pitchFamily="34" charset="-122"/>
                <a:cs typeface="Calibri" pitchFamily="34" charset="-120"/>
              </a:rPr>
              <a:t>Sounding Board</a:t>
            </a:r>
            <a:endParaRPr sz="1600" dirty="0">
              <a:solidFill>
                <a:prstClr val="black"/>
              </a:solidFill>
              <a:latin typeface="Verdana" panose="020F0502020204030204"/>
            </a:endParaRPr>
          </a:p>
        </p:txBody>
      </p:sp>
      <p:sp>
        <p:nvSpPr>
          <p:cNvPr id="7" name="Text 4"/>
          <p:cNvSpPr/>
          <p:nvPr/>
        </p:nvSpPr>
        <p:spPr>
          <a:xfrm>
            <a:off x="609600" y="6096000"/>
            <a:ext cx="10972800" cy="365760"/>
          </a:xfrm>
          <a:prstGeom prst="rect">
            <a:avLst/>
          </a:prstGeom>
          <a:noFill/>
          <a:ln/>
        </p:spPr>
        <p:txBody>
          <a:bodyPr wrap="square" rtlCol="0" anchor="ctr"/>
          <a:lstStyle/>
          <a:p>
            <a:pPr algn="ctr" defTabSz="1219170"/>
            <a:r>
              <a:rPr sz="1200" dirty="0">
                <a:solidFill>
                  <a:schemeClr val="bg1"/>
                </a:solidFill>
                <a:latin typeface="Verdana" pitchFamily="34" charset="0"/>
                <a:ea typeface="Calibri" pitchFamily="34" charset="-122"/>
                <a:cs typeface="Calibri" pitchFamily="34" charset="-120"/>
              </a:rPr>
              <a:t>Dr. Nissim J. Buchs  |  Confidential  </a:t>
            </a:r>
            <a:r>
              <a:rPr sz="1200">
                <a:solidFill>
                  <a:schemeClr val="bg1"/>
                </a:solidFill>
                <a:latin typeface="Verdana" pitchFamily="34" charset="0"/>
                <a:ea typeface="Calibri" pitchFamily="34" charset="-122"/>
                <a:cs typeface="Calibri" pitchFamily="34" charset="-120"/>
              </a:rPr>
              <a:t>|  June </a:t>
            </a:r>
            <a:r>
              <a:rPr sz="1200" dirty="0">
                <a:solidFill>
                  <a:schemeClr val="bg1"/>
                </a:solidFill>
                <a:latin typeface="Verdana" pitchFamily="34" charset="0"/>
                <a:ea typeface="Calibri" pitchFamily="34" charset="-122"/>
                <a:cs typeface="Calibri" pitchFamily="34" charset="-120"/>
              </a:rPr>
              <a:t>2026</a:t>
            </a:r>
            <a:endParaRPr sz="1200" dirty="0">
              <a:solidFill>
                <a:schemeClr val="bg1"/>
              </a:solidFill>
              <a:latin typeface="Verdana" panose="020F0502020204030204"/>
            </a:endParaRPr>
          </a:p>
        </p:txBody>
      </p:sp>
    </p:spTree>
    <p:extLst>
      <p:ext uri="{BB962C8B-B14F-4D97-AF65-F5344CB8AC3E}">
        <p14:creationId xmlns:p14="http://schemas.microsoft.com/office/powerpoint/2010/main" val="356378570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A5B101-7D79-AE99-10EE-F6B26DF60FAF}"/>
              </a:ext>
            </a:extLst>
          </p:cNvPr>
          <p:cNvSpPr>
            <a:spLocks noGrp="1"/>
          </p:cNvSpPr>
          <p:nvPr>
            <p:ph type="title"/>
          </p:nvPr>
        </p:nvSpPr>
        <p:spPr/>
        <p:txBody>
          <a:bodyPr/>
          <a:lstStyle/>
          <a:p>
            <a:pPr algn="l">
              <a:buNone/>
            </a:pPr>
            <a:r>
              <a:rPr sz="2800" b="1" dirty="0">
                <a:latin typeface="Verdana"/>
              </a:rPr>
              <a:t>Agenda &amp; Purpose</a:t>
            </a:r>
          </a:p>
        </p:txBody>
      </p:sp>
      <p:sp>
        <p:nvSpPr>
          <p:cNvPr id="50" name="Bar 1"/>
          <p:cNvSpPr/>
          <p:nvPr/>
        </p:nvSpPr>
        <p:spPr>
          <a:xfrm>
            <a:off x="838200" y="1447800"/>
            <a:ext cx="63500" cy="787400"/>
          </a:xfrm>
          <a:prstGeom prst="rect">
            <a:avLst/>
          </a:prstGeom>
          <a:solidFill>
            <a:srgbClr val="E23615"/>
          </a:solidFill>
          <a:ln>
            <a:noFill/>
          </a:ln>
        </p:spPr>
        <p:txBody>
          <a:bodyPr wrap="square" lIns="0" tIns="0" rIns="0" bIns="0" anchor="t"/>
          <a:lstStyle/>
          <a:p>
            <a:endParaRPr>
              <a:latin typeface="Verdana" pitchFamily="2" charset="0"/>
            </a:endParaRPr>
          </a:p>
        </p:txBody>
      </p:sp>
      <p:sp>
        <p:nvSpPr>
          <p:cNvPr id="51" name="Num 1"/>
          <p:cNvSpPr/>
          <p:nvPr/>
        </p:nvSpPr>
        <p:spPr>
          <a:xfrm>
            <a:off x="1066800" y="1549400"/>
            <a:ext cx="558800" cy="558800"/>
          </a:xfrm>
          <a:prstGeom prst="ellipse">
            <a:avLst/>
          </a:prstGeom>
          <a:solidFill>
            <a:srgbClr val="E23615"/>
          </a:solidFill>
          <a:ln>
            <a:noFill/>
          </a:ln>
        </p:spPr>
        <p:txBody>
          <a:bodyPr wrap="none" lIns="0" tIns="0" rIns="0" bIns="0" anchor="ctr"/>
          <a:lstStyle/>
          <a:p>
            <a:pPr algn="ctr">
              <a:buNone/>
            </a:pPr>
            <a:r>
              <a:rPr sz="1800" b="1" dirty="0">
                <a:solidFill>
                  <a:srgbClr val="FFFFFF"/>
                </a:solidFill>
                <a:latin typeface="Verdana" pitchFamily="2" charset="0"/>
              </a:rPr>
              <a:t>01</a:t>
            </a:r>
          </a:p>
        </p:txBody>
      </p:sp>
      <p:sp>
        <p:nvSpPr>
          <p:cNvPr id="52" name="Title 1"/>
          <p:cNvSpPr txBox="1"/>
          <p:nvPr/>
        </p:nvSpPr>
        <p:spPr>
          <a:xfrm>
            <a:off x="1803400" y="1511300"/>
            <a:ext cx="8382000" cy="355600"/>
          </a:xfrm>
          <a:prstGeom prst="rect">
            <a:avLst/>
          </a:prstGeom>
          <a:noFill/>
          <a:ln>
            <a:noFill/>
          </a:ln>
        </p:spPr>
        <p:txBody>
          <a:bodyPr wrap="square" lIns="0" tIns="0" rIns="0" bIns="0" anchor="t"/>
          <a:lstStyle/>
          <a:p>
            <a:pPr algn="l">
              <a:buNone/>
            </a:pPr>
            <a:r>
              <a:rPr sz="1800" b="1" dirty="0">
                <a:solidFill>
                  <a:srgbClr val="1A1A2E"/>
                </a:solidFill>
                <a:latin typeface="Verdana" pitchFamily="2" charset="0"/>
              </a:rPr>
              <a:t>Introduction</a:t>
            </a:r>
          </a:p>
        </p:txBody>
      </p:sp>
      <p:sp>
        <p:nvSpPr>
          <p:cNvPr id="53" name="Desc 1"/>
          <p:cNvSpPr txBox="1"/>
          <p:nvPr/>
        </p:nvSpPr>
        <p:spPr>
          <a:xfrm>
            <a:off x="1803400" y="1892300"/>
            <a:ext cx="8382000" cy="279400"/>
          </a:xfrm>
          <a:prstGeom prst="rect">
            <a:avLst/>
          </a:prstGeom>
          <a:noFill/>
          <a:ln>
            <a:noFill/>
          </a:ln>
        </p:spPr>
        <p:txBody>
          <a:bodyPr wrap="square" lIns="0" tIns="0" rIns="0" bIns="0" anchor="t"/>
          <a:lstStyle/>
          <a:p>
            <a:r>
              <a:rPr sz="1400" dirty="0">
                <a:solidFill>
                  <a:srgbClr val="555566"/>
                </a:solidFill>
                <a:latin typeface="Verdana" pitchFamily="2" charset="0"/>
              </a:rPr>
              <a:t>I</a:t>
            </a:r>
            <a:r>
              <a:rPr sz="1400" dirty="0" err="1">
                <a:solidFill>
                  <a:srgbClr val="555566"/>
                </a:solidFill>
                <a:latin typeface="Verdana" pitchFamily="2" charset="0"/>
              </a:rPr>
              <a:t>psum</a:t>
            </a:r>
            <a:r>
              <a:rPr sz="1400" dirty="0">
                <a:solidFill>
                  <a:srgbClr val="555566"/>
                </a:solidFill>
                <a:latin typeface="Verdana" pitchFamily="2" charset="0"/>
              </a:rPr>
              <a:t> larum</a:t>
            </a:r>
          </a:p>
        </p:txBody>
      </p:sp>
      <p:sp>
        <p:nvSpPr>
          <p:cNvPr id="54" name="Bar 2"/>
          <p:cNvSpPr/>
          <p:nvPr/>
        </p:nvSpPr>
        <p:spPr>
          <a:xfrm>
            <a:off x="838200" y="2362200"/>
            <a:ext cx="63500" cy="787400"/>
          </a:xfrm>
          <a:prstGeom prst="rect">
            <a:avLst/>
          </a:prstGeom>
          <a:solidFill>
            <a:srgbClr val="E23615"/>
          </a:solidFill>
          <a:ln>
            <a:noFill/>
          </a:ln>
        </p:spPr>
        <p:txBody>
          <a:bodyPr wrap="square" lIns="0" tIns="0" rIns="0" bIns="0" anchor="t"/>
          <a:lstStyle/>
          <a:p>
            <a:endParaRPr>
              <a:latin typeface="Verdana" pitchFamily="2" charset="0"/>
            </a:endParaRPr>
          </a:p>
        </p:txBody>
      </p:sp>
      <p:sp>
        <p:nvSpPr>
          <p:cNvPr id="55" name="Num 2"/>
          <p:cNvSpPr/>
          <p:nvPr/>
        </p:nvSpPr>
        <p:spPr>
          <a:xfrm>
            <a:off x="1066800" y="2463800"/>
            <a:ext cx="558800" cy="558800"/>
          </a:xfrm>
          <a:prstGeom prst="ellipse">
            <a:avLst/>
          </a:prstGeom>
          <a:solidFill>
            <a:srgbClr val="E23615"/>
          </a:solidFill>
          <a:ln>
            <a:noFill/>
          </a:ln>
        </p:spPr>
        <p:txBody>
          <a:bodyPr wrap="none" lIns="0" tIns="0" rIns="0" bIns="0" anchor="ctr"/>
          <a:lstStyle/>
          <a:p>
            <a:pPr algn="ctr">
              <a:buNone/>
            </a:pPr>
            <a:r>
              <a:rPr sz="1800" b="1" dirty="0">
                <a:solidFill>
                  <a:srgbClr val="FFFFFF"/>
                </a:solidFill>
                <a:latin typeface="Verdana" pitchFamily="2" charset="0"/>
              </a:rPr>
              <a:t>02</a:t>
            </a:r>
          </a:p>
        </p:txBody>
      </p:sp>
      <p:sp>
        <p:nvSpPr>
          <p:cNvPr id="56" name="Title 2"/>
          <p:cNvSpPr txBox="1"/>
          <p:nvPr/>
        </p:nvSpPr>
        <p:spPr>
          <a:xfrm>
            <a:off x="1803400" y="2425700"/>
            <a:ext cx="8382000" cy="355600"/>
          </a:xfrm>
          <a:prstGeom prst="rect">
            <a:avLst/>
          </a:prstGeom>
          <a:noFill/>
          <a:ln>
            <a:noFill/>
          </a:ln>
        </p:spPr>
        <p:txBody>
          <a:bodyPr wrap="square" lIns="0" tIns="0" rIns="0" bIns="0" anchor="t"/>
          <a:lstStyle/>
          <a:p>
            <a:pPr algn="l">
              <a:buNone/>
            </a:pPr>
            <a:r>
              <a:rPr sz="1800" b="1" dirty="0">
                <a:solidFill>
                  <a:srgbClr val="1A1A2E"/>
                </a:solidFill>
                <a:latin typeface="Verdana" pitchFamily="2" charset="0"/>
              </a:rPr>
              <a:t>Overview — current activities</a:t>
            </a:r>
          </a:p>
        </p:txBody>
      </p:sp>
      <p:sp>
        <p:nvSpPr>
          <p:cNvPr id="57" name="Desc 2"/>
          <p:cNvSpPr txBox="1"/>
          <p:nvPr/>
        </p:nvSpPr>
        <p:spPr>
          <a:xfrm>
            <a:off x="1803400" y="2806700"/>
            <a:ext cx="8382000" cy="279400"/>
          </a:xfrm>
          <a:prstGeom prst="rect">
            <a:avLst/>
          </a:prstGeom>
          <a:noFill/>
          <a:ln>
            <a:noFill/>
          </a:ln>
        </p:spPr>
        <p:txBody>
          <a:bodyPr wrap="square" lIns="0" tIns="0" rIns="0" bIns="0" anchor="t"/>
          <a:lstStyle/>
          <a:p>
            <a:r>
              <a:rPr sz="1400" dirty="0">
                <a:solidFill>
                  <a:srgbClr val="555566"/>
                </a:solidFill>
                <a:latin typeface="Verdana" pitchFamily="2" charset="0"/>
              </a:rPr>
              <a:t>I</a:t>
            </a:r>
            <a:r>
              <a:rPr sz="1400" dirty="0" err="1">
                <a:solidFill>
                  <a:srgbClr val="555566"/>
                </a:solidFill>
                <a:latin typeface="Verdana" pitchFamily="2" charset="0"/>
              </a:rPr>
              <a:t>psum</a:t>
            </a:r>
            <a:r>
              <a:rPr sz="1400" dirty="0">
                <a:solidFill>
                  <a:srgbClr val="555566"/>
                </a:solidFill>
                <a:latin typeface="Verdana" pitchFamily="2" charset="0"/>
              </a:rPr>
              <a:t> larum</a:t>
            </a:r>
          </a:p>
        </p:txBody>
      </p:sp>
      <p:sp>
        <p:nvSpPr>
          <p:cNvPr id="58" name="Bar 3"/>
          <p:cNvSpPr/>
          <p:nvPr/>
        </p:nvSpPr>
        <p:spPr>
          <a:xfrm>
            <a:off x="838200" y="3276600"/>
            <a:ext cx="63500" cy="787400"/>
          </a:xfrm>
          <a:prstGeom prst="rect">
            <a:avLst/>
          </a:prstGeom>
          <a:solidFill>
            <a:srgbClr val="E23615"/>
          </a:solidFill>
          <a:ln>
            <a:noFill/>
          </a:ln>
        </p:spPr>
        <p:txBody>
          <a:bodyPr wrap="square" lIns="0" tIns="0" rIns="0" bIns="0" anchor="t"/>
          <a:lstStyle/>
          <a:p>
            <a:endParaRPr>
              <a:latin typeface="Verdana" pitchFamily="2" charset="0"/>
            </a:endParaRPr>
          </a:p>
        </p:txBody>
      </p:sp>
      <p:sp>
        <p:nvSpPr>
          <p:cNvPr id="59" name="Num 3"/>
          <p:cNvSpPr/>
          <p:nvPr/>
        </p:nvSpPr>
        <p:spPr>
          <a:xfrm>
            <a:off x="1066800" y="3378200"/>
            <a:ext cx="558800" cy="558800"/>
          </a:xfrm>
          <a:prstGeom prst="ellipse">
            <a:avLst/>
          </a:prstGeom>
          <a:solidFill>
            <a:srgbClr val="E23615"/>
          </a:solidFill>
          <a:ln>
            <a:noFill/>
          </a:ln>
        </p:spPr>
        <p:txBody>
          <a:bodyPr wrap="none" lIns="0" tIns="0" rIns="0" bIns="0" anchor="ctr"/>
          <a:lstStyle/>
          <a:p>
            <a:pPr algn="ctr">
              <a:buNone/>
            </a:pPr>
            <a:r>
              <a:rPr sz="1800" b="1" dirty="0">
                <a:solidFill>
                  <a:srgbClr val="FFFFFF"/>
                </a:solidFill>
                <a:latin typeface="Verdana" pitchFamily="2" charset="0"/>
              </a:rPr>
              <a:t>03</a:t>
            </a:r>
          </a:p>
        </p:txBody>
      </p:sp>
      <p:sp>
        <p:nvSpPr>
          <p:cNvPr id="60" name="Title 3"/>
          <p:cNvSpPr txBox="1"/>
          <p:nvPr/>
        </p:nvSpPr>
        <p:spPr>
          <a:xfrm>
            <a:off x="1803400" y="3340100"/>
            <a:ext cx="8382000" cy="355600"/>
          </a:xfrm>
          <a:prstGeom prst="rect">
            <a:avLst/>
          </a:prstGeom>
          <a:noFill/>
          <a:ln>
            <a:noFill/>
          </a:ln>
        </p:spPr>
        <p:txBody>
          <a:bodyPr wrap="square" lIns="0" tIns="0" rIns="0" bIns="0" anchor="t"/>
          <a:lstStyle/>
          <a:p>
            <a:pPr algn="l">
              <a:buNone/>
            </a:pPr>
            <a:r>
              <a:rPr sz="1800" b="1" dirty="0">
                <a:solidFill>
                  <a:srgbClr val="1A1A2E"/>
                </a:solidFill>
                <a:latin typeface="Verdana" pitchFamily="2" charset="0"/>
              </a:rPr>
              <a:t>Topic 1</a:t>
            </a:r>
          </a:p>
        </p:txBody>
      </p:sp>
      <p:sp>
        <p:nvSpPr>
          <p:cNvPr id="61" name="Desc 3"/>
          <p:cNvSpPr txBox="1"/>
          <p:nvPr/>
        </p:nvSpPr>
        <p:spPr>
          <a:xfrm>
            <a:off x="1803400" y="3721100"/>
            <a:ext cx="8382000" cy="279400"/>
          </a:xfrm>
          <a:prstGeom prst="rect">
            <a:avLst/>
          </a:prstGeom>
          <a:noFill/>
          <a:ln>
            <a:noFill/>
          </a:ln>
        </p:spPr>
        <p:txBody>
          <a:bodyPr wrap="square" lIns="0" tIns="0" rIns="0" bIns="0" anchor="t"/>
          <a:lstStyle/>
          <a:p>
            <a:r>
              <a:rPr sz="1400" dirty="0">
                <a:solidFill>
                  <a:srgbClr val="555566"/>
                </a:solidFill>
                <a:latin typeface="Verdana" pitchFamily="2" charset="0"/>
              </a:rPr>
              <a:t>I</a:t>
            </a:r>
            <a:r>
              <a:rPr sz="1400" dirty="0" err="1">
                <a:solidFill>
                  <a:srgbClr val="555566"/>
                </a:solidFill>
                <a:latin typeface="Verdana" pitchFamily="2" charset="0"/>
              </a:rPr>
              <a:t>psum</a:t>
            </a:r>
            <a:r>
              <a:rPr sz="1400" dirty="0">
                <a:solidFill>
                  <a:srgbClr val="555566"/>
                </a:solidFill>
                <a:latin typeface="Verdana" pitchFamily="2" charset="0"/>
              </a:rPr>
              <a:t> larum</a:t>
            </a:r>
          </a:p>
        </p:txBody>
      </p:sp>
      <p:sp>
        <p:nvSpPr>
          <p:cNvPr id="62" name="Bar 4"/>
          <p:cNvSpPr/>
          <p:nvPr/>
        </p:nvSpPr>
        <p:spPr>
          <a:xfrm>
            <a:off x="838200" y="4191000"/>
            <a:ext cx="63500" cy="787400"/>
          </a:xfrm>
          <a:prstGeom prst="rect">
            <a:avLst/>
          </a:prstGeom>
          <a:solidFill>
            <a:srgbClr val="E23615"/>
          </a:solidFill>
          <a:ln>
            <a:noFill/>
          </a:ln>
        </p:spPr>
        <p:txBody>
          <a:bodyPr wrap="square" lIns="0" tIns="0" rIns="0" bIns="0" anchor="t"/>
          <a:lstStyle/>
          <a:p>
            <a:endParaRPr>
              <a:latin typeface="Verdana" pitchFamily="2" charset="0"/>
            </a:endParaRPr>
          </a:p>
        </p:txBody>
      </p:sp>
      <p:sp>
        <p:nvSpPr>
          <p:cNvPr id="63" name="Num 4"/>
          <p:cNvSpPr/>
          <p:nvPr/>
        </p:nvSpPr>
        <p:spPr>
          <a:xfrm>
            <a:off x="1066800" y="4292600"/>
            <a:ext cx="558800" cy="558800"/>
          </a:xfrm>
          <a:prstGeom prst="ellipse">
            <a:avLst/>
          </a:prstGeom>
          <a:solidFill>
            <a:srgbClr val="E23615"/>
          </a:solidFill>
          <a:ln>
            <a:noFill/>
          </a:ln>
        </p:spPr>
        <p:txBody>
          <a:bodyPr wrap="none" lIns="0" tIns="0" rIns="0" bIns="0" anchor="ctr"/>
          <a:lstStyle/>
          <a:p>
            <a:pPr algn="ctr">
              <a:buNone/>
            </a:pPr>
            <a:r>
              <a:rPr sz="1800" b="1" dirty="0">
                <a:solidFill>
                  <a:srgbClr val="FFFFFF"/>
                </a:solidFill>
                <a:latin typeface="Verdana" pitchFamily="2" charset="0"/>
              </a:rPr>
              <a:t>04</a:t>
            </a:r>
          </a:p>
        </p:txBody>
      </p:sp>
      <p:sp>
        <p:nvSpPr>
          <p:cNvPr id="64" name="Title 4"/>
          <p:cNvSpPr txBox="1"/>
          <p:nvPr/>
        </p:nvSpPr>
        <p:spPr>
          <a:xfrm>
            <a:off x="1803400" y="4254500"/>
            <a:ext cx="8382000" cy="355600"/>
          </a:xfrm>
          <a:prstGeom prst="rect">
            <a:avLst/>
          </a:prstGeom>
          <a:noFill/>
          <a:ln>
            <a:noFill/>
          </a:ln>
        </p:spPr>
        <p:txBody>
          <a:bodyPr wrap="square" lIns="0" tIns="0" rIns="0" bIns="0" anchor="t"/>
          <a:lstStyle/>
          <a:p>
            <a:pPr algn="l">
              <a:buNone/>
            </a:pPr>
            <a:r>
              <a:rPr sz="1800" b="1" dirty="0">
                <a:solidFill>
                  <a:srgbClr val="1A1A2E"/>
                </a:solidFill>
                <a:latin typeface="Verdana" pitchFamily="2" charset="0"/>
              </a:rPr>
              <a:t>Topic 2</a:t>
            </a:r>
          </a:p>
        </p:txBody>
      </p:sp>
      <p:sp>
        <p:nvSpPr>
          <p:cNvPr id="65" name="Desc 4"/>
          <p:cNvSpPr txBox="1"/>
          <p:nvPr/>
        </p:nvSpPr>
        <p:spPr>
          <a:xfrm>
            <a:off x="1803400" y="4635500"/>
            <a:ext cx="8382000" cy="279400"/>
          </a:xfrm>
          <a:prstGeom prst="rect">
            <a:avLst/>
          </a:prstGeom>
          <a:noFill/>
          <a:ln>
            <a:noFill/>
          </a:ln>
        </p:spPr>
        <p:txBody>
          <a:bodyPr wrap="square" lIns="0" tIns="0" rIns="0" bIns="0" anchor="t"/>
          <a:lstStyle/>
          <a:p>
            <a:pPr algn="l">
              <a:buNone/>
            </a:pPr>
            <a:r>
              <a:rPr sz="1400" dirty="0">
                <a:solidFill>
                  <a:srgbClr val="555566"/>
                </a:solidFill>
                <a:latin typeface="Verdana" pitchFamily="2" charset="0"/>
              </a:rPr>
              <a:t>I</a:t>
            </a:r>
            <a:r>
              <a:rPr sz="1400" dirty="0" err="1">
                <a:solidFill>
                  <a:srgbClr val="555566"/>
                </a:solidFill>
                <a:latin typeface="Verdana" pitchFamily="2" charset="0"/>
              </a:rPr>
              <a:t>psum</a:t>
            </a:r>
            <a:r>
              <a:rPr sz="1400" dirty="0">
                <a:solidFill>
                  <a:srgbClr val="555566"/>
                </a:solidFill>
                <a:latin typeface="Verdana" pitchFamily="2" charset="0"/>
              </a:rPr>
              <a:t> larum</a:t>
            </a:r>
          </a:p>
        </p:txBody>
      </p:sp>
      <p:sp>
        <p:nvSpPr>
          <p:cNvPr id="66" name="Bar 5"/>
          <p:cNvSpPr/>
          <p:nvPr/>
        </p:nvSpPr>
        <p:spPr>
          <a:xfrm>
            <a:off x="838200" y="5105400"/>
            <a:ext cx="63500" cy="787400"/>
          </a:xfrm>
          <a:prstGeom prst="rect">
            <a:avLst/>
          </a:prstGeom>
          <a:solidFill>
            <a:srgbClr val="E23615"/>
          </a:solidFill>
          <a:ln>
            <a:noFill/>
          </a:ln>
        </p:spPr>
        <p:txBody>
          <a:bodyPr wrap="square" lIns="0" tIns="0" rIns="0" bIns="0" anchor="t"/>
          <a:lstStyle/>
          <a:p>
            <a:endParaRPr>
              <a:latin typeface="Verdana" pitchFamily="2" charset="0"/>
            </a:endParaRPr>
          </a:p>
        </p:txBody>
      </p:sp>
      <p:sp>
        <p:nvSpPr>
          <p:cNvPr id="67" name="Num 5"/>
          <p:cNvSpPr/>
          <p:nvPr/>
        </p:nvSpPr>
        <p:spPr>
          <a:xfrm>
            <a:off x="1066800" y="5207000"/>
            <a:ext cx="558800" cy="558800"/>
          </a:xfrm>
          <a:prstGeom prst="ellipse">
            <a:avLst/>
          </a:prstGeom>
          <a:solidFill>
            <a:srgbClr val="E23615"/>
          </a:solidFill>
          <a:ln>
            <a:noFill/>
          </a:ln>
        </p:spPr>
        <p:txBody>
          <a:bodyPr wrap="none" lIns="0" tIns="0" rIns="0" bIns="0" anchor="ctr"/>
          <a:lstStyle/>
          <a:p>
            <a:pPr algn="ctr">
              <a:buNone/>
            </a:pPr>
            <a:r>
              <a:rPr sz="1800" b="1" dirty="0">
                <a:solidFill>
                  <a:srgbClr val="FFFFFF"/>
                </a:solidFill>
                <a:latin typeface="Verdana" pitchFamily="2" charset="0"/>
              </a:rPr>
              <a:t>05</a:t>
            </a:r>
          </a:p>
        </p:txBody>
      </p:sp>
      <p:sp>
        <p:nvSpPr>
          <p:cNvPr id="68" name="Title 5"/>
          <p:cNvSpPr txBox="1"/>
          <p:nvPr/>
        </p:nvSpPr>
        <p:spPr>
          <a:xfrm>
            <a:off x="1803400" y="5168900"/>
            <a:ext cx="8382000" cy="355600"/>
          </a:xfrm>
          <a:prstGeom prst="rect">
            <a:avLst/>
          </a:prstGeom>
          <a:noFill/>
          <a:ln>
            <a:noFill/>
          </a:ln>
        </p:spPr>
        <p:txBody>
          <a:bodyPr wrap="square" lIns="0" tIns="0" rIns="0" bIns="0" anchor="t"/>
          <a:lstStyle/>
          <a:p>
            <a:pPr algn="l">
              <a:buNone/>
            </a:pPr>
            <a:r>
              <a:rPr sz="1800" b="1" dirty="0">
                <a:solidFill>
                  <a:srgbClr val="1A1A2E"/>
                </a:solidFill>
                <a:latin typeface="Verdana" pitchFamily="2" charset="0"/>
              </a:rPr>
              <a:t>Actions &amp; next steps</a:t>
            </a:r>
          </a:p>
        </p:txBody>
      </p:sp>
      <p:sp>
        <p:nvSpPr>
          <p:cNvPr id="69" name="Desc 5"/>
          <p:cNvSpPr txBox="1"/>
          <p:nvPr/>
        </p:nvSpPr>
        <p:spPr>
          <a:xfrm>
            <a:off x="1803400" y="5549900"/>
            <a:ext cx="8382000" cy="279400"/>
          </a:xfrm>
          <a:prstGeom prst="rect">
            <a:avLst/>
          </a:prstGeom>
          <a:noFill/>
          <a:ln>
            <a:noFill/>
          </a:ln>
        </p:spPr>
        <p:txBody>
          <a:bodyPr wrap="square" lIns="0" tIns="0" rIns="0" bIns="0" anchor="t"/>
          <a:lstStyle/>
          <a:p>
            <a:r>
              <a:rPr sz="1400" dirty="0">
                <a:solidFill>
                  <a:srgbClr val="555566"/>
                </a:solidFill>
                <a:latin typeface="Verdana" pitchFamily="2" charset="0"/>
              </a:rPr>
              <a:t>I</a:t>
            </a:r>
            <a:r>
              <a:rPr sz="1400" dirty="0" err="1">
                <a:solidFill>
                  <a:srgbClr val="555566"/>
                </a:solidFill>
                <a:latin typeface="Verdana" pitchFamily="2" charset="0"/>
              </a:rPr>
              <a:t>psum</a:t>
            </a:r>
            <a:r>
              <a:rPr sz="1400" dirty="0">
                <a:solidFill>
                  <a:srgbClr val="555566"/>
                </a:solidFill>
                <a:latin typeface="Verdana" pitchFamily="2" charset="0"/>
              </a:rPr>
              <a:t> larum</a:t>
            </a:r>
          </a:p>
        </p:txBody>
      </p:sp>
      <p:sp>
        <p:nvSpPr>
          <p:cNvPr id="2" name="Slide Number Placeholder 1">
            <a:extLst>
              <a:ext uri="{FF2B5EF4-FFF2-40B4-BE49-F238E27FC236}">
                <a16:creationId xmlns:a16="http://schemas.microsoft.com/office/drawing/2014/main" id="{0287462C-F608-D4C9-316B-7E543A02170D}"/>
              </a:ext>
            </a:extLst>
          </p:cNvPr>
          <p:cNvSpPr>
            <a:spLocks noGrp="1"/>
          </p:cNvSpPr>
          <p:nvPr>
            <p:ph type="sldNum" sz="quarter" idx="4294967295"/>
          </p:nvPr>
        </p:nvSpPr>
        <p:spPr>
          <a:xfrm>
            <a:off x="263392" y="6381328"/>
            <a:ext cx="360000" cy="263014"/>
          </a:xfrm>
          <a:prstGeom prst="rect">
            <a:avLst/>
          </a:prstGeom>
        </p:spPr>
        <p:txBody>
          <a:bodyPr/>
          <a:lstStyle/>
          <a:p>
            <a:fld id="{04118672-A67E-450C-B5F0-6774677CF265}" type="slidenum">
              <a:rPr lang="en-US" smtClean="0"/>
              <a:pPr/>
              <a:t>2</a:t>
            </a:fld>
            <a:endParaRPr lang="en-US" dirty="0"/>
          </a:p>
        </p:txBody>
      </p:sp>
    </p:spTree>
    <p:extLst>
      <p:ext uri="{BB962C8B-B14F-4D97-AF65-F5344CB8AC3E}">
        <p14:creationId xmlns:p14="http://schemas.microsoft.com/office/powerpoint/2010/main" val="28044327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91826B-7D6F-6088-2C9B-E8C4A1DCE8FB}"/>
              </a:ext>
            </a:extLst>
          </p:cNvPr>
          <p:cNvSpPr>
            <a:spLocks noGrp="1"/>
          </p:cNvSpPr>
          <p:nvPr>
            <p:ph type="body" sz="quarter" idx="27"/>
          </p:nvPr>
        </p:nvSpPr>
        <p:spPr/>
        <p:txBody>
          <a:bodyPr/>
          <a:lstStyle/>
          <a:p>
            <a:endParaRPr/>
          </a:p>
        </p:txBody>
      </p:sp>
      <p:sp>
        <p:nvSpPr>
          <p:cNvPr id="3" name="Title 2">
            <a:extLst>
              <a:ext uri="{FF2B5EF4-FFF2-40B4-BE49-F238E27FC236}">
                <a16:creationId xmlns:a16="http://schemas.microsoft.com/office/drawing/2014/main" id="{CE526C67-72AE-7DD9-7CE2-F7EDD6A60676}"/>
              </a:ext>
            </a:extLst>
          </p:cNvPr>
          <p:cNvSpPr>
            <a:spLocks noGrp="1"/>
          </p:cNvSpPr>
          <p:nvPr>
            <p:ph type="title"/>
          </p:nvPr>
        </p:nvSpPr>
        <p:spPr/>
        <p:txBody>
          <a:bodyPr/>
          <a:lstStyle/>
          <a:p>
            <a:endParaRPr/>
          </a:p>
        </p:txBody>
      </p:sp>
    </p:spTree>
    <p:extLst>
      <p:ext uri="{BB962C8B-B14F-4D97-AF65-F5344CB8AC3E}">
        <p14:creationId xmlns:p14="http://schemas.microsoft.com/office/powerpoint/2010/main" val="409060045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36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59680" y="731520"/>
            <a:ext cx="2072640" cy="2072640"/>
          </a:xfrm>
          <a:prstGeom prst="rect">
            <a:avLst/>
          </a:prstGeom>
        </p:spPr>
      </p:pic>
      <p:sp>
        <p:nvSpPr>
          <p:cNvPr id="3" name="Text 0"/>
          <p:cNvSpPr/>
          <p:nvPr/>
        </p:nvSpPr>
        <p:spPr>
          <a:xfrm>
            <a:off x="609600" y="2926080"/>
            <a:ext cx="10972800" cy="975360"/>
          </a:xfrm>
          <a:prstGeom prst="rect">
            <a:avLst/>
          </a:prstGeom>
          <a:noFill/>
          <a:ln/>
        </p:spPr>
        <p:txBody>
          <a:bodyPr wrap="square" rtlCol="0" anchor="ctr"/>
          <a:lstStyle/>
          <a:p>
            <a:pPr algn="ctr" defTabSz="1219170"/>
            <a:r>
              <a:rPr sz="5867" b="1" dirty="0">
                <a:solidFill>
                  <a:srgbClr val="FFFFFF"/>
                </a:solidFill>
                <a:latin typeface="Trebuchet MS" pitchFamily="34" charset="0"/>
                <a:ea typeface="Trebuchet MS" pitchFamily="34" charset="-122"/>
                <a:cs typeface="Trebuchet MS" pitchFamily="34" charset="-120"/>
              </a:rPr>
              <a:t>Agentic </a:t>
            </a:r>
            <a:r>
              <a:rPr sz="5867" dirty="0">
                <a:solidFill>
                  <a:srgbClr val="FFCCCC"/>
                </a:solidFill>
                <a:latin typeface="Trebuchet MS" pitchFamily="34" charset="0"/>
                <a:ea typeface="Trebuchet MS" pitchFamily="34" charset="-122"/>
                <a:cs typeface="Trebuchet MS" pitchFamily="34" charset="-120"/>
              </a:rPr>
              <a:t>Engineering</a:t>
            </a:r>
            <a:r>
              <a:rPr sz="3200" dirty="0">
                <a:solidFill>
                  <a:srgbClr val="FFCCCC"/>
                </a:solidFill>
                <a:latin typeface="Trebuchet MS" pitchFamily="34" charset="0"/>
                <a:ea typeface="Trebuchet MS" pitchFamily="34" charset="-122"/>
                <a:cs typeface="Trebuchet MS" pitchFamily="34" charset="-120"/>
              </a:rPr>
              <a:t> by ELCA</a:t>
            </a:r>
            <a:endParaRPr sz="3200" dirty="0">
              <a:solidFill>
                <a:prstClr val="black"/>
              </a:solidFill>
              <a:latin typeface="Verdana" panose="020F0502020204030204"/>
            </a:endParaRPr>
          </a:p>
        </p:txBody>
      </p:sp>
      <p:sp>
        <p:nvSpPr>
          <p:cNvPr id="4" name="Text 1"/>
          <p:cNvSpPr/>
          <p:nvPr/>
        </p:nvSpPr>
        <p:spPr>
          <a:xfrm>
            <a:off x="609600" y="3901440"/>
            <a:ext cx="10972800" cy="487680"/>
          </a:xfrm>
          <a:prstGeom prst="rect">
            <a:avLst/>
          </a:prstGeom>
          <a:noFill/>
          <a:ln/>
        </p:spPr>
        <p:txBody>
          <a:bodyPr wrap="square" rtlCol="0" anchor="ctr"/>
          <a:lstStyle/>
          <a:p>
            <a:pPr algn="ctr" defTabSz="1219170"/>
            <a:r>
              <a:rPr sz="2133" i="1" kern="0" spc="400" dirty="0">
                <a:solidFill>
                  <a:srgbClr val="FFDDDD"/>
                </a:solidFill>
                <a:latin typeface="Trebuchet MS" pitchFamily="34" charset="0"/>
                <a:ea typeface="Trebuchet MS" pitchFamily="34" charset="-122"/>
                <a:cs typeface="Trebuchet MS" pitchFamily="34" charset="-120"/>
              </a:rPr>
              <a:t>Where Agents Build Enterprise Solutions</a:t>
            </a:r>
            <a:endParaRPr sz="2133" dirty="0">
              <a:solidFill>
                <a:prstClr val="black"/>
              </a:solidFill>
              <a:latin typeface="Verdana" panose="020F0502020204030204"/>
            </a:endParaRPr>
          </a:p>
        </p:txBody>
      </p:sp>
      <p:sp>
        <p:nvSpPr>
          <p:cNvPr id="5" name="Shape 2"/>
          <p:cNvSpPr/>
          <p:nvPr/>
        </p:nvSpPr>
        <p:spPr>
          <a:xfrm>
            <a:off x="4267200" y="4632960"/>
            <a:ext cx="3657600" cy="0"/>
          </a:xfrm>
          <a:prstGeom prst="line">
            <a:avLst/>
          </a:prstGeom>
          <a:noFill/>
          <a:ln w="12700">
            <a:solidFill>
              <a:srgbClr val="FFFFFF"/>
            </a:solidFill>
            <a:prstDash val="solid"/>
          </a:ln>
        </p:spPr>
        <p:txBody>
          <a:bodyPr/>
          <a:lstStyle/>
          <a:p>
            <a:pPr defTabSz="1219170"/>
            <a:endParaRPr sz="2400">
              <a:solidFill>
                <a:prstClr val="black"/>
              </a:solidFill>
              <a:latin typeface="Verdana" panose="020F0502020204030204"/>
            </a:endParaRPr>
          </a:p>
        </p:txBody>
      </p:sp>
      <p:sp>
        <p:nvSpPr>
          <p:cNvPr id="12" name="Text Placeholder 1">
            <a:extLst>
              <a:ext uri="{FF2B5EF4-FFF2-40B4-BE49-F238E27FC236}">
                <a16:creationId xmlns:a16="http://schemas.microsoft.com/office/drawing/2014/main" id="{E945D815-4771-9DE0-63DE-77D3A6DF76AF}"/>
              </a:ext>
            </a:extLst>
          </p:cNvPr>
          <p:cNvSpPr txBox="1">
            <a:spLocks/>
          </p:cNvSpPr>
          <p:nvPr/>
        </p:nvSpPr>
        <p:spPr>
          <a:xfrm>
            <a:off x="4724400" y="5007306"/>
            <a:ext cx="2691612" cy="193899"/>
          </a:xfrm>
          <a:prstGeom prst="rect">
            <a:avLst/>
          </a:prstGeom>
        </p:spPr>
        <p:txBody>
          <a:bodyPr wrap="square" tIns="0" bIns="0" anchor="ctr">
            <a:spAutoFit/>
          </a:bodyPr>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sz="1400" b="1" i="0" kern="1200" baseline="0">
                <a:solidFill>
                  <a:srgbClr val="53585F"/>
                </a:solidFill>
                <a:latin typeface="Verdana" pitchFamily="2" charset="77"/>
                <a:ea typeface="+mn-ea"/>
                <a:cs typeface="+mn-cs"/>
              </a:defRPr>
            </a:lvl1pPr>
            <a:lvl2pPr marL="596900" indent="-228600" algn="l" defTabSz="914400" rtl="0" eaLnBrk="1" latinLnBrk="0" hangingPunct="1">
              <a:lnSpc>
                <a:spcPct val="90000"/>
              </a:lnSpc>
              <a:spcBef>
                <a:spcPts val="900"/>
              </a:spcBef>
              <a:buClr>
                <a:schemeClr val="bg1">
                  <a:lumMod val="50000"/>
                </a:schemeClr>
              </a:buClr>
              <a:buFont typeface="Arial" panose="020B0604020202020204" pitchFamily="34" charset="0"/>
              <a:buChar char="•"/>
              <a:defRPr sz="1800" kern="1200">
                <a:solidFill>
                  <a:schemeClr val="accent2"/>
                </a:solidFill>
                <a:latin typeface="+mn-lt"/>
                <a:ea typeface="+mn-ea"/>
                <a:cs typeface="+mn-cs"/>
              </a:defRPr>
            </a:lvl2pPr>
            <a:lvl3pPr marL="835025" indent="-228600" algn="l" defTabSz="914400" rtl="0" eaLnBrk="1" latinLnBrk="0" hangingPunct="1">
              <a:lnSpc>
                <a:spcPct val="90000"/>
              </a:lnSpc>
              <a:spcBef>
                <a:spcPts val="900"/>
              </a:spcBef>
              <a:buClr>
                <a:schemeClr val="bg1">
                  <a:lumMod val="65000"/>
                </a:schemeClr>
              </a:buClr>
              <a:buSzPct val="100000"/>
              <a:buFont typeface="Arial" panose="020B0604020202020204" pitchFamily="34" charset="0"/>
              <a:buChar char="•"/>
              <a:tabLst/>
              <a:defRPr lang="fr-FR" sz="1600" kern="1200" baseline="0" dirty="0" smtClean="0">
                <a:solidFill>
                  <a:schemeClr val="accent2"/>
                </a:solidFill>
                <a:latin typeface="+mn-lt"/>
                <a:ea typeface="+mn-ea"/>
                <a:cs typeface="+mn-cs"/>
              </a:defRPr>
            </a:lvl3pPr>
            <a:lvl4pPr marL="1344613" indent="-228600" algn="l" defTabSz="914400" rtl="0" eaLnBrk="1" latinLnBrk="0" hangingPunct="1">
              <a:lnSpc>
                <a:spcPct val="90000"/>
              </a:lnSpc>
              <a:spcBef>
                <a:spcPts val="900"/>
              </a:spcBef>
              <a:buSzPct val="100000"/>
              <a:buFont typeface="Arial" panose="020B0604020202020204" pitchFamily="34" charset="0"/>
              <a:buChar char="•"/>
              <a:defRPr sz="1600" kern="1200">
                <a:solidFill>
                  <a:schemeClr val="bg2"/>
                </a:solidFill>
                <a:latin typeface="+mn-lt"/>
                <a:ea typeface="+mn-ea"/>
                <a:cs typeface="+mn-cs"/>
              </a:defRPr>
            </a:lvl4pPr>
            <a:lvl5pPr marL="1612900" indent="-228600" algn="l" defTabSz="914400" rtl="0" eaLnBrk="1" latinLnBrk="0" hangingPunct="1">
              <a:lnSpc>
                <a:spcPct val="90000"/>
              </a:lnSpc>
              <a:spcBef>
                <a:spcPts val="500"/>
              </a:spcBef>
              <a:buFont typeface="Arial" panose="020B0604020202020204" pitchFamily="34" charset="0"/>
              <a:buChar char="•"/>
              <a:defRPr sz="12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900"/>
              </a:spcBef>
              <a:spcAft>
                <a:spcPts val="0"/>
              </a:spcAft>
              <a:buClr>
                <a:srgbClr val="E23615"/>
              </a:buClr>
              <a:buSzPct val="120000"/>
              <a:buFont typeface="Segoe UI" panose="020B0502040204020203" pitchFamily="34" charset="0"/>
              <a:buNone/>
              <a:tabLst/>
              <a:defRPr/>
            </a:pPr>
            <a:r>
              <a:rPr kumimoji="0" sz="1400" b="1" i="0" u="none" strike="noStrike" kern="1200" cap="none" spc="0" normalizeH="0" baseline="0" noProof="0" dirty="0">
                <a:ln>
                  <a:noFill/>
                </a:ln>
                <a:solidFill>
                  <a:schemeClr val="bg1"/>
                </a:solidFill>
                <a:effectLst/>
                <a:uLnTx/>
                <a:uFillTx/>
                <a:latin typeface="Verdana" pitchFamily="2" charset="77"/>
                <a:ea typeface="+mn-ea"/>
                <a:cs typeface="+mn-cs"/>
              </a:rPr>
              <a:t>Dr. Nissim J. Buchs</a:t>
            </a:r>
          </a:p>
        </p:txBody>
      </p:sp>
      <p:sp>
        <p:nvSpPr>
          <p:cNvPr id="13" name="Text Placeholder 3">
            <a:extLst>
              <a:ext uri="{FF2B5EF4-FFF2-40B4-BE49-F238E27FC236}">
                <a16:creationId xmlns:a16="http://schemas.microsoft.com/office/drawing/2014/main" id="{0641AC39-687E-2DF9-1DF2-27F8929DFE34}"/>
              </a:ext>
            </a:extLst>
          </p:cNvPr>
          <p:cNvSpPr txBox="1">
            <a:spLocks/>
          </p:cNvSpPr>
          <p:nvPr/>
        </p:nvSpPr>
        <p:spPr>
          <a:xfrm>
            <a:off x="4724400" y="5323032"/>
            <a:ext cx="3064024" cy="503215"/>
          </a:xfrm>
          <a:prstGeom prst="rect">
            <a:avLst/>
          </a:prstGeom>
        </p:spPr>
        <p:txBody>
          <a:bodyPr wrap="square" tIns="0" bIns="0" anchor="ctr">
            <a:spAutoFit/>
          </a:bodyPr>
          <a:lstStyle>
            <a:lvl1pPr marL="0" indent="0" algn="l" defTabSz="914400" rtl="0" eaLnBrk="1" latinLnBrk="0" hangingPunct="1">
              <a:lnSpc>
                <a:spcPct val="90000"/>
              </a:lnSpc>
              <a:spcBef>
                <a:spcPts val="900"/>
              </a:spcBef>
              <a:buClr>
                <a:schemeClr val="tx2"/>
              </a:buClr>
              <a:buSzPct val="120000"/>
              <a:buFont typeface="Segoe UI" panose="020B0502040204020203" pitchFamily="34" charset="0"/>
              <a:buNone/>
              <a:defRPr sz="1400" b="0" i="0" kern="1200" baseline="0">
                <a:solidFill>
                  <a:srgbClr val="E23616"/>
                </a:solidFill>
                <a:latin typeface="Montserrat Light" pitchFamily="2" charset="77"/>
                <a:ea typeface="+mn-ea"/>
                <a:cs typeface="+mn-cs"/>
              </a:defRPr>
            </a:lvl1pPr>
            <a:lvl2pPr marL="596900" indent="-228600" algn="l" defTabSz="914400" rtl="0" eaLnBrk="1" latinLnBrk="0" hangingPunct="1">
              <a:lnSpc>
                <a:spcPct val="90000"/>
              </a:lnSpc>
              <a:spcBef>
                <a:spcPts val="900"/>
              </a:spcBef>
              <a:buClr>
                <a:schemeClr val="bg1">
                  <a:lumMod val="50000"/>
                </a:schemeClr>
              </a:buClr>
              <a:buFont typeface="Arial" panose="020B0604020202020204" pitchFamily="34" charset="0"/>
              <a:buChar char="•"/>
              <a:defRPr sz="1800" kern="1200">
                <a:solidFill>
                  <a:schemeClr val="accent2"/>
                </a:solidFill>
                <a:latin typeface="+mn-lt"/>
                <a:ea typeface="+mn-ea"/>
                <a:cs typeface="+mn-cs"/>
              </a:defRPr>
            </a:lvl2pPr>
            <a:lvl3pPr marL="835025" indent="-228600" algn="l" defTabSz="914400" rtl="0" eaLnBrk="1" latinLnBrk="0" hangingPunct="1">
              <a:lnSpc>
                <a:spcPct val="90000"/>
              </a:lnSpc>
              <a:spcBef>
                <a:spcPts val="900"/>
              </a:spcBef>
              <a:buClr>
                <a:schemeClr val="bg1">
                  <a:lumMod val="65000"/>
                </a:schemeClr>
              </a:buClr>
              <a:buSzPct val="100000"/>
              <a:buFont typeface="Arial" panose="020B0604020202020204" pitchFamily="34" charset="0"/>
              <a:buChar char="•"/>
              <a:tabLst/>
              <a:defRPr lang="fr-FR" sz="1600" kern="1200" baseline="0" dirty="0" smtClean="0">
                <a:solidFill>
                  <a:schemeClr val="accent2"/>
                </a:solidFill>
                <a:latin typeface="+mn-lt"/>
                <a:ea typeface="+mn-ea"/>
                <a:cs typeface="+mn-cs"/>
              </a:defRPr>
            </a:lvl3pPr>
            <a:lvl4pPr marL="1344613" indent="-228600" algn="l" defTabSz="914400" rtl="0" eaLnBrk="1" latinLnBrk="0" hangingPunct="1">
              <a:lnSpc>
                <a:spcPct val="90000"/>
              </a:lnSpc>
              <a:spcBef>
                <a:spcPts val="900"/>
              </a:spcBef>
              <a:buSzPct val="100000"/>
              <a:buFont typeface="Arial" panose="020B0604020202020204" pitchFamily="34" charset="0"/>
              <a:buChar char="•"/>
              <a:defRPr sz="1600" kern="1200">
                <a:solidFill>
                  <a:schemeClr val="bg2"/>
                </a:solidFill>
                <a:latin typeface="+mn-lt"/>
                <a:ea typeface="+mn-ea"/>
                <a:cs typeface="+mn-cs"/>
              </a:defRPr>
            </a:lvl4pPr>
            <a:lvl5pPr marL="1612900" indent="-228600" algn="l" defTabSz="914400" rtl="0" eaLnBrk="1" latinLnBrk="0" hangingPunct="1">
              <a:lnSpc>
                <a:spcPct val="90000"/>
              </a:lnSpc>
              <a:spcBef>
                <a:spcPts val="500"/>
              </a:spcBef>
              <a:buFont typeface="Arial" panose="020B0604020202020204" pitchFamily="34" charset="0"/>
              <a:buChar char="•"/>
              <a:defRPr sz="12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900"/>
              </a:spcBef>
              <a:spcAft>
                <a:spcPts val="0"/>
              </a:spcAft>
              <a:buClr>
                <a:srgbClr val="E23615"/>
              </a:buClr>
              <a:buSzPct val="120000"/>
              <a:buFont typeface="Segoe UI" panose="020B0502040204020203" pitchFamily="34" charset="0"/>
              <a:buNone/>
              <a:tabLst/>
              <a:defRPr/>
            </a:pPr>
            <a:r>
              <a:rPr kumimoji="0" sz="1400" b="0" i="0" u="none" strike="noStrike" kern="1200" cap="none" spc="0" normalizeH="0" baseline="0" noProof="0" dirty="0" err="1">
                <a:ln>
                  <a:noFill/>
                </a:ln>
                <a:solidFill>
                  <a:schemeClr val="bg1"/>
                </a:solidFill>
                <a:effectLst/>
                <a:uLnTx/>
                <a:uFillTx/>
                <a:latin typeface="Montserrat Light" pitchFamily="2" charset="77"/>
                <a:ea typeface="+mn-ea"/>
                <a:cs typeface="+mn-cs"/>
              </a:rPr>
              <a:t>Head of</a:t>
            </a:r>
            <a:r>
              <a:rPr kumimoji="0" sz="1400" b="0" i="0" u="none" strike="noStrike" kern="1200" cap="none" spc="0" normalizeH="0" baseline="0" noProof="0" dirty="0">
                <a:ln>
                  <a:noFill/>
                </a:ln>
                <a:solidFill>
                  <a:schemeClr val="bg1"/>
                </a:solidFill>
                <a:effectLst/>
                <a:uLnTx/>
                <a:uFillTx/>
                <a:latin typeface="Montserrat Light" pitchFamily="2" charset="77"/>
                <a:ea typeface="+mn-ea"/>
                <a:cs typeface="+mn-cs"/>
              </a:rPr>
              <a:t> Agentic Engineering</a:t>
            </a:r>
          </a:p>
          <a:p>
            <a:pPr marL="0" marR="0" lvl="0" indent="0" algn="l" defTabSz="914400" rtl="0" eaLnBrk="1" fontAlgn="auto" latinLnBrk="0" hangingPunct="1">
              <a:lnSpc>
                <a:spcPct val="90000"/>
              </a:lnSpc>
              <a:spcBef>
                <a:spcPts val="900"/>
              </a:spcBef>
              <a:spcAft>
                <a:spcPts val="0"/>
              </a:spcAft>
              <a:buClr>
                <a:srgbClr val="E23615"/>
              </a:buClr>
              <a:buSzPct val="120000"/>
              <a:buFont typeface="Segoe UI" panose="020B0502040204020203" pitchFamily="34" charset="0"/>
              <a:buNone/>
              <a:tabLst/>
              <a:defRPr/>
            </a:pPr>
            <a:r>
              <a:rPr kumimoji="0" sz="1400" b="0" i="0" u="none" strike="noStrike" kern="1200" cap="none" spc="0" normalizeH="0" baseline="0" noProof="0" dirty="0">
                <a:ln>
                  <a:noFill/>
                </a:ln>
                <a:solidFill>
                  <a:schemeClr val="bg1"/>
                </a:solidFill>
                <a:effectLst/>
                <a:uLnTx/>
                <a:uFillTx/>
                <a:latin typeface="Montserrat Light" pitchFamily="2" charset="77"/>
                <a:ea typeface="+mn-ea"/>
                <a:cs typeface="+mn-cs"/>
              </a:rPr>
              <a:t>    </a:t>
            </a:r>
            <a:r>
              <a:rPr kumimoji="0" sz="1400" b="0" i="0" u="none" strike="noStrike" kern="1200" cap="none" spc="0" normalizeH="0" baseline="0" noProof="0" dirty="0" err="1">
                <a:ln>
                  <a:noFill/>
                </a:ln>
                <a:solidFill>
                  <a:schemeClr val="bg1"/>
                </a:solidFill>
                <a:effectLst/>
                <a:uLnTx/>
                <a:uFillTx/>
                <a:latin typeface="Montserrat Light" pitchFamily="2" charset="77"/>
                <a:ea typeface="+mn-ea"/>
                <a:cs typeface="+mn-cs"/>
              </a:rPr>
              <a:t>BL Java, ELCA Informatik AG</a:t>
            </a:r>
          </a:p>
        </p:txBody>
      </p:sp>
      <p:sp>
        <p:nvSpPr>
          <p:cNvPr id="14" name="Text Placeholder 4">
            <a:extLst>
              <a:ext uri="{FF2B5EF4-FFF2-40B4-BE49-F238E27FC236}">
                <a16:creationId xmlns:a16="http://schemas.microsoft.com/office/drawing/2014/main" id="{6F085385-59B6-4E99-9BE7-6F005A8F1E50}"/>
              </a:ext>
            </a:extLst>
          </p:cNvPr>
          <p:cNvSpPr txBox="1">
            <a:spLocks/>
          </p:cNvSpPr>
          <p:nvPr/>
        </p:nvSpPr>
        <p:spPr>
          <a:xfrm>
            <a:off x="4724400" y="5880556"/>
            <a:ext cx="2691612" cy="215444"/>
          </a:xfrm>
          <a:prstGeom prst="rect">
            <a:avLst/>
          </a:prstGeom>
        </p:spPr>
        <p:txBody>
          <a:bodyPr wrap="square" tIns="0" bIns="0" anchor="ctr">
            <a:spAutoFit/>
          </a:bodyPr>
          <a:lstStyle>
            <a:lvl1pPr marL="0" indent="0" algn="l" defTabSz="914400" rtl="0" eaLnBrk="1" latinLnBrk="0" hangingPunct="1">
              <a:lnSpc>
                <a:spcPct val="100000"/>
              </a:lnSpc>
              <a:spcBef>
                <a:spcPts val="900"/>
              </a:spcBef>
              <a:buClr>
                <a:schemeClr val="tx2"/>
              </a:buClr>
              <a:buSzPct val="120000"/>
              <a:buFont typeface="Segoe UI" panose="020B0502040204020203" pitchFamily="34" charset="0"/>
              <a:buNone/>
              <a:defRPr sz="1400" b="0" kern="1200" baseline="0">
                <a:solidFill>
                  <a:srgbClr val="53585F"/>
                </a:solidFill>
                <a:latin typeface="Verdana" pitchFamily="2" charset="77"/>
                <a:ea typeface="+mn-ea"/>
                <a:cs typeface="+mn-cs"/>
              </a:defRPr>
            </a:lvl1pPr>
            <a:lvl2pPr marL="596900" indent="-228600" algn="l" defTabSz="914400" rtl="0" eaLnBrk="1" latinLnBrk="0" hangingPunct="1">
              <a:lnSpc>
                <a:spcPct val="90000"/>
              </a:lnSpc>
              <a:spcBef>
                <a:spcPts val="900"/>
              </a:spcBef>
              <a:buClr>
                <a:schemeClr val="bg1">
                  <a:lumMod val="50000"/>
                </a:schemeClr>
              </a:buClr>
              <a:buFont typeface="Arial" panose="020B0604020202020204" pitchFamily="34" charset="0"/>
              <a:buChar char="•"/>
              <a:defRPr sz="1800" kern="1200">
                <a:solidFill>
                  <a:schemeClr val="accent2"/>
                </a:solidFill>
                <a:latin typeface="+mn-lt"/>
                <a:ea typeface="+mn-ea"/>
                <a:cs typeface="+mn-cs"/>
              </a:defRPr>
            </a:lvl2pPr>
            <a:lvl3pPr marL="835025" indent="-228600" algn="l" defTabSz="914400" rtl="0" eaLnBrk="1" latinLnBrk="0" hangingPunct="1">
              <a:lnSpc>
                <a:spcPct val="90000"/>
              </a:lnSpc>
              <a:spcBef>
                <a:spcPts val="900"/>
              </a:spcBef>
              <a:buClr>
                <a:schemeClr val="bg1">
                  <a:lumMod val="65000"/>
                </a:schemeClr>
              </a:buClr>
              <a:buSzPct val="100000"/>
              <a:buFont typeface="Arial" panose="020B0604020202020204" pitchFamily="34" charset="0"/>
              <a:buChar char="•"/>
              <a:tabLst/>
              <a:defRPr lang="fr-FR" sz="1600" kern="1200" baseline="0" dirty="0" smtClean="0">
                <a:solidFill>
                  <a:schemeClr val="accent2"/>
                </a:solidFill>
                <a:latin typeface="+mn-lt"/>
                <a:ea typeface="+mn-ea"/>
                <a:cs typeface="+mn-cs"/>
              </a:defRPr>
            </a:lvl3pPr>
            <a:lvl4pPr marL="1344613" indent="-228600" algn="l" defTabSz="914400" rtl="0" eaLnBrk="1" latinLnBrk="0" hangingPunct="1">
              <a:lnSpc>
                <a:spcPct val="90000"/>
              </a:lnSpc>
              <a:spcBef>
                <a:spcPts val="900"/>
              </a:spcBef>
              <a:buSzPct val="100000"/>
              <a:buFont typeface="Arial" panose="020B0604020202020204" pitchFamily="34" charset="0"/>
              <a:buChar char="•"/>
              <a:defRPr sz="1600" kern="1200">
                <a:solidFill>
                  <a:schemeClr val="bg2"/>
                </a:solidFill>
                <a:latin typeface="+mn-lt"/>
                <a:ea typeface="+mn-ea"/>
                <a:cs typeface="+mn-cs"/>
              </a:defRPr>
            </a:lvl4pPr>
            <a:lvl5pPr marL="1612900" indent="-228600" algn="l" defTabSz="914400" rtl="0" eaLnBrk="1" latinLnBrk="0" hangingPunct="1">
              <a:lnSpc>
                <a:spcPct val="90000"/>
              </a:lnSpc>
              <a:spcBef>
                <a:spcPts val="500"/>
              </a:spcBef>
              <a:buFont typeface="Arial" panose="020B0604020202020204" pitchFamily="34" charset="0"/>
              <a:buChar char="•"/>
              <a:defRPr sz="12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900"/>
              </a:spcBef>
              <a:spcAft>
                <a:spcPts val="0"/>
              </a:spcAft>
              <a:buClr>
                <a:srgbClr val="E23615"/>
              </a:buClr>
              <a:buSzPct val="120000"/>
              <a:buFont typeface="Segoe UI" panose="020B0502040204020203" pitchFamily="34" charset="0"/>
              <a:buNone/>
              <a:tabLst/>
              <a:defRPr/>
            </a:pPr>
            <a:r>
              <a:rPr kumimoji="0" sz="1400" b="0" i="0" u="none" strike="noStrike" kern="1200" cap="none" spc="0" normalizeH="0" baseline="0" noProof="0">
                <a:ln>
                  <a:noFill/>
                </a:ln>
                <a:solidFill>
                  <a:schemeClr val="bg1"/>
                </a:solidFill>
                <a:effectLst/>
                <a:uLnTx/>
                <a:uFillTx/>
                <a:latin typeface="Verdana" pitchFamily="2" charset="77"/>
                <a:ea typeface="+mn-ea"/>
                <a:cs typeface="+mn-cs"/>
              </a:rPr>
              <a:t>nissim.buchs@elca.ch</a:t>
            </a:r>
            <a:endParaRPr kumimoji="0" sz="1400" b="0" i="0" u="none" strike="noStrike" kern="1200" cap="none" spc="0" normalizeH="0" baseline="0" noProof="0" dirty="0">
              <a:ln>
                <a:noFill/>
              </a:ln>
              <a:solidFill>
                <a:schemeClr val="bg1"/>
              </a:solidFill>
              <a:effectLst/>
              <a:uLnTx/>
              <a:uFillTx/>
              <a:latin typeface="Verdana" pitchFamily="2" charset="77"/>
              <a:ea typeface="+mn-ea"/>
              <a:cs typeface="+mn-cs"/>
            </a:endParaRPr>
          </a:p>
        </p:txBody>
      </p:sp>
      <p:pic>
        <p:nvPicPr>
          <p:cNvPr id="15" name="Picture 1024188676" descr="Claude - Desktop-App für Mac, Windows (PC) - WebCatalog">
            <a:extLst>
              <a:ext uri="{FF2B5EF4-FFF2-40B4-BE49-F238E27FC236}">
                <a16:creationId xmlns:a16="http://schemas.microsoft.com/office/drawing/2014/main" id="{9835CB23-C725-D0E0-979F-4D432AE62C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6624" y="5653800"/>
            <a:ext cx="142875" cy="142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theme/theme1.xml><?xml version="1.0" encoding="utf-8"?>
<a:theme xmlns:a="http://schemas.openxmlformats.org/drawingml/2006/main" name="Template ELCA 16/9">
  <a:themeElements>
    <a:clrScheme name="ELCA colors">
      <a:dk1>
        <a:srgbClr val="000000"/>
      </a:dk1>
      <a:lt1>
        <a:srgbClr val="FFFFFF"/>
      </a:lt1>
      <a:dk2>
        <a:srgbClr val="E23615"/>
      </a:dk2>
      <a:lt2>
        <a:srgbClr val="AF2322"/>
      </a:lt2>
      <a:accent1>
        <a:srgbClr val="641E16"/>
      </a:accent1>
      <a:accent2>
        <a:srgbClr val="414344"/>
      </a:accent2>
      <a:accent3>
        <a:srgbClr val="A0A0A0"/>
      </a:accent3>
      <a:accent4>
        <a:srgbClr val="00ADEF"/>
      </a:accent4>
      <a:accent5>
        <a:srgbClr val="28AF8F"/>
      </a:accent5>
      <a:accent6>
        <a:srgbClr val="FFCA4C"/>
      </a:accent6>
      <a:hlink>
        <a:srgbClr val="E23615"/>
      </a:hlink>
      <a:folHlink>
        <a:srgbClr val="8B8F90"/>
      </a:folHlink>
    </a:clrScheme>
    <a:fontScheme name="Personnalisé 147">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ELCA-Template_EN.potm" id="{01F7CCCE-457F-4EC0-92C6-08A60CC565EC}" vid="{3BFD60B0-816D-4909-A6AB-BAAB4BCD30D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4644C3-F3DD-4045-8F6F-5D1A9647C426}">
  <we:reference id="wa200010001" version="1.0.0.1" store="en-US" storeType="OMEX"/>
  <we:alternateReferences>
    <we:reference id="WA200010001" version="1.0.0.1" store="" storeType="OMEX"/>
  </we:alternateReferences>
  <we:properties>
    <we:property name="claude.fileId" value="&quot;b0fb81c2-320f-4d71-8024-8a564ad1761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mso-contentType ?>
<spe:Receivers xmlns:spe="http://schemas.microsoft.com/sharepoint/events">
  <Receiver>
    <Name>Event Receiver ItemAdded</Name>
    <Synchronization>Synchronous</Synchronization>
    <Type>10001</Type>
    <SequenceNumber>10000</SequenceNumber>
    <Url/>
    <Assembly>ELCA.OfferPortal.Core, Version=1.0.0.0, Culture=neutral, PublicKeyToken=ea095eefbb02ac31</Assembly>
    <Class>ELCA.OfferPortal.Core.EventReceivers.OffersDocumentEventReceiver.OffersDocumentEventReceiver</Class>
    <Data/>
    <Filter/>
  </Receiver>
  <Receiver>
    <Name>Event Receiver ItemUpdated</Name>
    <Synchronization>Synchronous</Synchronization>
    <Type>10002</Type>
    <SequenceNumber>10000</SequenceNumber>
    <Url/>
    <Assembly>ELCA.OfferPortal.Core, Version=1.0.0.0, Culture=neutral, PublicKeyToken=ea095eefbb02ac31</Assembly>
    <Class>ELCA.OfferPortal.Core.EventReceivers.OffersDocumentEventReceiver.OffersDocumentEventReceiver</Class>
    <Data/>
    <Filter/>
  </Receiver>
  <Receiver>
    <Name>Event Receiver ItemAdding</Name>
    <Synchronization>Synchronous</Synchronization>
    <Type>1</Type>
    <SequenceNumber>10000</SequenceNumber>
    <Url/>
    <Assembly>ELCA.OfferPortal.Core, Version=1.0.0.0, Culture=neutral, PublicKeyToken=ea095eefbb02ac31</Assembly>
    <Class>ELCA.OfferPortal.Core.EventReceivers.OffersDocumentEventReceiver.OffersDocumentEventReceiver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PolicyDirtyBag xmlns="microsoft.office.server.policy.changes">
  <Microsoft.Office.RecordsManagement.PolicyFeatures.PolicyLabel op="Change"/>
</PolicyDirtyBag>
</file>

<file path=customXml/item4.xml><?xml version="1.0" encoding="utf-8"?>
<ct:contentTypeSchema xmlns:ct="http://schemas.microsoft.com/office/2006/metadata/contentType" xmlns:ma="http://schemas.microsoft.com/office/2006/metadata/properties/metaAttributes" ct:_="" ma:_="" ma:contentTypeName="ELCA_OffersDocumentContentType" ma:contentTypeID="0x01010033A07F6866314E6D88651EC61A865658006124E93B76CA6549AEF8DE492641F96F" ma:contentTypeVersion="10" ma:contentTypeDescription="" ma:contentTypeScope="" ma:versionID="81c8772132b1fe59a011aa1f95a855a1">
  <xsd:schema xmlns:xsd="http://www.w3.org/2001/XMLSchema" xmlns:xs="http://www.w3.org/2001/XMLSchema" xmlns:p="http://schemas.microsoft.com/office/2006/metadata/properties" xmlns:ns1="http://schemas.microsoft.com/sharepoint/v3" xmlns:ns2="7e30d7a9-6744-42c9-9f7e-bba08839df99" targetNamespace="http://schemas.microsoft.com/office/2006/metadata/properties" ma:root="true" ma:fieldsID="7b1fc26ee1cbc50d9269b719fafcda3f" ns1:_="" ns2:_="">
    <xsd:import namespace="http://schemas.microsoft.com/sharepoint/v3"/>
    <xsd:import namespace="7e30d7a9-6744-42c9-9f7e-bba08839df99"/>
    <xsd:element name="properties">
      <xsd:complexType>
        <xsd:sequence>
          <xsd:element name="documentManagement">
            <xsd:complexType>
              <xsd:all>
                <xsd:element ref="ns2:WorkspaceCustomer" minOccurs="0"/>
                <xsd:element ref="ns2:WorkspaceOfferNumber" minOccurs="0"/>
                <xsd:element ref="ns2:WorkspaceProjectNumber" minOccurs="0"/>
                <xsd:element ref="ns2:WorkspaceShortName" minOccurs="0"/>
                <xsd:element ref="ns2:IsDelivered" minOccurs="0"/>
                <xsd:element ref="ns2:ElcaInetIsExternal" minOccurs="0"/>
                <xsd:element ref="ns2:ElcaInetApprovalRequired" minOccurs="0"/>
                <xsd:element ref="ns2:ElcaInetSignatureRequired" minOccurs="0"/>
                <xsd:element ref="ns1:_dlc_Exempt" minOccurs="0"/>
                <xsd:element ref="ns2:DLCPolicyLabelValue" minOccurs="0"/>
                <xsd:element ref="ns2:DLCPolicyLabelClientValue" minOccurs="0"/>
                <xsd:element ref="ns2: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6"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30d7a9-6744-42c9-9f7e-bba08839df99" elementFormDefault="qualified">
    <xsd:import namespace="http://schemas.microsoft.com/office/2006/documentManagement/types"/>
    <xsd:import namespace="http://schemas.microsoft.com/office/infopath/2007/PartnerControls"/>
    <xsd:element name="WorkspaceCustomer" ma:index="8" nillable="true" ma:displayName="Customer" ma:internalName="WorkspaceCustomer">
      <xsd:simpleType>
        <xsd:restriction base="dms:Text"/>
      </xsd:simpleType>
    </xsd:element>
    <xsd:element name="WorkspaceOfferNumber" ma:index="9" nillable="true" ma:displayName="Offer Number" ma:internalName="WorkspaceOfferNumber">
      <xsd:simpleType>
        <xsd:restriction base="dms:Text"/>
      </xsd:simpleType>
    </xsd:element>
    <xsd:element name="WorkspaceProjectNumber" ma:index="10" nillable="true" ma:displayName="Project Number" ma:internalName="WorkspaceProjectNumber">
      <xsd:simpleType>
        <xsd:restriction base="dms:Text"/>
      </xsd:simpleType>
    </xsd:element>
    <xsd:element name="WorkspaceShortName" ma:index="11" nillable="true" ma:displayName="Short Name" ma:internalName="WorkspaceShortName">
      <xsd:simpleType>
        <xsd:restriction base="dms:Text"/>
      </xsd:simpleType>
    </xsd:element>
    <xsd:element name="IsDelivered" ma:index="12" nillable="true" ma:displayName="IsDelivered" ma:internalName="IsDelivered">
      <xsd:simpleType>
        <xsd:restriction base="dms:Boolean"/>
      </xsd:simpleType>
    </xsd:element>
    <xsd:element name="ElcaInetIsExternal" ma:index="13" nillable="true" ma:displayName="Is External" ma:internalName="ElcaInetIsExternal">
      <xsd:simpleType>
        <xsd:restriction base="dms:Boolean"/>
      </xsd:simpleType>
    </xsd:element>
    <xsd:element name="ElcaInetApprovalRequired" ma:index="14" nillable="true" ma:displayName="Approval Required" ma:internalName="ElcaInetApprovalRequired">
      <xsd:simpleType>
        <xsd:restriction base="dms:Boolean"/>
      </xsd:simpleType>
    </xsd:element>
    <xsd:element name="ElcaInetSignatureRequired" ma:index="15" nillable="true" ma:displayName="Signature Required" ma:internalName="ElcaInetSignatureRequired">
      <xsd:simpleType>
        <xsd:restriction base="dms:Boolean"/>
      </xsd:simpleType>
    </xsd:element>
    <xsd:element name="DLCPolicyLabelValue" ma:index="17" nillable="true" ma:displayName="Label" ma:description="Stores the current value of the label." ma:internalName="DLCPolicyLabelValue" ma:readOnly="true">
      <xsd:simpleType>
        <xsd:restriction base="dms:Note">
          <xsd:maxLength value="255"/>
        </xsd:restriction>
      </xsd:simpleType>
    </xsd:element>
    <xsd:element name="DLCPolicyLabelClientValue" ma:index="18"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19" nillable="true" ma:displayName="Label Locked" ma:description="Indicates whether the label should be updated when item properties are modified."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ElcaInetIsExternal xmlns="7e30d7a9-6744-42c9-9f7e-bba08839df99" xsi:nil="true"/>
    <ElcaInetSignatureRequired xmlns="7e30d7a9-6744-42c9-9f7e-bba08839df99" xsi:nil="true"/>
    <WorkspaceOfferNumber xmlns="7e30d7a9-6744-42c9-9f7e-bba08839df99">21302</WorkspaceOfferNumber>
    <WorkspaceShortName xmlns="7e30d7a9-6744-42c9-9f7e-bba08839df99">26326-O21302</WorkspaceShortName>
    <DLCPolicyLabelClientValue xmlns="7e30d7a9-6744-42c9-9f7e-bba08839df99" xsi:nil="true"/>
    <ElcaInetApprovalRequired xmlns="7e30d7a9-6744-42c9-9f7e-bba08839df99" xsi:nil="true"/>
    <IsDelivered xmlns="7e30d7a9-6744-42c9-9f7e-bba08839df99" xsi:nil="true"/>
    <WorkspaceCustomer xmlns="7e30d7a9-6744-42c9-9f7e-bba08839df99">Staatssekretariat für Wirtschaft SECO</WorkspaceCustomer>
    <WorkspaceProjectNumber xmlns="7e30d7a9-6744-42c9-9f7e-bba08839df99">26326</WorkspaceProjectNumber>
    <DLCPolicyLabelLock xmlns="7e30d7a9-6744-42c9-9f7e-bba08839df99" xsi:nil="true"/>
    <DLCPolicyLabelValue xmlns="7e30d7a9-6744-42c9-9f7e-bba08839df99">0.6</DLCPolicyLabelValue>
  </documentManagement>
</p:properties>
</file>

<file path=customXml/item6.xml><?xml version="1.0" encoding="utf-8"?>
<?mso-contentType ?>
<p:Policy xmlns:p="office.server.policy" id="" local="true">
  <p:Name>ELCA_OffersDocumentContentType</p:Name>
  <p:Description/>
  <p:Statement/>
  <p:PolicyItems>
    <p:PolicyItem featureId="Microsoft.Office.RecordsManagement.PolicyFeatures.PolicyLabel" staticId="0x01010033A07F6866314E6D88651EC61A865658006124E93B76CA6549AEF8DE492641F96F|801092262" UniqueId="f127df5b-553d-4f73-a7ed-857eb19dc63c">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7.xml><?xml version="1.0" encoding="utf-8"?>
<selectionCriteria>
  <property id="toggleFill" value="false"/>
  <property id="toggleOutline" value="false"/>
  <property id="toggleText" value="false"/>
  <property id="toggleEffect" value="false"/>
  <property id="TopLevel" value="true"/>
  <property id="fillColor" value="false"/>
  <property id="fillPattern" value="false"/>
  <property id="fillGradient" value="false"/>
  <property id="fillTransparency" value="false"/>
  <property id="outlineColor" value="false"/>
  <property id="outlineWeight" value="false"/>
  <property id="outlineDashes" value="false"/>
  <property id="outlineCompound" value="false"/>
  <property id="outlineTransparency" value="false"/>
  <property id="outlineArrow" value="false"/>
  <property id="effectShadow" value="false"/>
  <property id="effectReflection" value="false"/>
  <property id="effectGlow" value="false"/>
  <property id="effectSoftEdge" value="false"/>
  <property id="effectRotation" value="false"/>
  <property id="effectBevelShape" value="false"/>
  <property id="effectExtrusion" value="false"/>
  <property id="effectMaterial" value="false"/>
  <property id="effectWireframe" value="false"/>
  <property id="effectLighting" value="false"/>
  <property id="textFontFace" value="false"/>
  <property id="textFontSize" value="false"/>
  <property id="textFontColor" value="false"/>
  <property id="textFontBold" value="false"/>
  <property id="textFontItalic" value="false"/>
  <property id="textFontUnderline" value="false"/>
  <property id="textFontStrikethrough" value="false"/>
  <property id="textFontShadow" value="false"/>
  <property id="textAlignH" value="false"/>
  <property id="textAlignV" value="false"/>
  <property id="shapeType" value="false"/>
  <textSearch active="false" string=""/>
</selectionCriteria>
</file>

<file path=customXml/itemProps1.xml><?xml version="1.0" encoding="utf-8"?>
<ds:datastoreItem xmlns:ds="http://schemas.openxmlformats.org/officeDocument/2006/customXml" ds:itemID="{ED26B7BF-114B-4B01-BBEA-68F2BEBD6A5A}">
  <ds:schemaRefs>
    <ds:schemaRef ds:uri="http://schemas.microsoft.com/sharepoint/events"/>
  </ds:schemaRefs>
</ds:datastoreItem>
</file>

<file path=customXml/itemProps2.xml><?xml version="1.0" encoding="utf-8"?>
<ds:datastoreItem xmlns:ds="http://schemas.openxmlformats.org/officeDocument/2006/customXml" ds:itemID="{9B058076-8F53-4B12-BE49-5D2DDD69B553}">
  <ds:schemaRefs>
    <ds:schemaRef ds:uri="http://schemas.microsoft.com/sharepoint/v3/contenttype/forms"/>
  </ds:schemaRefs>
</ds:datastoreItem>
</file>

<file path=customXml/itemProps3.xml><?xml version="1.0" encoding="utf-8"?>
<ds:datastoreItem xmlns:ds="http://schemas.openxmlformats.org/officeDocument/2006/customXml" ds:itemID="{5DE94336-6D78-4E03-A549-099FC7176F42}">
  <ds:schemaRefs>
    <ds:schemaRef ds:uri="microsoft.office.server.policy.changes"/>
  </ds:schemaRefs>
</ds:datastoreItem>
</file>

<file path=customXml/itemProps4.xml><?xml version="1.0" encoding="utf-8"?>
<ds:datastoreItem xmlns:ds="http://schemas.openxmlformats.org/officeDocument/2006/customXml" ds:itemID="{F2E2AC43-F194-4548-86E3-D19895571E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e30d7a9-6744-42c9-9f7e-bba08839df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AFDA708F-0601-4CAF-9023-18765EBBFC62}">
  <ds:schemaRefs>
    <ds:schemaRef ds:uri="7e30d7a9-6744-42c9-9f7e-bba08839df99"/>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sharepoint/v3"/>
    <ds:schemaRef ds:uri="http://www.w3.org/XML/1998/namespace"/>
  </ds:schemaRefs>
</ds:datastoreItem>
</file>

<file path=customXml/itemProps6.xml><?xml version="1.0" encoding="utf-8"?>
<ds:datastoreItem xmlns:ds="http://schemas.openxmlformats.org/officeDocument/2006/customXml" ds:itemID="{C478D87A-456F-439F-A682-E8D70EC3B215}">
  <ds:schemaRefs>
    <ds:schemaRef ds:uri="office.server.policy"/>
  </ds:schemaRefs>
</ds:datastoreItem>
</file>

<file path=customXml/itemProps7.xml><?xml version="1.0" encoding="utf-8"?>
<ds:datastoreItem xmlns:ds="http://schemas.openxmlformats.org/officeDocument/2006/customXml" ds:itemID="{4613224B-D97D-4139-94C6-C46EE494C07D}">
  <ds:schemaRefs/>
</ds:datastoreItem>
</file>

<file path=docProps/app.xml><?xml version="1.0" encoding="utf-8"?>
<Properties xmlns="http://schemas.openxmlformats.org/officeDocument/2006/extended-properties" xmlns:vt="http://schemas.openxmlformats.org/officeDocument/2006/docPropsVTypes">
  <Template/>
  <TotalTime>52</TotalTime>
  <Words>89</Words>
  <Application>Microsoft Office PowerPoint</Application>
  <PresentationFormat>Widescreen</PresentationFormat>
  <Paragraphs>29</Paragraphs>
  <Slides>4</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vt:i4>
      </vt:variant>
    </vt:vector>
  </HeadingPairs>
  <TitlesOfParts>
    <vt:vector size="15" baseType="lpstr">
      <vt:lpstr>Aptos</vt:lpstr>
      <vt:lpstr>Arial</vt:lpstr>
      <vt:lpstr>Calibri</vt:lpstr>
      <vt:lpstr>Montserrat Light</vt:lpstr>
      <vt:lpstr>Proxima Nova</vt:lpstr>
      <vt:lpstr>Segoe UI</vt:lpstr>
      <vt:lpstr>Symbol</vt:lpstr>
      <vt:lpstr>Trebuchet MS</vt:lpstr>
      <vt:lpstr>Verdana</vt:lpstr>
      <vt:lpstr>Wingdings</vt:lpstr>
      <vt:lpstr>Template ELCA 16/9</vt:lpstr>
      <vt:lpstr>PowerPoint Presentation</vt:lpstr>
      <vt:lpstr>Agenda &amp; Purpose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nissim.buchs@elca.ch</dc:creator>
  <cp:lastModifiedBy>Nissim BUCHS</cp:lastModifiedBy>
  <cp:revision>90</cp:revision>
  <dcterms:created xsi:type="dcterms:W3CDTF">2025-03-05T11:21:45Z</dcterms:created>
  <dcterms:modified xsi:type="dcterms:W3CDTF">2026-06-04T09:54:45Z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0x01010033A07F6866314E6D88651EC61A865658006124E93B76CA6549AEF8DE492641F96F</vt:lpwstr>
  </property>
</Properties>
</file>